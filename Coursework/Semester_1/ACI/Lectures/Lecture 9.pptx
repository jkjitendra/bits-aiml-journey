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y="6858000" cx="9144000"/>
  <p:notesSz cx="9144000" cy="6858000"/>
  <p:embeddedFontLst>
    <p:embeddedFont>
      <p:font typeface="Helvetica Neue"/>
      <p:regular r:id="rId52"/>
      <p:bold r:id="rId53"/>
      <p:italic r:id="rId54"/>
      <p:boldItalic r:id="rId55"/>
    </p:embeddedFont>
    <p:embeddedFont>
      <p:font typeface="Cambria Math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7" roundtripDataSignature="AMtx7mioPjlvnv9UIt02bbNdPLnuto7W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46B7AD-4798-4F92-8FF9-2E7626190325}">
  <a:tblStyle styleId="{BB46B7AD-4798-4F92-8FF9-2E762619032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8780510-CEC6-474C-818E-3332610AC72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4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3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6.xml"/><Relationship Id="rId57" Type="http://customschemas.google.com/relationships/presentationmetadata" Target="metadata"/><Relationship Id="rId12" Type="http://schemas.openxmlformats.org/officeDocument/2006/relationships/slide" Target="slides/slide5.xml"/><Relationship Id="rId56" Type="http://schemas.openxmlformats.org/officeDocument/2006/relationships/font" Target="fonts/CambriaMath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4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6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7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7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7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7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7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7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7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8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8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8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8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8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8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2" type="body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idx="1" type="subTitle"/>
          </p:nvPr>
        </p:nvSpPr>
        <p:spPr>
          <a:xfrm>
            <a:off x="395640" y="274680"/>
            <a:ext cx="6120360" cy="394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2" type="body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3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2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4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"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2"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3"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4"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5"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6"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8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25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825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8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84" name="Google Shape;84;p8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8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8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icture 7.png" id="87" name="Google Shape;87;p88"/>
          <p:cNvPicPr preferRelativeResize="0"/>
          <p:nvPr/>
        </p:nvPicPr>
        <p:blipFill rotWithShape="1">
          <a:blip r:embed="rId2">
            <a:alphaModFix/>
          </a:blip>
          <a:srcRect b="5333" l="1923" r="0" t="0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8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9" name="Google Shape;89;p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8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3" name="Google Shape;93;p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88"/>
          <p:cNvSpPr txBox="1"/>
          <p:nvPr>
            <p:ph idx="1" type="body"/>
          </p:nvPr>
        </p:nvSpPr>
        <p:spPr>
          <a:xfrm>
            <a:off x="304800" y="1493839"/>
            <a:ext cx="82296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8"/>
          <p:cNvSpPr txBox="1"/>
          <p:nvPr>
            <p:ph idx="2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1" sz="27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4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9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9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8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2_Title and Cont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9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05" name="Google Shape;105;p9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9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9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08" name="Google Shape;108;p95"/>
          <p:cNvPicPr preferRelativeResize="0"/>
          <p:nvPr/>
        </p:nvPicPr>
        <p:blipFill rotWithShape="1">
          <a:blip r:embed="rId2">
            <a:alphaModFix/>
          </a:blip>
          <a:srcRect b="5334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9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0" name="Google Shape;110;p9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9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9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9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4" name="Google Shape;114;p9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9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9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95"/>
          <p:cNvSpPr txBox="1"/>
          <p:nvPr>
            <p:ph idx="1" type="body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95"/>
          <p:cNvSpPr txBox="1"/>
          <p:nvPr>
            <p:ph idx="2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 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9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22" name="Google Shape;122;p9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9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9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25" name="Google Shape;125;p96"/>
          <p:cNvPicPr preferRelativeResize="0"/>
          <p:nvPr/>
        </p:nvPicPr>
        <p:blipFill rotWithShape="1">
          <a:blip r:embed="rId2">
            <a:alphaModFix/>
          </a:blip>
          <a:srcRect b="5334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9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7" name="Google Shape;127;p9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9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9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9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1" name="Google Shape;131;p9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9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9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96"/>
          <p:cNvSpPr txBox="1"/>
          <p:nvPr>
            <p:ph idx="1" type="body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96"/>
          <p:cNvSpPr txBox="1"/>
          <p:nvPr>
            <p:ph idx="2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7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97"/>
          <p:cNvSpPr txBox="1"/>
          <p:nvPr>
            <p:ph idx="1"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8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98"/>
          <p:cNvSpPr txBox="1"/>
          <p:nvPr>
            <p:ph idx="11" type="ftr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E0F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98"/>
          <p:cNvSpPr txBox="1"/>
          <p:nvPr>
            <p:ph idx="10" type="dt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98"/>
          <p:cNvSpPr txBox="1"/>
          <p:nvPr>
            <p:ph idx="12" type="sldNum"/>
          </p:nvPr>
        </p:nvSpPr>
        <p:spPr>
          <a:xfrm>
            <a:off x="8532360" y="6237360"/>
            <a:ext cx="61128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>
  <p:cSld name="Title, Conte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9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99"/>
          <p:cNvSpPr txBox="1"/>
          <p:nvPr>
            <p:ph idx="1" type="body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0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00"/>
          <p:cNvSpPr txBox="1"/>
          <p:nvPr>
            <p:ph idx="1" type="body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00"/>
          <p:cNvSpPr txBox="1"/>
          <p:nvPr>
            <p:ph idx="2" type="body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1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2"/>
          <p:cNvSpPr txBox="1"/>
          <p:nvPr>
            <p:ph idx="1" type="subTitle"/>
          </p:nvPr>
        </p:nvSpPr>
        <p:spPr>
          <a:xfrm>
            <a:off x="395640" y="274680"/>
            <a:ext cx="6120360" cy="394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3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3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03"/>
          <p:cNvSpPr txBox="1"/>
          <p:nvPr>
            <p:ph idx="2" type="body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03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4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04"/>
          <p:cNvSpPr txBox="1"/>
          <p:nvPr>
            <p:ph idx="1" type="body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4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4"/>
          <p:cNvSpPr txBox="1"/>
          <p:nvPr>
            <p:ph idx="3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5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05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05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05"/>
          <p:cNvSpPr txBox="1"/>
          <p:nvPr>
            <p:ph idx="3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6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06"/>
          <p:cNvSpPr txBox="1"/>
          <p:nvPr>
            <p:ph idx="1"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06"/>
          <p:cNvSpPr txBox="1"/>
          <p:nvPr>
            <p:ph idx="2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7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07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07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07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07"/>
          <p:cNvSpPr txBox="1"/>
          <p:nvPr>
            <p:ph idx="4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8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08"/>
          <p:cNvSpPr txBox="1"/>
          <p:nvPr>
            <p:ph idx="1"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08"/>
          <p:cNvSpPr txBox="1"/>
          <p:nvPr>
            <p:ph idx="2"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08"/>
          <p:cNvSpPr txBox="1"/>
          <p:nvPr>
            <p:ph idx="3"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08"/>
          <p:cNvSpPr txBox="1"/>
          <p:nvPr>
            <p:ph idx="4"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08"/>
          <p:cNvSpPr txBox="1"/>
          <p:nvPr>
            <p:ph idx="5"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08"/>
          <p:cNvSpPr txBox="1"/>
          <p:nvPr>
            <p:ph idx="6"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0"/>
          <p:cNvSpPr txBox="1"/>
          <p:nvPr>
            <p:ph type="title"/>
          </p:nvPr>
        </p:nvSpPr>
        <p:spPr>
          <a:xfrm>
            <a:off x="383540" y="202057"/>
            <a:ext cx="8376919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90"/>
          <p:cNvSpPr txBox="1"/>
          <p:nvPr>
            <p:ph idx="1" type="body"/>
          </p:nvPr>
        </p:nvSpPr>
        <p:spPr>
          <a:xfrm>
            <a:off x="292608" y="1868551"/>
            <a:ext cx="6590030" cy="3067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90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9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1"/>
          <p:cNvSpPr/>
          <p:nvPr/>
        </p:nvSpPr>
        <p:spPr>
          <a:xfrm>
            <a:off x="4629911" y="6550152"/>
            <a:ext cx="2329180" cy="48895"/>
          </a:xfrm>
          <a:custGeom>
            <a:rect b="b" l="l" r="r" t="t"/>
            <a:pathLst>
              <a:path extrusionOk="0" h="48895" w="2329179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1"/>
          <p:cNvSpPr/>
          <p:nvPr/>
        </p:nvSpPr>
        <p:spPr>
          <a:xfrm>
            <a:off x="6909816" y="6550152"/>
            <a:ext cx="2234565" cy="45720"/>
          </a:xfrm>
          <a:custGeom>
            <a:rect b="b" l="l" r="r" t="t"/>
            <a:pathLst>
              <a:path extrusionOk="0" h="45720" w="2234565">
                <a:moveTo>
                  <a:pt x="2234183" y="0"/>
                </a:moveTo>
                <a:lnTo>
                  <a:pt x="0" y="0"/>
                </a:lnTo>
                <a:lnTo>
                  <a:pt x="0" y="45720"/>
                </a:lnTo>
                <a:lnTo>
                  <a:pt x="2234183" y="45720"/>
                </a:lnTo>
                <a:lnTo>
                  <a:pt x="2234183" y="0"/>
                </a:lnTo>
                <a:close/>
              </a:path>
            </a:pathLst>
          </a:custGeom>
          <a:solidFill>
            <a:srgbClr val="E21C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1"/>
          <p:cNvSpPr/>
          <p:nvPr/>
        </p:nvSpPr>
        <p:spPr>
          <a:xfrm>
            <a:off x="2084832" y="6550152"/>
            <a:ext cx="2581910" cy="48895"/>
          </a:xfrm>
          <a:custGeom>
            <a:rect b="b" l="l" r="r" t="t"/>
            <a:pathLst>
              <a:path extrusionOk="0" h="48895" w="2581910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1"/>
          <p:cNvSpPr/>
          <p:nvPr/>
        </p:nvSpPr>
        <p:spPr>
          <a:xfrm>
            <a:off x="4495800" y="6553200"/>
            <a:ext cx="2329180" cy="45720"/>
          </a:xfrm>
          <a:custGeom>
            <a:rect b="b" l="l" r="r" t="t"/>
            <a:pathLst>
              <a:path extrusionOk="0" h="45720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1"/>
          <p:cNvSpPr/>
          <p:nvPr/>
        </p:nvSpPr>
        <p:spPr>
          <a:xfrm>
            <a:off x="2133600" y="6553200"/>
            <a:ext cx="2362200" cy="45720"/>
          </a:xfrm>
          <a:custGeom>
            <a:rect b="b" l="l" r="r" t="t"/>
            <a:pathLst>
              <a:path extrusionOk="0" h="45720" w="236220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1"/>
          <p:cNvSpPr/>
          <p:nvPr/>
        </p:nvSpPr>
        <p:spPr>
          <a:xfrm>
            <a:off x="6815328" y="6553200"/>
            <a:ext cx="2329180" cy="45720"/>
          </a:xfrm>
          <a:custGeom>
            <a:rect b="b" l="l" r="r" t="t"/>
            <a:pathLst>
              <a:path extrusionOk="0" h="45720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1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9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9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2"/>
          <p:cNvSpPr/>
          <p:nvPr/>
        </p:nvSpPr>
        <p:spPr>
          <a:xfrm>
            <a:off x="4629911" y="6550152"/>
            <a:ext cx="2329180" cy="48895"/>
          </a:xfrm>
          <a:custGeom>
            <a:rect b="b" l="l" r="r" t="t"/>
            <a:pathLst>
              <a:path extrusionOk="0" h="48895" w="2329179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2"/>
          <p:cNvSpPr/>
          <p:nvPr/>
        </p:nvSpPr>
        <p:spPr>
          <a:xfrm>
            <a:off x="6909816" y="6550152"/>
            <a:ext cx="2234565" cy="45720"/>
          </a:xfrm>
          <a:custGeom>
            <a:rect b="b" l="l" r="r" t="t"/>
            <a:pathLst>
              <a:path extrusionOk="0" h="45720" w="2234565">
                <a:moveTo>
                  <a:pt x="2234183" y="0"/>
                </a:moveTo>
                <a:lnTo>
                  <a:pt x="0" y="0"/>
                </a:lnTo>
                <a:lnTo>
                  <a:pt x="0" y="45720"/>
                </a:lnTo>
                <a:lnTo>
                  <a:pt x="2234183" y="45720"/>
                </a:lnTo>
                <a:lnTo>
                  <a:pt x="2234183" y="0"/>
                </a:lnTo>
                <a:close/>
              </a:path>
            </a:pathLst>
          </a:custGeom>
          <a:solidFill>
            <a:srgbClr val="E21C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2"/>
          <p:cNvSpPr/>
          <p:nvPr/>
        </p:nvSpPr>
        <p:spPr>
          <a:xfrm>
            <a:off x="2084832" y="6550152"/>
            <a:ext cx="2581910" cy="48895"/>
          </a:xfrm>
          <a:custGeom>
            <a:rect b="b" l="l" r="r" t="t"/>
            <a:pathLst>
              <a:path extrusionOk="0" h="48895" w="2581910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2"/>
          <p:cNvSpPr/>
          <p:nvPr/>
        </p:nvSpPr>
        <p:spPr>
          <a:xfrm>
            <a:off x="4495800" y="6553200"/>
            <a:ext cx="2329180" cy="45720"/>
          </a:xfrm>
          <a:custGeom>
            <a:rect b="b" l="l" r="r" t="t"/>
            <a:pathLst>
              <a:path extrusionOk="0" h="45720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2"/>
          <p:cNvSpPr/>
          <p:nvPr/>
        </p:nvSpPr>
        <p:spPr>
          <a:xfrm>
            <a:off x="2133600" y="6553200"/>
            <a:ext cx="2362200" cy="45720"/>
          </a:xfrm>
          <a:custGeom>
            <a:rect b="b" l="l" r="r" t="t"/>
            <a:pathLst>
              <a:path extrusionOk="0" h="45720" w="236220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2"/>
          <p:cNvSpPr/>
          <p:nvPr/>
        </p:nvSpPr>
        <p:spPr>
          <a:xfrm>
            <a:off x="6815328" y="6553200"/>
            <a:ext cx="2329180" cy="45720"/>
          </a:xfrm>
          <a:custGeom>
            <a:rect b="b" l="l" r="r" t="t"/>
            <a:pathLst>
              <a:path extrusionOk="0" h="45720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2"/>
          <p:cNvSpPr txBox="1"/>
          <p:nvPr>
            <p:ph type="title"/>
          </p:nvPr>
        </p:nvSpPr>
        <p:spPr>
          <a:xfrm>
            <a:off x="383540" y="202057"/>
            <a:ext cx="8376919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92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9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9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3"/>
          <p:cNvSpPr txBox="1"/>
          <p:nvPr>
            <p:ph type="ctrTitle"/>
          </p:nvPr>
        </p:nvSpPr>
        <p:spPr>
          <a:xfrm>
            <a:off x="383540" y="543509"/>
            <a:ext cx="8376919" cy="39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93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93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9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9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9"/>
          <p:cNvSpPr txBox="1"/>
          <p:nvPr>
            <p:ph type="title"/>
          </p:nvPr>
        </p:nvSpPr>
        <p:spPr>
          <a:xfrm>
            <a:off x="383540" y="202057"/>
            <a:ext cx="8376919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09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09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09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0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2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jpg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3352680"/>
            <a:ext cx="8686440" cy="274284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/>
          <p:nvPr/>
        </p:nvSpPr>
        <p:spPr>
          <a:xfrm>
            <a:off x="2895480" y="6095880"/>
            <a:ext cx="2895120" cy="7596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0" y="6095880"/>
            <a:ext cx="2895120" cy="7596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/>
          <p:nvPr/>
        </p:nvSpPr>
        <p:spPr>
          <a:xfrm>
            <a:off x="5791320" y="6095880"/>
            <a:ext cx="2895120" cy="759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/>
          <p:nvPr>
            <p:ph idx="1" type="body"/>
          </p:nvPr>
        </p:nvSpPr>
        <p:spPr>
          <a:xfrm>
            <a:off x="2514600" y="5410080"/>
            <a:ext cx="6019560" cy="533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type="title"/>
          </p:nvPr>
        </p:nvSpPr>
        <p:spPr>
          <a:xfrm>
            <a:off x="2514600" y="3809880"/>
            <a:ext cx="6019560" cy="152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" name="Google Shape;16;p12"/>
          <p:cNvPicPr preferRelativeResize="0"/>
          <p:nvPr/>
        </p:nvPicPr>
        <p:blipFill rotWithShape="1">
          <a:blip r:embed="rId2">
            <a:alphaModFix/>
          </a:blip>
          <a:srcRect b="28589" l="0" r="0" t="0"/>
          <a:stretch/>
        </p:blipFill>
        <p:spPr>
          <a:xfrm>
            <a:off x="76320" y="3352680"/>
            <a:ext cx="2057040" cy="1979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/>
          <p:nvPr/>
        </p:nvSpPr>
        <p:spPr>
          <a:xfrm>
            <a:off x="-76320" y="5257800"/>
            <a:ext cx="2209320" cy="5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IN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IN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152280" y="5666760"/>
            <a:ext cx="1904760" cy="276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7"/>
          <p:cNvSpPr/>
          <p:nvPr/>
        </p:nvSpPr>
        <p:spPr>
          <a:xfrm>
            <a:off x="3276720" y="6596280"/>
            <a:ext cx="5866920" cy="261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87"/>
          <p:cNvPicPr preferRelativeResize="0"/>
          <p:nvPr/>
        </p:nvPicPr>
        <p:blipFill rotWithShape="1">
          <a:blip r:embed="rId1">
            <a:alphaModFix/>
          </a:blip>
          <a:srcRect b="5315" l="1916" r="0" t="0"/>
          <a:stretch/>
        </p:blipFill>
        <p:spPr>
          <a:xfrm>
            <a:off x="6629400" y="0"/>
            <a:ext cx="2192760" cy="6922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87"/>
          <p:cNvGrpSpPr/>
          <p:nvPr/>
        </p:nvGrpSpPr>
        <p:grpSpPr>
          <a:xfrm>
            <a:off x="2133720" y="6553080"/>
            <a:ext cx="7009920" cy="45360"/>
            <a:chOff x="2133720" y="6553080"/>
            <a:chExt cx="7009920" cy="45360"/>
          </a:xfrm>
        </p:grpSpPr>
        <p:sp>
          <p:nvSpPr>
            <p:cNvPr id="71" name="Google Shape;71;p87"/>
            <p:cNvSpPr/>
            <p:nvPr/>
          </p:nvSpPr>
          <p:spPr>
            <a:xfrm>
              <a:off x="4495680" y="6553080"/>
              <a:ext cx="2328120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7"/>
            <p:cNvSpPr/>
            <p:nvPr/>
          </p:nvSpPr>
          <p:spPr>
            <a:xfrm>
              <a:off x="2133720" y="6553080"/>
              <a:ext cx="2361960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7"/>
            <p:cNvSpPr/>
            <p:nvPr/>
          </p:nvSpPr>
          <p:spPr>
            <a:xfrm>
              <a:off x="6815520" y="6553080"/>
              <a:ext cx="2328120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87"/>
          <p:cNvGrpSpPr/>
          <p:nvPr/>
        </p:nvGrpSpPr>
        <p:grpSpPr>
          <a:xfrm>
            <a:off x="0" y="1295280"/>
            <a:ext cx="7009920" cy="45360"/>
            <a:chOff x="0" y="1295280"/>
            <a:chExt cx="7009920" cy="45360"/>
          </a:xfrm>
        </p:grpSpPr>
        <p:sp>
          <p:nvSpPr>
            <p:cNvPr id="75" name="Google Shape;75;p87"/>
            <p:cNvSpPr/>
            <p:nvPr/>
          </p:nvSpPr>
          <p:spPr>
            <a:xfrm>
              <a:off x="2362320" y="1295280"/>
              <a:ext cx="2328120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7"/>
            <p:cNvSpPr/>
            <p:nvPr/>
          </p:nvSpPr>
          <p:spPr>
            <a:xfrm>
              <a:off x="0" y="1295280"/>
              <a:ext cx="2361960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7"/>
            <p:cNvSpPr/>
            <p:nvPr/>
          </p:nvSpPr>
          <p:spPr>
            <a:xfrm>
              <a:off x="4681800" y="1295280"/>
              <a:ext cx="2328120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87"/>
          <p:cNvSpPr txBox="1"/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87"/>
          <p:cNvSpPr txBox="1"/>
          <p:nvPr>
            <p:ph idx="1" type="body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87"/>
          <p:cNvSpPr txBox="1"/>
          <p:nvPr>
            <p:ph idx="12" type="sldNum"/>
          </p:nvPr>
        </p:nvSpPr>
        <p:spPr>
          <a:xfrm>
            <a:off x="8532360" y="6237360"/>
            <a:ext cx="61128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9"/>
          <p:cNvSpPr/>
          <p:nvPr/>
        </p:nvSpPr>
        <p:spPr>
          <a:xfrm>
            <a:off x="4629911" y="6550152"/>
            <a:ext cx="2329180" cy="48895"/>
          </a:xfrm>
          <a:custGeom>
            <a:rect b="b" l="l" r="r" t="t"/>
            <a:pathLst>
              <a:path extrusionOk="0" h="48895" w="2329179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9"/>
          <p:cNvSpPr/>
          <p:nvPr/>
        </p:nvSpPr>
        <p:spPr>
          <a:xfrm>
            <a:off x="6909816" y="6550152"/>
            <a:ext cx="2234565" cy="45720"/>
          </a:xfrm>
          <a:custGeom>
            <a:rect b="b" l="l" r="r" t="t"/>
            <a:pathLst>
              <a:path extrusionOk="0" h="45720" w="2234565">
                <a:moveTo>
                  <a:pt x="2234183" y="0"/>
                </a:moveTo>
                <a:lnTo>
                  <a:pt x="0" y="0"/>
                </a:lnTo>
                <a:lnTo>
                  <a:pt x="0" y="45720"/>
                </a:lnTo>
                <a:lnTo>
                  <a:pt x="2234183" y="45720"/>
                </a:lnTo>
                <a:lnTo>
                  <a:pt x="2234183" y="0"/>
                </a:lnTo>
                <a:close/>
              </a:path>
            </a:pathLst>
          </a:custGeom>
          <a:solidFill>
            <a:srgbClr val="E21C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9"/>
          <p:cNvSpPr/>
          <p:nvPr/>
        </p:nvSpPr>
        <p:spPr>
          <a:xfrm>
            <a:off x="2084832" y="6550152"/>
            <a:ext cx="2581910" cy="48895"/>
          </a:xfrm>
          <a:custGeom>
            <a:rect b="b" l="l" r="r" t="t"/>
            <a:pathLst>
              <a:path extrusionOk="0" h="48895" w="2581910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9"/>
          <p:cNvSpPr/>
          <p:nvPr/>
        </p:nvSpPr>
        <p:spPr>
          <a:xfrm>
            <a:off x="4495800" y="6553200"/>
            <a:ext cx="2329180" cy="45720"/>
          </a:xfrm>
          <a:custGeom>
            <a:rect b="b" l="l" r="r" t="t"/>
            <a:pathLst>
              <a:path extrusionOk="0" h="45720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9"/>
          <p:cNvSpPr/>
          <p:nvPr/>
        </p:nvSpPr>
        <p:spPr>
          <a:xfrm>
            <a:off x="2133600" y="6553200"/>
            <a:ext cx="2362200" cy="45720"/>
          </a:xfrm>
          <a:custGeom>
            <a:rect b="b" l="l" r="r" t="t"/>
            <a:pathLst>
              <a:path extrusionOk="0" h="45720" w="236220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9"/>
          <p:cNvSpPr/>
          <p:nvPr/>
        </p:nvSpPr>
        <p:spPr>
          <a:xfrm>
            <a:off x="6815328" y="6553200"/>
            <a:ext cx="2329180" cy="45720"/>
          </a:xfrm>
          <a:custGeom>
            <a:rect b="b" l="l" r="r" t="t"/>
            <a:pathLst>
              <a:path extrusionOk="0" h="45720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8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9"/>
          <p:cNvSpPr/>
          <p:nvPr/>
        </p:nvSpPr>
        <p:spPr>
          <a:xfrm>
            <a:off x="2362200" y="1295400"/>
            <a:ext cx="2329180" cy="45720"/>
          </a:xfrm>
          <a:custGeom>
            <a:rect b="b" l="l" r="r" t="t"/>
            <a:pathLst>
              <a:path extrusionOk="0" h="45719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9"/>
          <p:cNvSpPr/>
          <p:nvPr/>
        </p:nvSpPr>
        <p:spPr>
          <a:xfrm>
            <a:off x="0" y="1295400"/>
            <a:ext cx="2362200" cy="45720"/>
          </a:xfrm>
          <a:custGeom>
            <a:rect b="b" l="l" r="r" t="t"/>
            <a:pathLst>
              <a:path extrusionOk="0" h="45719" w="236220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9"/>
          <p:cNvSpPr/>
          <p:nvPr/>
        </p:nvSpPr>
        <p:spPr>
          <a:xfrm>
            <a:off x="4681728" y="1295400"/>
            <a:ext cx="2329180" cy="45720"/>
          </a:xfrm>
          <a:custGeom>
            <a:rect b="b" l="l" r="r" t="t"/>
            <a:pathLst>
              <a:path extrusionOk="0" h="45719" w="232917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9"/>
          <p:cNvSpPr txBox="1"/>
          <p:nvPr>
            <p:ph type="title"/>
          </p:nvPr>
        </p:nvSpPr>
        <p:spPr>
          <a:xfrm>
            <a:off x="383540" y="202057"/>
            <a:ext cx="8376919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0" name="Google Shape;200;p89"/>
          <p:cNvSpPr txBox="1"/>
          <p:nvPr>
            <p:ph idx="1" type="body"/>
          </p:nvPr>
        </p:nvSpPr>
        <p:spPr>
          <a:xfrm>
            <a:off x="292608" y="1868551"/>
            <a:ext cx="6590030" cy="3067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89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8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8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2"/>
    <p:sldLayoutId id="2147483680" r:id="rId3"/>
    <p:sldLayoutId id="2147483681" r:id="rId4"/>
    <p:sldLayoutId id="2147483682" r:id="rId5"/>
    <p:sldLayoutId id="214748368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4.jpg"/><Relationship Id="rId5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8.jpg"/><Relationship Id="rId5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jpg"/><Relationship Id="rId4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Relationship Id="rId4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jpg"/><Relationship Id="rId4" Type="http://schemas.openxmlformats.org/officeDocument/2006/relationships/image" Target="../media/image36.jpg"/><Relationship Id="rId5" Type="http://schemas.openxmlformats.org/officeDocument/2006/relationships/image" Target="../media/image15.jpg"/><Relationship Id="rId6" Type="http://schemas.openxmlformats.org/officeDocument/2006/relationships/image" Target="../media/image2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jpg"/><Relationship Id="rId4" Type="http://schemas.openxmlformats.org/officeDocument/2006/relationships/image" Target="../media/image3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jpg"/><Relationship Id="rId4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jpg"/><Relationship Id="rId4" Type="http://schemas.openxmlformats.org/officeDocument/2006/relationships/image" Target="../media/image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jpg"/><Relationship Id="rId4" Type="http://schemas.openxmlformats.org/officeDocument/2006/relationships/image" Target="../media/image3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jpg"/><Relationship Id="rId4" Type="http://schemas.openxmlformats.org/officeDocument/2006/relationships/image" Target="../media/image3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jpg"/><Relationship Id="rId4" Type="http://schemas.openxmlformats.org/officeDocument/2006/relationships/image" Target="../media/image2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arxiv.org/abs/1912.04958" TargetMode="External"/><Relationship Id="rId4" Type="http://schemas.openxmlformats.org/officeDocument/2006/relationships/hyperlink" Target="https://arxiv.org/abs/1912.04958" TargetMode="External"/><Relationship Id="rId5" Type="http://schemas.openxmlformats.org/officeDocument/2006/relationships/hyperlink" Target="https://thispersondoesnotexist.com/" TargetMode="External"/><Relationship Id="rId6" Type="http://schemas.openxmlformats.org/officeDocument/2006/relationships/image" Target="../media/image3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jpg"/><Relationship Id="rId4" Type="http://schemas.openxmlformats.org/officeDocument/2006/relationships/image" Target="../media/image29.jpg"/><Relationship Id="rId5" Type="http://schemas.openxmlformats.org/officeDocument/2006/relationships/image" Target="../media/image28.jpg"/><Relationship Id="rId6" Type="http://schemas.openxmlformats.org/officeDocument/2006/relationships/hyperlink" Target="https://deepmind.com/blog/article/EigenGame" TargetMode="External"/><Relationship Id="rId7" Type="http://schemas.openxmlformats.org/officeDocument/2006/relationships/hyperlink" Target="https://openreview.net/forum?id=NzTU59SYbNq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jpg"/><Relationship Id="rId4" Type="http://schemas.openxmlformats.org/officeDocument/2006/relationships/image" Target="../media/image32.jpg"/><Relationship Id="rId5" Type="http://schemas.openxmlformats.org/officeDocument/2006/relationships/hyperlink" Target="https://deepmind.com/blog/article/EigenGame" TargetMode="External"/><Relationship Id="rId6" Type="http://schemas.openxmlformats.org/officeDocument/2006/relationships/hyperlink" Target="https://openreview.net/forum?id=NzTU59SYbNq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"/>
          <p:cNvSpPr txBox="1"/>
          <p:nvPr/>
        </p:nvSpPr>
        <p:spPr>
          <a:xfrm>
            <a:off x="800100" y="3625685"/>
            <a:ext cx="7875900" cy="399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Artificial &amp; Computational Intelligence</a:t>
            </a:r>
            <a:br>
              <a:rPr b="0" i="0" lang="en-I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4104000" y="5109196"/>
            <a:ext cx="4572000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473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47320" rtl="0" algn="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Faculty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47320" rtl="0" algn="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BITS Email ID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 txBox="1"/>
          <p:nvPr/>
        </p:nvSpPr>
        <p:spPr>
          <a:xfrm>
            <a:off x="1940471" y="3768667"/>
            <a:ext cx="6497852" cy="130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Calibri"/>
              <a:buNone/>
            </a:pPr>
            <a:r>
              <a:rPr b="1" i="0" lang="en-IN" sz="24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AIMLCZG557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Contributors &amp; Designers of document content : Cluster Course Faculty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M3 : Game Playing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"/>
          <p:cNvSpPr txBox="1"/>
          <p:nvPr>
            <p:ph idx="4294967295" type="title"/>
          </p:nvPr>
        </p:nvSpPr>
        <p:spPr>
          <a:xfrm>
            <a:off x="254876" y="819070"/>
            <a:ext cx="5944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and Computational Intelligence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"/>
          <p:cNvSpPr txBox="1"/>
          <p:nvPr/>
        </p:nvSpPr>
        <p:spPr>
          <a:xfrm>
            <a:off x="254876" y="2483529"/>
            <a:ext cx="8699938" cy="473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575">
            <a:spAutoFit/>
          </a:bodyPr>
          <a:lstStyle/>
          <a:p>
            <a:pPr indent="-285750" lvl="0" marL="306030" marR="2932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 content for these slides may have been obtained from prescribed books and various other  source on the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0603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hereby acknowledge all the contributors for their material and inputs and gratefully acknowledge people others who made their course materials freely available online.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0603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.I have provided source information wherever necessary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6506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This is not a full fledged reading materials. Students are requested to refer to the textbook w.r.t detailed content of the presentation deck that is expected to be shared over e-learning portal - taxilla.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6506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 have added and modified the content to suit the requirements of the class dynamics &amp; live session’s lecture delivery flow for presentation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7746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I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IN" sz="16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From BITS Pilani WILP</a:t>
            </a:r>
            <a:r>
              <a:rPr b="1" i="0" lang="en-I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I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Prof.Raja vadhana, Prof. Indumathi, Prof.Sangeetha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IN" sz="16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From BITS Oncampus &amp; External :</a:t>
            </a:r>
            <a:r>
              <a:rPr b="0" i="0" lang="en-I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Mr.Santosh GSK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77468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"/>
          <p:cNvSpPr txBox="1"/>
          <p:nvPr/>
        </p:nvSpPr>
        <p:spPr>
          <a:xfrm>
            <a:off x="3085278" y="1396330"/>
            <a:ext cx="3804253" cy="284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50">
            <a:spAutoFit/>
          </a:bodyPr>
          <a:lstStyle/>
          <a:p>
            <a:pPr indent="0" lvl="0" marL="630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010" y="1680970"/>
            <a:ext cx="812314" cy="652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3" name="Google Shape;263;p4"/>
          <p:cNvGraphicFramePr/>
          <p:nvPr/>
        </p:nvGraphicFramePr>
        <p:xfrm>
          <a:off x="457200" y="1324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{BB46B7AD-4798-4F92-8FF9-2E7626190325}</a:tableStyleId>
              </a:tblPr>
              <a:tblGrid>
                <a:gridCol w="609600"/>
                <a:gridCol w="6934200"/>
              </a:tblGrid>
              <a:tr h="46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Introduction to AI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Solving Agent using Search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Game Playing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Representation using Logics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Probabilistic Representation and Reasoning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Reasoning over time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M7 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Ethics in AI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34925" marR="34925" marL="3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4"/>
          <p:cNvSpPr txBox="1"/>
          <p:nvPr>
            <p:ph idx="2" type="body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Course Plan</a:t>
            </a:r>
            <a:endParaRPr/>
          </a:p>
        </p:txBody>
      </p:sp>
      <p:sp>
        <p:nvSpPr>
          <p:cNvPr id="265" name="Google Shape;265;p4"/>
          <p:cNvSpPr/>
          <p:nvPr/>
        </p:nvSpPr>
        <p:spPr>
          <a:xfrm>
            <a:off x="304800" y="2270346"/>
            <a:ext cx="6553200" cy="481263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"/>
          <p:cNvSpPr txBox="1"/>
          <p:nvPr/>
        </p:nvSpPr>
        <p:spPr>
          <a:xfrm>
            <a:off x="269240" y="1559404"/>
            <a:ext cx="6736315" cy="1097736"/>
          </a:xfrm>
          <a:prstGeom prst="rect">
            <a:avLst/>
          </a:pr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03200">
            <a:spAutoFit/>
          </a:bodyPr>
          <a:lstStyle/>
          <a:p>
            <a:pPr indent="-345440" lvl="0" marL="434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800"/>
              <a:buFont typeface="Arial"/>
              <a:buAutoNum type="alphaU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Min-max Algorithm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8605" lvl="0" marL="35750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Alpha-Beta Pruning</a:t>
            </a:r>
            <a:endParaRPr/>
          </a:p>
        </p:txBody>
      </p:sp>
      <p:sp>
        <p:nvSpPr>
          <p:cNvPr id="271" name="Google Shape;271;p6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269240" y="2843276"/>
            <a:ext cx="401827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Making imperfect real time decisions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 txBox="1"/>
          <p:nvPr>
            <p:ph type="title"/>
          </p:nvPr>
        </p:nvSpPr>
        <p:spPr>
          <a:xfrm>
            <a:off x="383540" y="543509"/>
            <a:ext cx="521144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Module 3 : Searching to play games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"/>
          <p:cNvSpPr txBox="1"/>
          <p:nvPr>
            <p:ph type="title"/>
          </p:nvPr>
        </p:nvSpPr>
        <p:spPr>
          <a:xfrm>
            <a:off x="383540" y="543509"/>
            <a:ext cx="239077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Learning Objective</a:t>
            </a:r>
            <a:endParaRPr/>
          </a:p>
        </p:txBody>
      </p:sp>
      <p:sp>
        <p:nvSpPr>
          <p:cNvPr id="279" name="Google Shape;279;p7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383540" y="1521714"/>
            <a:ext cx="7650480" cy="3898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end of this class , students Should be able to: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Convert a given problem into adversarial search problem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Clr>
                <a:srgbClr val="0F114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Formulate the problem solving agent components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Clr>
                <a:srgbClr val="0F114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Design static evaluation function value for a problem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Clr>
                <a:srgbClr val="0F114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Construct a Game tree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Clr>
                <a:srgbClr val="0F114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Apply Min-Max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Clr>
                <a:srgbClr val="0F114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Apply and list nodes pruned by alpha pruning and nodes pruned by beta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687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6F2F9F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pruning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8"/>
          <p:cNvGrpSpPr/>
          <p:nvPr/>
        </p:nvGrpSpPr>
        <p:grpSpPr>
          <a:xfrm>
            <a:off x="2133600" y="6553200"/>
            <a:ext cx="7010908" cy="45720"/>
            <a:chOff x="2133600" y="6553200"/>
            <a:chExt cx="7010908" cy="45720"/>
          </a:xfrm>
        </p:grpSpPr>
        <p:sp>
          <p:nvSpPr>
            <p:cNvPr id="286" name="Google Shape;286;p8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8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290" name="Google Shape;290;p8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6" name="Google Shape;2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8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298" name="Google Shape;298;p8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6909816" y="6550152"/>
              <a:ext cx="2234565" cy="45720"/>
            </a:xfrm>
            <a:custGeom>
              <a:rect b="b" l="l" r="r" t="t"/>
              <a:pathLst>
                <a:path extrusionOk="0" h="45720" w="2234565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2084832" y="6550152"/>
              <a:ext cx="2581910" cy="48895"/>
            </a:xfrm>
            <a:custGeom>
              <a:rect b="b" l="l" r="r" t="t"/>
              <a:pathLst>
                <a:path extrusionOk="0" h="48895" w="2581910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8"/>
          <p:cNvSpPr txBox="1"/>
          <p:nvPr>
            <p:ph type="title"/>
          </p:nvPr>
        </p:nvSpPr>
        <p:spPr>
          <a:xfrm>
            <a:off x="383540" y="544779"/>
            <a:ext cx="238887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Task Environment</a:t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2213229" y="1542669"/>
            <a:ext cx="5539740" cy="1946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Phases of Solution Search by PSA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565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Assumptions – Environment 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56535" marR="10502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Static	(4.5)  </a:t>
            </a:r>
            <a:r>
              <a:rPr b="1" i="0" lang="en-I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Observable  </a:t>
            </a:r>
            <a:r>
              <a:rPr b="1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Discrete (4.4)  Deterministic  </a:t>
            </a:r>
            <a:r>
              <a:rPr b="1" i="0" lang="en-I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Number of Agents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595" y="2147769"/>
            <a:ext cx="4071996" cy="362110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>
            <p:ph type="title"/>
          </p:nvPr>
        </p:nvSpPr>
        <p:spPr>
          <a:xfrm>
            <a:off x="383540" y="543509"/>
            <a:ext cx="218186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Game Problem</a:t>
            </a:r>
            <a:endParaRPr/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3634473"/>
            <a:ext cx="1790601" cy="1359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4888" y="2209800"/>
            <a:ext cx="1938527" cy="109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3888" y="3630167"/>
            <a:ext cx="2319528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9"/>
          <p:cNvSpPr txBox="1"/>
          <p:nvPr/>
        </p:nvSpPr>
        <p:spPr>
          <a:xfrm>
            <a:off x="378053" y="1313510"/>
            <a:ext cx="8473440" cy="4420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 &amp; design of games enables the computers to model ways in which humans think &amp;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 hence simulating human intelligence.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for Gaming: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Interesting &amp; Challenging Problem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Search Space Vs Smaller Solutions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Explore to better the Human Computer Interaction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Characteristics of Games: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Stochasticity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19444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granularity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 of players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9444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Adversarial Games: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1666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Goals of agents are in conflict where one’s optimized step would reduce the utility value of  the other.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 txBox="1"/>
          <p:nvPr/>
        </p:nvSpPr>
        <p:spPr>
          <a:xfrm>
            <a:off x="4582414" y="6629501"/>
            <a:ext cx="4478020" cy="19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11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324" name="Google Shape;324;p11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6906767" y="6550152"/>
              <a:ext cx="2237740" cy="45720"/>
            </a:xfrm>
            <a:custGeom>
              <a:rect b="b" l="l" r="r" t="t"/>
              <a:pathLst>
                <a:path extrusionOk="0" h="45720" w="2237740">
                  <a:moveTo>
                    <a:pt x="22372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7231" y="45720"/>
                  </a:lnTo>
                  <a:lnTo>
                    <a:pt x="2237231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084832" y="6550152"/>
              <a:ext cx="2578735" cy="48895"/>
            </a:xfrm>
            <a:custGeom>
              <a:rect b="b" l="l" r="r" t="t"/>
              <a:pathLst>
                <a:path extrusionOk="0" h="48895" w="2578735">
                  <a:moveTo>
                    <a:pt x="2578608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78608" y="48768"/>
                  </a:lnTo>
                  <a:lnTo>
                    <a:pt x="2578608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0" name="Google Shape;3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1511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11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332" name="Google Shape;332;p11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1"/>
          <p:cNvSpPr txBox="1"/>
          <p:nvPr/>
        </p:nvSpPr>
        <p:spPr>
          <a:xfrm>
            <a:off x="673404" y="3309315"/>
            <a:ext cx="3212465" cy="107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rgbClr val="6F2F9F"/>
                </a:solidFill>
                <a:latin typeface="Calibri"/>
                <a:ea typeface="Calibri"/>
                <a:cs typeface="Calibri"/>
                <a:sym typeface="Calibri"/>
              </a:rPr>
              <a:t>Single Player Game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6F2F9F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6F2F9F"/>
                </a:solidFill>
                <a:latin typeface="Calibri"/>
                <a:ea typeface="Calibri"/>
                <a:cs typeface="Calibri"/>
                <a:sym typeface="Calibri"/>
              </a:rPr>
              <a:t>as Constraint Satisfaction Problem  An Overview - Sudoku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6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341" name="Google Shape;341;p16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6909816" y="6550152"/>
              <a:ext cx="2234565" cy="45720"/>
            </a:xfrm>
            <a:custGeom>
              <a:rect b="b" l="l" r="r" t="t"/>
              <a:pathLst>
                <a:path extrusionOk="0" h="45720" w="2234565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2084832" y="6550152"/>
              <a:ext cx="2581910" cy="48895"/>
            </a:xfrm>
            <a:custGeom>
              <a:rect b="b" l="l" r="r" t="t"/>
              <a:pathLst>
                <a:path extrusionOk="0" h="48895" w="2581910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7" name="Google Shape;3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16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349" name="Google Shape;349;p16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6"/>
          <p:cNvSpPr txBox="1"/>
          <p:nvPr/>
        </p:nvSpPr>
        <p:spPr>
          <a:xfrm>
            <a:off x="383540" y="1458083"/>
            <a:ext cx="4969510" cy="397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variables = 81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6134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–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for each square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6134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–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{A1, A2, A3, ..., A9, B1, B2, …}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t/>
            </a:r>
            <a:endParaRPr b="0" i="0" sz="2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Empty Squares has {1, 2, 3, 4, 5, 6, 7, 8, 9}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—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Filled Squares has only one value as provided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Calibri"/>
              <a:buNone/>
            </a:pPr>
            <a:r>
              <a:t/>
            </a:r>
            <a:endParaRPr b="0" i="0" sz="2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—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A1 – A9 should all be distinct, …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—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A1 – I1 should all be distinct, …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—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A1-3, B1-3, C1-3 should all be distinct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 txBox="1"/>
          <p:nvPr>
            <p:ph type="title"/>
          </p:nvPr>
        </p:nvSpPr>
        <p:spPr>
          <a:xfrm>
            <a:off x="383556" y="522175"/>
            <a:ext cx="3917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Problem Formulation</a:t>
            </a:r>
            <a:endParaRPr/>
          </a:p>
        </p:txBody>
      </p:sp>
      <p:pic>
        <p:nvPicPr>
          <p:cNvPr id="354" name="Google Shape;3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090" y="1612096"/>
            <a:ext cx="3475253" cy="345935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6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 txBox="1"/>
          <p:nvPr>
            <p:ph type="title"/>
          </p:nvPr>
        </p:nvSpPr>
        <p:spPr>
          <a:xfrm>
            <a:off x="383540" y="543509"/>
            <a:ext cx="387667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Games as Search Problem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368300" y="1316558"/>
            <a:ext cx="2889250" cy="2221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PSA : Representation of Game: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marR="234950" rtl="0" algn="l">
              <a:lnSpc>
                <a:spcPct val="998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 STATE: S0  PLAYER(s)  ACTIONS(s)  RESULT(s, a)  TERMINAL-TEST(s)  UTILITY(s, p)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Eg., Tic Tac Toe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8623" y="1219200"/>
            <a:ext cx="5638800" cy="503224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7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42"/>
          <p:cNvGrpSpPr/>
          <p:nvPr/>
        </p:nvGrpSpPr>
        <p:grpSpPr>
          <a:xfrm>
            <a:off x="-73525" y="1090238"/>
            <a:ext cx="9291028" cy="5303647"/>
            <a:chOff x="0" y="1295400"/>
            <a:chExt cx="9291028" cy="5303647"/>
          </a:xfrm>
        </p:grpSpPr>
        <p:sp>
          <p:nvSpPr>
            <p:cNvPr id="369" name="Google Shape;369;p42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6909816" y="6550152"/>
              <a:ext cx="2234565" cy="45720"/>
            </a:xfrm>
            <a:custGeom>
              <a:rect b="b" l="l" r="r" t="t"/>
              <a:pathLst>
                <a:path extrusionOk="0" h="45720" w="2234565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42"/>
            <p:cNvSpPr/>
            <p:nvPr/>
          </p:nvSpPr>
          <p:spPr>
            <a:xfrm>
              <a:off x="2084832" y="6550152"/>
              <a:ext cx="2581910" cy="48895"/>
            </a:xfrm>
            <a:custGeom>
              <a:rect b="b" l="l" r="r" t="t"/>
              <a:pathLst>
                <a:path extrusionOk="0" h="48895" w="2581910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42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42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42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42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42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42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8" name="Google Shape;378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14228" y="1318337"/>
              <a:ext cx="4876800" cy="525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42"/>
            <p:cNvSpPr/>
            <p:nvPr/>
          </p:nvSpPr>
          <p:spPr>
            <a:xfrm>
              <a:off x="3962400" y="1981199"/>
              <a:ext cx="762000" cy="3639820"/>
            </a:xfrm>
            <a:custGeom>
              <a:rect b="b" l="l" r="r" t="t"/>
              <a:pathLst>
                <a:path extrusionOk="0" h="3639820" w="762000">
                  <a:moveTo>
                    <a:pt x="609600" y="1447800"/>
                  </a:moveTo>
                  <a:lnTo>
                    <a:pt x="0" y="1447800"/>
                  </a:lnTo>
                  <a:lnTo>
                    <a:pt x="0" y="2057400"/>
                  </a:lnTo>
                  <a:lnTo>
                    <a:pt x="609600" y="2057400"/>
                  </a:lnTo>
                  <a:lnTo>
                    <a:pt x="609600" y="1447800"/>
                  </a:lnTo>
                  <a:close/>
                </a:path>
                <a:path extrusionOk="0" h="3639820" w="762000">
                  <a:moveTo>
                    <a:pt x="762000" y="3029712"/>
                  </a:moveTo>
                  <a:lnTo>
                    <a:pt x="152400" y="3029712"/>
                  </a:lnTo>
                  <a:lnTo>
                    <a:pt x="152400" y="3639312"/>
                  </a:lnTo>
                  <a:lnTo>
                    <a:pt x="762000" y="3639312"/>
                  </a:lnTo>
                  <a:lnTo>
                    <a:pt x="762000" y="3029712"/>
                  </a:lnTo>
                  <a:close/>
                </a:path>
                <a:path extrusionOk="0" h="3639820" w="762000">
                  <a:moveTo>
                    <a:pt x="762000" y="0"/>
                  </a:moveTo>
                  <a:lnTo>
                    <a:pt x="152400" y="0"/>
                  </a:lnTo>
                  <a:lnTo>
                    <a:pt x="152400" y="609600"/>
                  </a:lnTo>
                  <a:lnTo>
                    <a:pt x="762000" y="6096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0" name="Google Shape;38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2"/>
          <p:cNvSpPr txBox="1"/>
          <p:nvPr>
            <p:ph type="title"/>
          </p:nvPr>
        </p:nvSpPr>
        <p:spPr>
          <a:xfrm>
            <a:off x="383553" y="543500"/>
            <a:ext cx="3665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Min-Max Algorithm</a:t>
            </a:r>
            <a:endParaRPr/>
          </a:p>
        </p:txBody>
      </p:sp>
      <p:sp>
        <p:nvSpPr>
          <p:cNvPr id="382" name="Google Shape;382;p42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83" name="Google Shape;383;p42"/>
          <p:cNvSpPr txBox="1"/>
          <p:nvPr/>
        </p:nvSpPr>
        <p:spPr>
          <a:xfrm>
            <a:off x="231140" y="1410080"/>
            <a:ext cx="425450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Idea: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Uses Depth – First search exploration to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decide the move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5120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Player = MAX  Depth m =3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43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390" name="Google Shape;390;p43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43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43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3" name="Google Shape;39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88" y="1447800"/>
            <a:ext cx="4371824" cy="188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954" y="4275092"/>
            <a:ext cx="5184845" cy="212570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3"/>
          <p:cNvSpPr txBox="1"/>
          <p:nvPr/>
        </p:nvSpPr>
        <p:spPr>
          <a:xfrm>
            <a:off x="5872100" y="1926400"/>
            <a:ext cx="3271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Player Game : - 2 Ply Game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3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97" name="Google Shape;397;p43"/>
          <p:cNvSpPr txBox="1"/>
          <p:nvPr/>
        </p:nvSpPr>
        <p:spPr>
          <a:xfrm>
            <a:off x="5872098" y="4396867"/>
            <a:ext cx="1702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Multiplayer Game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44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404" name="Google Shape;404;p44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44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44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44"/>
          <p:cNvSpPr txBox="1"/>
          <p:nvPr>
            <p:ph type="title"/>
          </p:nvPr>
        </p:nvSpPr>
        <p:spPr>
          <a:xfrm>
            <a:off x="383540" y="543509"/>
            <a:ext cx="251904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Min-Max Algorithm</a:t>
            </a:r>
            <a:endParaRPr/>
          </a:p>
        </p:txBody>
      </p:sp>
      <p:pic>
        <p:nvPicPr>
          <p:cNvPr id="408" name="Google Shape;40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477" y="1791482"/>
            <a:ext cx="6631390" cy="335195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4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/>
          <p:nvPr/>
        </p:nvSpPr>
        <p:spPr>
          <a:xfrm>
            <a:off x="359156" y="1320851"/>
            <a:ext cx="2802255" cy="58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Squares represent MAX nodes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Circles represent MIN nodes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5"/>
          <p:cNvSpPr txBox="1"/>
          <p:nvPr>
            <p:ph type="title"/>
          </p:nvPr>
        </p:nvSpPr>
        <p:spPr>
          <a:xfrm>
            <a:off x="383540" y="543509"/>
            <a:ext cx="470535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Min-Max Algorithm – Example -1</a:t>
            </a:r>
            <a:endParaRPr/>
          </a:p>
        </p:txBody>
      </p:sp>
      <p:sp>
        <p:nvSpPr>
          <p:cNvPr id="416" name="Google Shape;416;p45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5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5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5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190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5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31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5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5"/>
          <p:cNvSpPr txBox="1"/>
          <p:nvPr/>
        </p:nvSpPr>
        <p:spPr>
          <a:xfrm>
            <a:off x="6394450" y="2902153"/>
            <a:ext cx="1530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5"/>
          <p:cNvSpPr/>
          <p:nvPr/>
        </p:nvSpPr>
        <p:spPr>
          <a:xfrm>
            <a:off x="676655" y="4721352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5" y="218753"/>
                </a:lnTo>
                <a:lnTo>
                  <a:pt x="17066" y="173629"/>
                </a:lnTo>
                <a:lnTo>
                  <a:pt x="37244" y="132080"/>
                </a:lnTo>
                <a:lnTo>
                  <a:pt x="64158" y="94858"/>
                </a:lnTo>
                <a:lnTo>
                  <a:pt x="97037" y="62716"/>
                </a:lnTo>
                <a:lnTo>
                  <a:pt x="135111" y="36406"/>
                </a:lnTo>
                <a:lnTo>
                  <a:pt x="177609" y="16682"/>
                </a:lnTo>
                <a:lnTo>
                  <a:pt x="223760" y="4296"/>
                </a:lnTo>
                <a:lnTo>
                  <a:pt x="272796" y="0"/>
                </a:lnTo>
                <a:lnTo>
                  <a:pt x="321831" y="4296"/>
                </a:lnTo>
                <a:lnTo>
                  <a:pt x="367982" y="16682"/>
                </a:lnTo>
                <a:lnTo>
                  <a:pt x="410480" y="36406"/>
                </a:lnTo>
                <a:lnTo>
                  <a:pt x="448554" y="62716"/>
                </a:lnTo>
                <a:lnTo>
                  <a:pt x="481433" y="94858"/>
                </a:lnTo>
                <a:lnTo>
                  <a:pt x="508347" y="132080"/>
                </a:lnTo>
                <a:lnTo>
                  <a:pt x="528525" y="173629"/>
                </a:lnTo>
                <a:lnTo>
                  <a:pt x="541196" y="218753"/>
                </a:lnTo>
                <a:lnTo>
                  <a:pt x="545591" y="266700"/>
                </a:lnTo>
                <a:lnTo>
                  <a:pt x="541196" y="314646"/>
                </a:lnTo>
                <a:lnTo>
                  <a:pt x="528525" y="359770"/>
                </a:lnTo>
                <a:lnTo>
                  <a:pt x="508347" y="401320"/>
                </a:lnTo>
                <a:lnTo>
                  <a:pt x="481433" y="438541"/>
                </a:lnTo>
                <a:lnTo>
                  <a:pt x="448554" y="470683"/>
                </a:lnTo>
                <a:lnTo>
                  <a:pt x="410480" y="496993"/>
                </a:lnTo>
                <a:lnTo>
                  <a:pt x="367982" y="516717"/>
                </a:lnTo>
                <a:lnTo>
                  <a:pt x="321831" y="529103"/>
                </a:lnTo>
                <a:lnTo>
                  <a:pt x="272796" y="533400"/>
                </a:lnTo>
                <a:lnTo>
                  <a:pt x="223760" y="529103"/>
                </a:lnTo>
                <a:lnTo>
                  <a:pt x="177609" y="516717"/>
                </a:lnTo>
                <a:lnTo>
                  <a:pt x="135111" y="496993"/>
                </a:lnTo>
                <a:lnTo>
                  <a:pt x="97037" y="470683"/>
                </a:lnTo>
                <a:lnTo>
                  <a:pt x="64158" y="438541"/>
                </a:lnTo>
                <a:lnTo>
                  <a:pt x="37244" y="401320"/>
                </a:lnTo>
                <a:lnTo>
                  <a:pt x="17066" y="359770"/>
                </a:lnTo>
                <a:lnTo>
                  <a:pt x="4395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5"/>
          <p:cNvSpPr txBox="1"/>
          <p:nvPr/>
        </p:nvSpPr>
        <p:spPr>
          <a:xfrm>
            <a:off x="878230" y="4850384"/>
            <a:ext cx="139065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5"/>
          <p:cNvSpPr/>
          <p:nvPr/>
        </p:nvSpPr>
        <p:spPr>
          <a:xfrm>
            <a:off x="2328672" y="2868167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5"/>
          <p:cNvSpPr txBox="1"/>
          <p:nvPr/>
        </p:nvSpPr>
        <p:spPr>
          <a:xfrm>
            <a:off x="2526538" y="2980690"/>
            <a:ext cx="153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5"/>
          <p:cNvSpPr/>
          <p:nvPr/>
        </p:nvSpPr>
        <p:spPr>
          <a:xfrm>
            <a:off x="1664207" y="472440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8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6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4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80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2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4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6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19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5"/>
          <p:cNvSpPr txBox="1"/>
          <p:nvPr/>
        </p:nvSpPr>
        <p:spPr>
          <a:xfrm>
            <a:off x="1860930" y="4837557"/>
            <a:ext cx="153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5"/>
          <p:cNvSpPr/>
          <p:nvPr/>
        </p:nvSpPr>
        <p:spPr>
          <a:xfrm>
            <a:off x="2554223" y="4736591"/>
            <a:ext cx="542925" cy="533400"/>
          </a:xfrm>
          <a:custGeom>
            <a:rect b="b" l="l" r="r" t="t"/>
            <a:pathLst>
              <a:path extrusionOk="0" h="533400" w="542925">
                <a:moveTo>
                  <a:pt x="0" y="266699"/>
                </a:moveTo>
                <a:lnTo>
                  <a:pt x="4369" y="218753"/>
                </a:lnTo>
                <a:lnTo>
                  <a:pt x="16966" y="173629"/>
                </a:lnTo>
                <a:lnTo>
                  <a:pt x="37027" y="132080"/>
                </a:lnTo>
                <a:lnTo>
                  <a:pt x="63786" y="94858"/>
                </a:lnTo>
                <a:lnTo>
                  <a:pt x="96478" y="62716"/>
                </a:lnTo>
                <a:lnTo>
                  <a:pt x="134337" y="36406"/>
                </a:lnTo>
                <a:lnTo>
                  <a:pt x="176600" y="16682"/>
                </a:lnTo>
                <a:lnTo>
                  <a:pt x="222499" y="4296"/>
                </a:lnTo>
                <a:lnTo>
                  <a:pt x="271271" y="0"/>
                </a:lnTo>
                <a:lnTo>
                  <a:pt x="320044" y="4296"/>
                </a:lnTo>
                <a:lnTo>
                  <a:pt x="365943" y="16682"/>
                </a:lnTo>
                <a:lnTo>
                  <a:pt x="408206" y="36406"/>
                </a:lnTo>
                <a:lnTo>
                  <a:pt x="446065" y="62716"/>
                </a:lnTo>
                <a:lnTo>
                  <a:pt x="478757" y="94858"/>
                </a:lnTo>
                <a:lnTo>
                  <a:pt x="505516" y="132080"/>
                </a:lnTo>
                <a:lnTo>
                  <a:pt x="525577" y="173629"/>
                </a:lnTo>
                <a:lnTo>
                  <a:pt x="538174" y="218753"/>
                </a:lnTo>
                <a:lnTo>
                  <a:pt x="542544" y="266699"/>
                </a:lnTo>
                <a:lnTo>
                  <a:pt x="538174" y="314646"/>
                </a:lnTo>
                <a:lnTo>
                  <a:pt x="525577" y="359770"/>
                </a:lnTo>
                <a:lnTo>
                  <a:pt x="505516" y="401319"/>
                </a:lnTo>
                <a:lnTo>
                  <a:pt x="478757" y="438541"/>
                </a:lnTo>
                <a:lnTo>
                  <a:pt x="446065" y="470683"/>
                </a:lnTo>
                <a:lnTo>
                  <a:pt x="408206" y="496993"/>
                </a:lnTo>
                <a:lnTo>
                  <a:pt x="365943" y="516717"/>
                </a:lnTo>
                <a:lnTo>
                  <a:pt x="320044" y="529103"/>
                </a:lnTo>
                <a:lnTo>
                  <a:pt x="271271" y="533399"/>
                </a:lnTo>
                <a:lnTo>
                  <a:pt x="222499" y="529103"/>
                </a:lnTo>
                <a:lnTo>
                  <a:pt x="176600" y="516717"/>
                </a:lnTo>
                <a:lnTo>
                  <a:pt x="134337" y="496993"/>
                </a:lnTo>
                <a:lnTo>
                  <a:pt x="96478" y="470683"/>
                </a:lnTo>
                <a:lnTo>
                  <a:pt x="63786" y="438541"/>
                </a:lnTo>
                <a:lnTo>
                  <a:pt x="37027" y="401319"/>
                </a:lnTo>
                <a:lnTo>
                  <a:pt x="16966" y="359770"/>
                </a:lnTo>
                <a:lnTo>
                  <a:pt x="4369" y="314646"/>
                </a:lnTo>
                <a:lnTo>
                  <a:pt x="0" y="266699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5"/>
          <p:cNvSpPr txBox="1"/>
          <p:nvPr/>
        </p:nvSpPr>
        <p:spPr>
          <a:xfrm>
            <a:off x="2749676" y="4848859"/>
            <a:ext cx="153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5"/>
          <p:cNvSpPr/>
          <p:nvPr/>
        </p:nvSpPr>
        <p:spPr>
          <a:xfrm>
            <a:off x="3715511" y="4721352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6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80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20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4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6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8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5"/>
          <p:cNvSpPr txBox="1"/>
          <p:nvPr/>
        </p:nvSpPr>
        <p:spPr>
          <a:xfrm>
            <a:off x="3962400" y="4792471"/>
            <a:ext cx="508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3904488" y="4975352"/>
            <a:ext cx="17081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5"/>
          <p:cNvSpPr/>
          <p:nvPr/>
        </p:nvSpPr>
        <p:spPr>
          <a:xfrm>
            <a:off x="4788408" y="4736591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699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80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699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4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399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19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699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4985130" y="4848809"/>
            <a:ext cx="1530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5"/>
          <p:cNvSpPr/>
          <p:nvPr/>
        </p:nvSpPr>
        <p:spPr>
          <a:xfrm>
            <a:off x="5812535" y="4733544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699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6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80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699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4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6" y="533399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8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19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699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5"/>
          <p:cNvSpPr txBox="1"/>
          <p:nvPr/>
        </p:nvSpPr>
        <p:spPr>
          <a:xfrm>
            <a:off x="6011036" y="4846396"/>
            <a:ext cx="1530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5"/>
          <p:cNvSpPr/>
          <p:nvPr/>
        </p:nvSpPr>
        <p:spPr>
          <a:xfrm>
            <a:off x="6839711" y="4733544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699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8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6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80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2" y="266699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6" y="533399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8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19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699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5"/>
          <p:cNvSpPr txBox="1"/>
          <p:nvPr/>
        </p:nvSpPr>
        <p:spPr>
          <a:xfrm>
            <a:off x="7037323" y="4846396"/>
            <a:ext cx="1530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5"/>
          <p:cNvSpPr/>
          <p:nvPr/>
        </p:nvSpPr>
        <p:spPr>
          <a:xfrm>
            <a:off x="7915656" y="4733544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699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8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6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80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2" y="266699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6" y="533399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8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19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699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5"/>
          <p:cNvSpPr txBox="1"/>
          <p:nvPr/>
        </p:nvSpPr>
        <p:spPr>
          <a:xfrm>
            <a:off x="8151876" y="4709236"/>
            <a:ext cx="768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5"/>
          <p:cNvSpPr txBox="1"/>
          <p:nvPr/>
        </p:nvSpPr>
        <p:spPr>
          <a:xfrm>
            <a:off x="8127492" y="4984242"/>
            <a:ext cx="1276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5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5"/>
          <p:cNvSpPr/>
          <p:nvPr/>
        </p:nvSpPr>
        <p:spPr>
          <a:xfrm>
            <a:off x="589787" y="3945635"/>
            <a:ext cx="1581150" cy="1623695"/>
          </a:xfrm>
          <a:custGeom>
            <a:rect b="b" l="l" r="r" t="t"/>
            <a:pathLst>
              <a:path extrusionOk="0" h="1623695" w="1581150">
                <a:moveTo>
                  <a:pt x="1005205" y="0"/>
                </a:moveTo>
                <a:lnTo>
                  <a:pt x="359664" y="776986"/>
                </a:lnTo>
              </a:path>
              <a:path extrusionOk="0" h="1623695" w="1581150">
                <a:moveTo>
                  <a:pt x="1005840" y="0"/>
                </a:moveTo>
                <a:lnTo>
                  <a:pt x="1348739" y="779399"/>
                </a:lnTo>
              </a:path>
              <a:path extrusionOk="0" h="1623695" w="1581150">
                <a:moveTo>
                  <a:pt x="361505" y="1310639"/>
                </a:moveTo>
                <a:lnTo>
                  <a:pt x="0" y="1592326"/>
                </a:lnTo>
              </a:path>
              <a:path extrusionOk="0" h="1623695" w="1581150">
                <a:moveTo>
                  <a:pt x="1348105" y="1313688"/>
                </a:moveTo>
                <a:lnTo>
                  <a:pt x="1158239" y="1615439"/>
                </a:lnTo>
              </a:path>
              <a:path extrusionOk="0" h="1623695" w="1581150">
                <a:moveTo>
                  <a:pt x="359664" y="1310639"/>
                </a:moveTo>
                <a:lnTo>
                  <a:pt x="492569" y="1622679"/>
                </a:lnTo>
              </a:path>
              <a:path extrusionOk="0" h="1623695" w="1581150">
                <a:moveTo>
                  <a:pt x="1350264" y="1313688"/>
                </a:moveTo>
                <a:lnTo>
                  <a:pt x="1580642" y="1623314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5"/>
          <p:cNvSpPr/>
          <p:nvPr/>
        </p:nvSpPr>
        <p:spPr>
          <a:xfrm>
            <a:off x="2604516" y="4003547"/>
            <a:ext cx="1650364" cy="1600200"/>
          </a:xfrm>
          <a:custGeom>
            <a:rect b="b" l="l" r="r" t="t"/>
            <a:pathLst>
              <a:path extrusionOk="0" h="1600200" w="1650364">
                <a:moveTo>
                  <a:pt x="692911" y="0"/>
                </a:moveTo>
                <a:lnTo>
                  <a:pt x="222503" y="734949"/>
                </a:lnTo>
              </a:path>
              <a:path extrusionOk="0" h="1600200" w="1650364">
                <a:moveTo>
                  <a:pt x="691895" y="0"/>
                </a:moveTo>
                <a:lnTo>
                  <a:pt x="1384554" y="721487"/>
                </a:lnTo>
              </a:path>
              <a:path extrusionOk="0" h="1600200" w="1650364">
                <a:moveTo>
                  <a:pt x="222884" y="1267967"/>
                </a:moveTo>
                <a:lnTo>
                  <a:pt x="0" y="1599768"/>
                </a:lnTo>
              </a:path>
              <a:path extrusionOk="0" h="1600200" w="1650364">
                <a:moveTo>
                  <a:pt x="1385823" y="1252727"/>
                </a:moveTo>
                <a:lnTo>
                  <a:pt x="1207008" y="1598028"/>
                </a:lnTo>
              </a:path>
              <a:path extrusionOk="0" h="1600200" w="1650364">
                <a:moveTo>
                  <a:pt x="222503" y="1267967"/>
                </a:moveTo>
                <a:lnTo>
                  <a:pt x="540511" y="1502536"/>
                </a:lnTo>
              </a:path>
              <a:path extrusionOk="0" h="1600200" w="1650364">
                <a:moveTo>
                  <a:pt x="1386839" y="1252727"/>
                </a:moveTo>
                <a:lnTo>
                  <a:pt x="1649983" y="159802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5"/>
          <p:cNvSpPr/>
          <p:nvPr/>
        </p:nvSpPr>
        <p:spPr>
          <a:xfrm>
            <a:off x="4878323" y="4003547"/>
            <a:ext cx="1431925" cy="1647189"/>
          </a:xfrm>
          <a:custGeom>
            <a:rect b="b" l="l" r="r" t="t"/>
            <a:pathLst>
              <a:path extrusionOk="0" h="1647189" w="1431925">
                <a:moveTo>
                  <a:pt x="592963" y="0"/>
                </a:moveTo>
                <a:lnTo>
                  <a:pt x="182879" y="735583"/>
                </a:lnTo>
              </a:path>
              <a:path extrusionOk="0" h="1647189" w="1431925">
                <a:moveTo>
                  <a:pt x="594360" y="0"/>
                </a:moveTo>
                <a:lnTo>
                  <a:pt x="1209928" y="733170"/>
                </a:lnTo>
              </a:path>
              <a:path extrusionOk="0" h="1647189" w="1431925">
                <a:moveTo>
                  <a:pt x="183261" y="1267967"/>
                </a:moveTo>
                <a:lnTo>
                  <a:pt x="0" y="1565910"/>
                </a:lnTo>
              </a:path>
              <a:path extrusionOk="0" h="1647189" w="1431925">
                <a:moveTo>
                  <a:pt x="1209421" y="1264920"/>
                </a:moveTo>
                <a:lnTo>
                  <a:pt x="996696" y="1598523"/>
                </a:lnTo>
              </a:path>
              <a:path extrusionOk="0" h="1647189" w="1431925">
                <a:moveTo>
                  <a:pt x="182879" y="1267967"/>
                </a:moveTo>
                <a:lnTo>
                  <a:pt x="427989" y="1646567"/>
                </a:lnTo>
              </a:path>
              <a:path extrusionOk="0" h="1647189" w="1431925">
                <a:moveTo>
                  <a:pt x="1210055" y="1264920"/>
                </a:moveTo>
                <a:lnTo>
                  <a:pt x="1431416" y="1598523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5"/>
          <p:cNvSpPr/>
          <p:nvPr/>
        </p:nvSpPr>
        <p:spPr>
          <a:xfrm>
            <a:off x="6841235" y="3970020"/>
            <a:ext cx="1680845" cy="1679575"/>
          </a:xfrm>
          <a:custGeom>
            <a:rect b="b" l="l" r="r" t="t"/>
            <a:pathLst>
              <a:path extrusionOk="0" h="1679575" w="1680845">
                <a:moveTo>
                  <a:pt x="732917" y="0"/>
                </a:moveTo>
                <a:lnTo>
                  <a:pt x="271272" y="764158"/>
                </a:lnTo>
              </a:path>
              <a:path extrusionOk="0" h="1679575" w="1680845">
                <a:moveTo>
                  <a:pt x="734568" y="0"/>
                </a:moveTo>
                <a:lnTo>
                  <a:pt x="1350137" y="764158"/>
                </a:lnTo>
              </a:path>
              <a:path extrusionOk="0" h="1679575" w="1680845">
                <a:moveTo>
                  <a:pt x="272669" y="1298447"/>
                </a:moveTo>
                <a:lnTo>
                  <a:pt x="0" y="1679447"/>
                </a:lnTo>
              </a:path>
              <a:path extrusionOk="0" h="1679575" w="1680845">
                <a:moveTo>
                  <a:pt x="1349121" y="1298447"/>
                </a:moveTo>
                <a:lnTo>
                  <a:pt x="1161288" y="1598802"/>
                </a:lnTo>
              </a:path>
              <a:path extrusionOk="0" h="1679575" w="1680845">
                <a:moveTo>
                  <a:pt x="271272" y="1298447"/>
                </a:moveTo>
                <a:lnTo>
                  <a:pt x="569722" y="1656651"/>
                </a:lnTo>
              </a:path>
              <a:path extrusionOk="0" h="1679575" w="1680845">
                <a:moveTo>
                  <a:pt x="1350264" y="1298447"/>
                </a:moveTo>
                <a:lnTo>
                  <a:pt x="1680845" y="1679447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45"/>
          <p:cNvGraphicFramePr/>
          <p:nvPr/>
        </p:nvGraphicFramePr>
        <p:xfrm>
          <a:off x="406095" y="56624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448950"/>
                <a:gridCol w="528325"/>
                <a:gridCol w="528325"/>
                <a:gridCol w="586100"/>
                <a:gridCol w="470525"/>
                <a:gridCol w="528325"/>
                <a:gridCol w="621675"/>
                <a:gridCol w="435600"/>
                <a:gridCol w="528325"/>
                <a:gridCol w="528325"/>
                <a:gridCol w="528325"/>
                <a:gridCol w="528325"/>
                <a:gridCol w="528325"/>
                <a:gridCol w="528325"/>
                <a:gridCol w="586100"/>
                <a:gridCol w="461650"/>
              </a:tblGrid>
              <a:tr h="2289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7955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13029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7955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449" name="Google Shape;449;p45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1554480"/>
            <a:ext cx="6790648" cy="495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p46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457" name="Google Shape;457;p46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46"/>
          <p:cNvSpPr txBox="1"/>
          <p:nvPr>
            <p:ph type="title"/>
          </p:nvPr>
        </p:nvSpPr>
        <p:spPr>
          <a:xfrm>
            <a:off x="383540" y="543509"/>
            <a:ext cx="426974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Design of Static Evaluation Values</a:t>
            </a:r>
            <a:endParaRPr/>
          </a:p>
        </p:txBody>
      </p:sp>
      <p:sp>
        <p:nvSpPr>
          <p:cNvPr id="461" name="Google Shape;461;p46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47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468" name="Google Shape;468;p47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47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47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47"/>
          <p:cNvSpPr txBox="1"/>
          <p:nvPr>
            <p:ph type="title"/>
          </p:nvPr>
        </p:nvSpPr>
        <p:spPr>
          <a:xfrm>
            <a:off x="383540" y="543509"/>
            <a:ext cx="426974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Design of Static Evaluation Values</a:t>
            </a:r>
            <a:endParaRPr/>
          </a:p>
        </p:txBody>
      </p:sp>
      <p:pic>
        <p:nvPicPr>
          <p:cNvPr id="472" name="Google Shape;47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934" y="1517903"/>
            <a:ext cx="6485394" cy="434949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7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48"/>
          <p:cNvGrpSpPr/>
          <p:nvPr/>
        </p:nvGrpSpPr>
        <p:grpSpPr>
          <a:xfrm>
            <a:off x="121920" y="4495800"/>
            <a:ext cx="9022587" cy="2212848"/>
            <a:chOff x="121920" y="4495800"/>
            <a:chExt cx="9022587" cy="2212848"/>
          </a:xfrm>
        </p:grpSpPr>
        <p:sp>
          <p:nvSpPr>
            <p:cNvPr id="479" name="Google Shape;479;p48"/>
            <p:cNvSpPr/>
            <p:nvPr/>
          </p:nvSpPr>
          <p:spPr>
            <a:xfrm>
              <a:off x="4629911" y="6550151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6909815" y="6550151"/>
              <a:ext cx="2234565" cy="45720"/>
            </a:xfrm>
            <a:custGeom>
              <a:rect b="b" l="l" r="r" t="t"/>
              <a:pathLst>
                <a:path extrusionOk="0" h="45720" w="2234565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8"/>
            <p:cNvSpPr/>
            <p:nvPr/>
          </p:nvSpPr>
          <p:spPr>
            <a:xfrm>
              <a:off x="2084831" y="6550151"/>
              <a:ext cx="2581910" cy="48895"/>
            </a:xfrm>
            <a:custGeom>
              <a:rect b="b" l="l" r="r" t="t"/>
              <a:pathLst>
                <a:path extrusionOk="0" h="48895" w="2581910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8"/>
            <p:cNvSpPr/>
            <p:nvPr/>
          </p:nvSpPr>
          <p:spPr>
            <a:xfrm>
              <a:off x="4495799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2133599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6815327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5" name="Google Shape;485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920" y="4495800"/>
              <a:ext cx="5221224" cy="22128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6" name="Google Shape;486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23687" y="5379719"/>
              <a:ext cx="3715512" cy="8503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7" name="Google Shape;48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8" name="Google Shape;488;p48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489" name="Google Shape;489;p48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48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" name="Google Shape;492;p48"/>
          <p:cNvSpPr txBox="1"/>
          <p:nvPr/>
        </p:nvSpPr>
        <p:spPr>
          <a:xfrm>
            <a:off x="383540" y="1470271"/>
            <a:ext cx="7916545" cy="122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General Principle: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508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a node </a:t>
            </a:r>
            <a:r>
              <a:rPr b="1" i="1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 player has better option at the parent of </a:t>
            </a:r>
            <a:r>
              <a:rPr b="1" i="1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further up, then </a:t>
            </a:r>
            <a:r>
              <a:rPr b="1" i="1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will never be reached .Hence the entire subtree from node </a:t>
            </a:r>
            <a:r>
              <a:rPr b="1" i="1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 pruned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8"/>
          <p:cNvSpPr txBox="1"/>
          <p:nvPr>
            <p:ph type="title"/>
          </p:nvPr>
        </p:nvSpPr>
        <p:spPr>
          <a:xfrm>
            <a:off x="383540" y="543509"/>
            <a:ext cx="307467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Alpha – beta Pruning</a:t>
            </a:r>
            <a:endParaRPr/>
          </a:p>
        </p:txBody>
      </p:sp>
      <p:pic>
        <p:nvPicPr>
          <p:cNvPr id="494" name="Google Shape;494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1615" y="2127504"/>
            <a:ext cx="2767584" cy="256336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8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9"/>
          <p:cNvSpPr txBox="1"/>
          <p:nvPr/>
        </p:nvSpPr>
        <p:spPr>
          <a:xfrm>
            <a:off x="383540" y="275590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Alpha Beta 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9"/>
          <p:cNvSpPr txBox="1"/>
          <p:nvPr/>
        </p:nvSpPr>
        <p:spPr>
          <a:xfrm>
            <a:off x="5039614" y="845947"/>
            <a:ext cx="151130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Book Example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457" y="1760660"/>
            <a:ext cx="7552847" cy="325294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9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0911"/>
            <a:ext cx="7708392" cy="519379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0"/>
          <p:cNvSpPr txBox="1"/>
          <p:nvPr/>
        </p:nvSpPr>
        <p:spPr>
          <a:xfrm>
            <a:off x="383540" y="275590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Alpha Beta 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50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511" name="Google Shape;511;p50"/>
          <p:cNvSpPr txBox="1"/>
          <p:nvPr/>
        </p:nvSpPr>
        <p:spPr>
          <a:xfrm>
            <a:off x="5039614" y="845947"/>
            <a:ext cx="151130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Book Example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/>
          <p:nvPr>
            <p:ph type="title"/>
          </p:nvPr>
        </p:nvSpPr>
        <p:spPr>
          <a:xfrm>
            <a:off x="383540" y="275590"/>
            <a:ext cx="251841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Min-Max Algorithm</a:t>
            </a:r>
            <a:endParaRPr/>
          </a:p>
        </p:txBody>
      </p:sp>
      <p:sp>
        <p:nvSpPr>
          <p:cNvPr id="517" name="Google Shape;517;p51"/>
          <p:cNvSpPr txBox="1"/>
          <p:nvPr/>
        </p:nvSpPr>
        <p:spPr>
          <a:xfrm>
            <a:off x="3874770" y="845947"/>
            <a:ext cx="2679065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Alpha beta Modifications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1"/>
          <p:cNvSpPr txBox="1"/>
          <p:nvPr/>
        </p:nvSpPr>
        <p:spPr>
          <a:xfrm>
            <a:off x="377139" y="5705043"/>
            <a:ext cx="76803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it possible to compute the minimax decision for a node without looking at every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successor node?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343" y="1576693"/>
            <a:ext cx="5903082" cy="394314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1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2"/>
          <p:cNvSpPr txBox="1"/>
          <p:nvPr/>
        </p:nvSpPr>
        <p:spPr>
          <a:xfrm>
            <a:off x="383540" y="1486966"/>
            <a:ext cx="7926705" cy="3888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 in Alpha – Beta Pruning: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0F1141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root initialize alpha = -∞ and beta = + ∞. This is to set the worst case boundary to start 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which aims to increase alpha and decrease beta as much as optimally possible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F1141"/>
              </a:buClr>
              <a:buSzPts val="1400"/>
              <a:buFont typeface="Arial"/>
              <a:buAutoNum type="arabicPeriod" startAt="2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Navigate till the depth / limit specified and get the static evaluated numeric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F1141"/>
              </a:buClr>
              <a:buSzPts val="1400"/>
              <a:buFont typeface="Arial"/>
              <a:buAutoNum type="arabicPeriod" startAt="2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every value VAL being analyzed : Loop till all the leaf/terminal/specified state level nodes 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analyzed &amp; accounted for OR until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beta &lt;= alpha.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player is MAX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5" lvl="2" marL="1156335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VAL &gt; alpha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6335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reset alpha = VAL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6335" marR="110489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check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beta &lt;=alpha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 the path as unpromising (TO BE AVOIDED)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prune the  branch from game tree. Rest of their siblings are not considered for analysis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 if the player is MIN: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5" lvl="2" marL="1156335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VAL &lt; beta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6335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reset beta = VAL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6335" marR="110489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check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beta &lt;=alpha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 the path as unpromising (TO BE AVOIDED)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prune the  branch from game tree. Rest of their siblings are not considered for analysis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2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527" name="Google Shape;527;p52"/>
          <p:cNvSpPr txBox="1"/>
          <p:nvPr>
            <p:ph type="title"/>
          </p:nvPr>
        </p:nvSpPr>
        <p:spPr>
          <a:xfrm>
            <a:off x="383540" y="543509"/>
            <a:ext cx="307467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Alpha – beta Pruning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4"/>
          <p:cNvSpPr txBox="1"/>
          <p:nvPr>
            <p:ph type="title"/>
          </p:nvPr>
        </p:nvSpPr>
        <p:spPr>
          <a:xfrm>
            <a:off x="383540" y="278638"/>
            <a:ext cx="493966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	- Another Example</a:t>
            </a:r>
            <a:endParaRPr/>
          </a:p>
        </p:txBody>
      </p:sp>
      <p:sp>
        <p:nvSpPr>
          <p:cNvPr id="533" name="Google Shape;533;p64"/>
          <p:cNvSpPr txBox="1"/>
          <p:nvPr/>
        </p:nvSpPr>
        <p:spPr>
          <a:xfrm>
            <a:off x="4884165" y="791083"/>
            <a:ext cx="17824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4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38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4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4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4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5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64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64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4"/>
          <p:cNvSpPr txBox="1"/>
          <p:nvPr/>
        </p:nvSpPr>
        <p:spPr>
          <a:xfrm>
            <a:off x="6403594" y="2908554"/>
            <a:ext cx="134620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64"/>
          <p:cNvSpPr/>
          <p:nvPr/>
        </p:nvSpPr>
        <p:spPr>
          <a:xfrm>
            <a:off x="2328672" y="2868167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4"/>
          <p:cNvSpPr txBox="1"/>
          <p:nvPr/>
        </p:nvSpPr>
        <p:spPr>
          <a:xfrm>
            <a:off x="2526538" y="2971546"/>
            <a:ext cx="149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64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64"/>
          <p:cNvSpPr/>
          <p:nvPr/>
        </p:nvSpPr>
        <p:spPr>
          <a:xfrm>
            <a:off x="949452" y="3945635"/>
            <a:ext cx="989330" cy="779780"/>
          </a:xfrm>
          <a:custGeom>
            <a:rect b="b" l="l" r="r" t="t"/>
            <a:pathLst>
              <a:path extrusionOk="0" h="779779" w="989330">
                <a:moveTo>
                  <a:pt x="645541" y="0"/>
                </a:moveTo>
                <a:lnTo>
                  <a:pt x="0" y="776986"/>
                </a:lnTo>
              </a:path>
              <a:path extrusionOk="0" h="779779" w="989330">
                <a:moveTo>
                  <a:pt x="646176" y="0"/>
                </a:moveTo>
                <a:lnTo>
                  <a:pt x="989075" y="779399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4"/>
          <p:cNvSpPr/>
          <p:nvPr/>
        </p:nvSpPr>
        <p:spPr>
          <a:xfrm>
            <a:off x="2827020" y="4003547"/>
            <a:ext cx="1162050" cy="735330"/>
          </a:xfrm>
          <a:custGeom>
            <a:rect b="b" l="l" r="r" t="t"/>
            <a:pathLst>
              <a:path extrusionOk="0" h="735329" w="1162050">
                <a:moveTo>
                  <a:pt x="470407" y="0"/>
                </a:moveTo>
                <a:lnTo>
                  <a:pt x="0" y="734949"/>
                </a:lnTo>
              </a:path>
              <a:path extrusionOk="0" h="735329" w="1162050">
                <a:moveTo>
                  <a:pt x="469392" y="0"/>
                </a:moveTo>
                <a:lnTo>
                  <a:pt x="1162050" y="721487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64"/>
          <p:cNvSpPr/>
          <p:nvPr/>
        </p:nvSpPr>
        <p:spPr>
          <a:xfrm>
            <a:off x="5061203" y="4003547"/>
            <a:ext cx="1027430" cy="735965"/>
          </a:xfrm>
          <a:custGeom>
            <a:rect b="b" l="l" r="r" t="t"/>
            <a:pathLst>
              <a:path extrusionOk="0" h="735964" w="1027429">
                <a:moveTo>
                  <a:pt x="410083" y="0"/>
                </a:moveTo>
                <a:lnTo>
                  <a:pt x="0" y="735583"/>
                </a:lnTo>
              </a:path>
              <a:path extrusionOk="0" h="735964" w="1027429">
                <a:moveTo>
                  <a:pt x="411480" y="0"/>
                </a:moveTo>
                <a:lnTo>
                  <a:pt x="1027049" y="733170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64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8" name="Google Shape;548;p64"/>
          <p:cNvGraphicFramePr/>
          <p:nvPr/>
        </p:nvGraphicFramePr>
        <p:xfrm>
          <a:off x="605739" y="4836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713750"/>
                <a:gridCol w="1057275"/>
                <a:gridCol w="1057275"/>
                <a:gridCol w="1115050"/>
                <a:gridCol w="999500"/>
                <a:gridCol w="1057275"/>
                <a:gridCol w="1057275"/>
                <a:gridCol w="829300"/>
              </a:tblGrid>
              <a:tr h="2289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57785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4953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699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549" name="Google Shape;549;p64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5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555" name="Google Shape;555;p65"/>
          <p:cNvSpPr txBox="1"/>
          <p:nvPr/>
        </p:nvSpPr>
        <p:spPr>
          <a:xfrm>
            <a:off x="4884165" y="791083"/>
            <a:ext cx="17824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65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38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65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112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58" name="Google Shape;558;p65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65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5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65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65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65"/>
          <p:cNvSpPr txBox="1"/>
          <p:nvPr/>
        </p:nvSpPr>
        <p:spPr>
          <a:xfrm>
            <a:off x="6403594" y="2908554"/>
            <a:ext cx="134620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5"/>
          <p:cNvSpPr/>
          <p:nvPr/>
        </p:nvSpPr>
        <p:spPr>
          <a:xfrm>
            <a:off x="2328672" y="2868167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65"/>
          <p:cNvSpPr txBox="1"/>
          <p:nvPr/>
        </p:nvSpPr>
        <p:spPr>
          <a:xfrm>
            <a:off x="2526538" y="2971546"/>
            <a:ext cx="149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65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65"/>
          <p:cNvSpPr/>
          <p:nvPr/>
        </p:nvSpPr>
        <p:spPr>
          <a:xfrm>
            <a:off x="949452" y="3945635"/>
            <a:ext cx="989330" cy="779780"/>
          </a:xfrm>
          <a:custGeom>
            <a:rect b="b" l="l" r="r" t="t"/>
            <a:pathLst>
              <a:path extrusionOk="0" h="779779" w="989330">
                <a:moveTo>
                  <a:pt x="645541" y="0"/>
                </a:moveTo>
                <a:lnTo>
                  <a:pt x="0" y="776986"/>
                </a:lnTo>
              </a:path>
              <a:path extrusionOk="0" h="779779" w="989330">
                <a:moveTo>
                  <a:pt x="646176" y="0"/>
                </a:moveTo>
                <a:lnTo>
                  <a:pt x="989075" y="779399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5"/>
          <p:cNvSpPr/>
          <p:nvPr/>
        </p:nvSpPr>
        <p:spPr>
          <a:xfrm>
            <a:off x="2827020" y="4003547"/>
            <a:ext cx="1162050" cy="735330"/>
          </a:xfrm>
          <a:custGeom>
            <a:rect b="b" l="l" r="r" t="t"/>
            <a:pathLst>
              <a:path extrusionOk="0" h="735329" w="1162050">
                <a:moveTo>
                  <a:pt x="470407" y="0"/>
                </a:moveTo>
                <a:lnTo>
                  <a:pt x="0" y="734949"/>
                </a:lnTo>
              </a:path>
              <a:path extrusionOk="0" h="735329" w="1162050">
                <a:moveTo>
                  <a:pt x="469392" y="0"/>
                </a:moveTo>
                <a:lnTo>
                  <a:pt x="1162050" y="721487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65"/>
          <p:cNvSpPr/>
          <p:nvPr/>
        </p:nvSpPr>
        <p:spPr>
          <a:xfrm>
            <a:off x="5061203" y="4003547"/>
            <a:ext cx="1027430" cy="735965"/>
          </a:xfrm>
          <a:custGeom>
            <a:rect b="b" l="l" r="r" t="t"/>
            <a:pathLst>
              <a:path extrusionOk="0" h="735964" w="1027429">
                <a:moveTo>
                  <a:pt x="410083" y="0"/>
                </a:moveTo>
                <a:lnTo>
                  <a:pt x="0" y="735583"/>
                </a:lnTo>
              </a:path>
              <a:path extrusionOk="0" h="735964" w="1027429">
                <a:moveTo>
                  <a:pt x="411480" y="0"/>
                </a:moveTo>
                <a:lnTo>
                  <a:pt x="1027049" y="733170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65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0" name="Google Shape;570;p65"/>
          <p:cNvGraphicFramePr/>
          <p:nvPr/>
        </p:nvGraphicFramePr>
        <p:xfrm>
          <a:off x="641146" y="4746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528325"/>
                <a:gridCol w="1207125"/>
                <a:gridCol w="1057275"/>
                <a:gridCol w="1115050"/>
                <a:gridCol w="999500"/>
                <a:gridCol w="1057275"/>
                <a:gridCol w="1057275"/>
                <a:gridCol w="829300"/>
              </a:tblGrid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98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5778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495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469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</a:tr>
            </a:tbl>
          </a:graphicData>
        </a:graphic>
      </p:graphicFrame>
      <p:sp>
        <p:nvSpPr>
          <p:cNvPr id="571" name="Google Shape;571;p65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6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577" name="Google Shape;577;p66"/>
          <p:cNvSpPr txBox="1"/>
          <p:nvPr/>
        </p:nvSpPr>
        <p:spPr>
          <a:xfrm>
            <a:off x="4884165" y="791083"/>
            <a:ext cx="17824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66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38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66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112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80" name="Google Shape;580;p66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66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5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66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66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6"/>
          <p:cNvSpPr txBox="1"/>
          <p:nvPr/>
        </p:nvSpPr>
        <p:spPr>
          <a:xfrm>
            <a:off x="6403594" y="2908554"/>
            <a:ext cx="134620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66"/>
          <p:cNvSpPr/>
          <p:nvPr/>
        </p:nvSpPr>
        <p:spPr>
          <a:xfrm>
            <a:off x="2328672" y="2868167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66"/>
          <p:cNvSpPr txBox="1"/>
          <p:nvPr/>
        </p:nvSpPr>
        <p:spPr>
          <a:xfrm>
            <a:off x="2493010" y="2855721"/>
            <a:ext cx="2171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ᵦ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3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66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6"/>
          <p:cNvSpPr/>
          <p:nvPr/>
        </p:nvSpPr>
        <p:spPr>
          <a:xfrm>
            <a:off x="949452" y="3945635"/>
            <a:ext cx="989330" cy="779780"/>
          </a:xfrm>
          <a:custGeom>
            <a:rect b="b" l="l" r="r" t="t"/>
            <a:pathLst>
              <a:path extrusionOk="0" h="779779" w="989330">
                <a:moveTo>
                  <a:pt x="645541" y="0"/>
                </a:moveTo>
                <a:lnTo>
                  <a:pt x="0" y="776986"/>
                </a:lnTo>
              </a:path>
              <a:path extrusionOk="0" h="779779" w="989330">
                <a:moveTo>
                  <a:pt x="646176" y="0"/>
                </a:moveTo>
                <a:lnTo>
                  <a:pt x="989075" y="779399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6"/>
          <p:cNvSpPr/>
          <p:nvPr/>
        </p:nvSpPr>
        <p:spPr>
          <a:xfrm>
            <a:off x="2827020" y="4003547"/>
            <a:ext cx="1162050" cy="735330"/>
          </a:xfrm>
          <a:custGeom>
            <a:rect b="b" l="l" r="r" t="t"/>
            <a:pathLst>
              <a:path extrusionOk="0" h="735329" w="1162050">
                <a:moveTo>
                  <a:pt x="470407" y="0"/>
                </a:moveTo>
                <a:lnTo>
                  <a:pt x="0" y="734949"/>
                </a:lnTo>
              </a:path>
              <a:path extrusionOk="0" h="735329" w="1162050">
                <a:moveTo>
                  <a:pt x="469392" y="0"/>
                </a:moveTo>
                <a:lnTo>
                  <a:pt x="1162050" y="721487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66"/>
          <p:cNvSpPr/>
          <p:nvPr/>
        </p:nvSpPr>
        <p:spPr>
          <a:xfrm>
            <a:off x="5061203" y="4003547"/>
            <a:ext cx="1027430" cy="735965"/>
          </a:xfrm>
          <a:custGeom>
            <a:rect b="b" l="l" r="r" t="t"/>
            <a:pathLst>
              <a:path extrusionOk="0" h="735964" w="1027429">
                <a:moveTo>
                  <a:pt x="410083" y="0"/>
                </a:moveTo>
                <a:lnTo>
                  <a:pt x="0" y="735583"/>
                </a:lnTo>
              </a:path>
              <a:path extrusionOk="0" h="735964" w="1027429">
                <a:moveTo>
                  <a:pt x="411480" y="0"/>
                </a:moveTo>
                <a:lnTo>
                  <a:pt x="1027049" y="733170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6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2" name="Google Shape;592;p66"/>
          <p:cNvGraphicFramePr/>
          <p:nvPr/>
        </p:nvGraphicFramePr>
        <p:xfrm>
          <a:off x="641146" y="4746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528325"/>
                <a:gridCol w="528325"/>
                <a:gridCol w="528325"/>
                <a:gridCol w="1207125"/>
                <a:gridCol w="1114425"/>
                <a:gridCol w="998850"/>
                <a:gridCol w="1056650"/>
                <a:gridCol w="1056650"/>
                <a:gridCol w="828675"/>
              </a:tblGrid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98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5778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495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469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</a:tr>
            </a:tbl>
          </a:graphicData>
        </a:graphic>
      </p:graphicFrame>
      <p:sp>
        <p:nvSpPr>
          <p:cNvPr id="593" name="Google Shape;593;p66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7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599" name="Google Shape;599;p67"/>
          <p:cNvSpPr txBox="1"/>
          <p:nvPr/>
        </p:nvSpPr>
        <p:spPr>
          <a:xfrm>
            <a:off x="4012184" y="791083"/>
            <a:ext cx="26555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 Alpha 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67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38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7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112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02" name="Google Shape;602;p67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𝖺=8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03" name="Google Shape;603;p67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5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67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7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67"/>
          <p:cNvSpPr txBox="1"/>
          <p:nvPr/>
        </p:nvSpPr>
        <p:spPr>
          <a:xfrm>
            <a:off x="6403594" y="2908554"/>
            <a:ext cx="134620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67"/>
          <p:cNvSpPr/>
          <p:nvPr/>
        </p:nvSpPr>
        <p:spPr>
          <a:xfrm>
            <a:off x="2328672" y="2868167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7"/>
          <p:cNvSpPr txBox="1"/>
          <p:nvPr/>
        </p:nvSpPr>
        <p:spPr>
          <a:xfrm>
            <a:off x="2493010" y="2855721"/>
            <a:ext cx="2171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ᵦ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3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7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67"/>
          <p:cNvSpPr/>
          <p:nvPr/>
        </p:nvSpPr>
        <p:spPr>
          <a:xfrm>
            <a:off x="949452" y="3945635"/>
            <a:ext cx="989330" cy="779780"/>
          </a:xfrm>
          <a:custGeom>
            <a:rect b="b" l="l" r="r" t="t"/>
            <a:pathLst>
              <a:path extrusionOk="0" h="779779" w="989330">
                <a:moveTo>
                  <a:pt x="645541" y="0"/>
                </a:moveTo>
                <a:lnTo>
                  <a:pt x="0" y="776986"/>
                </a:lnTo>
              </a:path>
              <a:path extrusionOk="0" h="779779" w="989330">
                <a:moveTo>
                  <a:pt x="646176" y="0"/>
                </a:moveTo>
                <a:lnTo>
                  <a:pt x="989075" y="779399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7"/>
          <p:cNvSpPr/>
          <p:nvPr/>
        </p:nvSpPr>
        <p:spPr>
          <a:xfrm>
            <a:off x="2827020" y="4003547"/>
            <a:ext cx="1162050" cy="735330"/>
          </a:xfrm>
          <a:custGeom>
            <a:rect b="b" l="l" r="r" t="t"/>
            <a:pathLst>
              <a:path extrusionOk="0" h="735329" w="1162050">
                <a:moveTo>
                  <a:pt x="470407" y="0"/>
                </a:moveTo>
                <a:lnTo>
                  <a:pt x="0" y="734949"/>
                </a:lnTo>
              </a:path>
              <a:path extrusionOk="0" h="735329" w="1162050">
                <a:moveTo>
                  <a:pt x="469392" y="0"/>
                </a:moveTo>
                <a:lnTo>
                  <a:pt x="1162050" y="721487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7"/>
          <p:cNvSpPr/>
          <p:nvPr/>
        </p:nvSpPr>
        <p:spPr>
          <a:xfrm>
            <a:off x="5061203" y="4003547"/>
            <a:ext cx="1027430" cy="735965"/>
          </a:xfrm>
          <a:custGeom>
            <a:rect b="b" l="l" r="r" t="t"/>
            <a:pathLst>
              <a:path extrusionOk="0" h="735964" w="1027429">
                <a:moveTo>
                  <a:pt x="410083" y="0"/>
                </a:moveTo>
                <a:lnTo>
                  <a:pt x="0" y="735583"/>
                </a:lnTo>
              </a:path>
              <a:path extrusionOk="0" h="735964" w="1027429">
                <a:moveTo>
                  <a:pt x="411480" y="0"/>
                </a:moveTo>
                <a:lnTo>
                  <a:pt x="1027049" y="733170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7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4" name="Google Shape;614;p67"/>
          <p:cNvGraphicFramePr/>
          <p:nvPr/>
        </p:nvGraphicFramePr>
        <p:xfrm>
          <a:off x="641146" y="4746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528325"/>
                <a:gridCol w="528325"/>
                <a:gridCol w="528325"/>
                <a:gridCol w="528325"/>
                <a:gridCol w="528325"/>
                <a:gridCol w="1265550"/>
                <a:gridCol w="998850"/>
                <a:gridCol w="1056650"/>
                <a:gridCol w="1056650"/>
                <a:gridCol w="828675"/>
              </a:tblGrid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210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495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469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/>
                </a:tc>
              </a:tr>
            </a:tbl>
          </a:graphicData>
        </a:graphic>
      </p:graphicFrame>
      <p:sp>
        <p:nvSpPr>
          <p:cNvPr id="615" name="Google Shape;615;p67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8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621" name="Google Shape;621;p68"/>
          <p:cNvSpPr txBox="1"/>
          <p:nvPr/>
        </p:nvSpPr>
        <p:spPr>
          <a:xfrm>
            <a:off x="4170679" y="791083"/>
            <a:ext cx="249491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 Beta 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8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38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8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112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4" name="Google Shape;624;p68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𝖺=8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5" name="Google Shape;625;p68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5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8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8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8"/>
          <p:cNvSpPr txBox="1"/>
          <p:nvPr/>
        </p:nvSpPr>
        <p:spPr>
          <a:xfrm>
            <a:off x="6403594" y="2908554"/>
            <a:ext cx="134620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68"/>
          <p:cNvSpPr/>
          <p:nvPr/>
        </p:nvSpPr>
        <p:spPr>
          <a:xfrm>
            <a:off x="2328672" y="2868167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8"/>
          <p:cNvSpPr txBox="1"/>
          <p:nvPr/>
        </p:nvSpPr>
        <p:spPr>
          <a:xfrm>
            <a:off x="2493010" y="2855721"/>
            <a:ext cx="2171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ᵦ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3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8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8"/>
          <p:cNvSpPr/>
          <p:nvPr/>
        </p:nvSpPr>
        <p:spPr>
          <a:xfrm>
            <a:off x="5061203" y="4003547"/>
            <a:ext cx="1027430" cy="735965"/>
          </a:xfrm>
          <a:custGeom>
            <a:rect b="b" l="l" r="r" t="t"/>
            <a:pathLst>
              <a:path extrusionOk="0" h="735964" w="1027429">
                <a:moveTo>
                  <a:pt x="410083" y="0"/>
                </a:moveTo>
                <a:lnTo>
                  <a:pt x="0" y="735583"/>
                </a:lnTo>
              </a:path>
              <a:path extrusionOk="0" h="735964" w="1027429">
                <a:moveTo>
                  <a:pt x="411480" y="0"/>
                </a:moveTo>
                <a:lnTo>
                  <a:pt x="1027049" y="733170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8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4" name="Google Shape;634;p68"/>
          <p:cNvGrpSpPr/>
          <p:nvPr/>
        </p:nvGrpSpPr>
        <p:grpSpPr>
          <a:xfrm>
            <a:off x="641146" y="3945636"/>
            <a:ext cx="1584960" cy="1172451"/>
            <a:chOff x="641146" y="3945636"/>
            <a:chExt cx="1584960" cy="1172451"/>
          </a:xfrm>
        </p:grpSpPr>
        <p:sp>
          <p:nvSpPr>
            <p:cNvPr id="635" name="Google Shape;635;p68"/>
            <p:cNvSpPr/>
            <p:nvPr/>
          </p:nvSpPr>
          <p:spPr>
            <a:xfrm>
              <a:off x="949452" y="3945636"/>
              <a:ext cx="989330" cy="779780"/>
            </a:xfrm>
            <a:custGeom>
              <a:rect b="b" l="l" r="r" t="t"/>
              <a:pathLst>
                <a:path extrusionOk="0" h="779779" w="989330">
                  <a:moveTo>
                    <a:pt x="645541" y="0"/>
                  </a:moveTo>
                  <a:lnTo>
                    <a:pt x="0" y="776986"/>
                  </a:lnTo>
                </a:path>
                <a:path extrusionOk="0" h="779779" w="989330">
                  <a:moveTo>
                    <a:pt x="646176" y="0"/>
                  </a:moveTo>
                  <a:lnTo>
                    <a:pt x="989075" y="779399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68"/>
            <p:cNvSpPr/>
            <p:nvPr/>
          </p:nvSpPr>
          <p:spPr>
            <a:xfrm>
              <a:off x="641146" y="4746612"/>
              <a:ext cx="1584960" cy="371475"/>
            </a:xfrm>
            <a:custGeom>
              <a:rect b="b" l="l" r="r" t="t"/>
              <a:pathLst>
                <a:path extrusionOk="0" h="371475" w="158496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  <a:path extrusionOk="0" h="371475" w="1584960">
                  <a:moveTo>
                    <a:pt x="1584693" y="0"/>
                  </a:moveTo>
                  <a:lnTo>
                    <a:pt x="1056462" y="0"/>
                  </a:lnTo>
                  <a:lnTo>
                    <a:pt x="1056462" y="370852"/>
                  </a:lnTo>
                  <a:lnTo>
                    <a:pt x="1584693" y="370852"/>
                  </a:lnTo>
                  <a:lnTo>
                    <a:pt x="158469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7" name="Google Shape;637;p68"/>
          <p:cNvGrpSpPr/>
          <p:nvPr/>
        </p:nvGrpSpPr>
        <p:grpSpPr>
          <a:xfrm>
            <a:off x="2754122" y="4003547"/>
            <a:ext cx="1234948" cy="1114540"/>
            <a:chOff x="2754122" y="4003547"/>
            <a:chExt cx="1234948" cy="1114540"/>
          </a:xfrm>
        </p:grpSpPr>
        <p:sp>
          <p:nvSpPr>
            <p:cNvPr id="638" name="Google Shape;638;p68"/>
            <p:cNvSpPr/>
            <p:nvPr/>
          </p:nvSpPr>
          <p:spPr>
            <a:xfrm>
              <a:off x="2827020" y="4003547"/>
              <a:ext cx="1162050" cy="735330"/>
            </a:xfrm>
            <a:custGeom>
              <a:rect b="b" l="l" r="r" t="t"/>
              <a:pathLst>
                <a:path extrusionOk="0" h="735329" w="1162050">
                  <a:moveTo>
                    <a:pt x="470407" y="0"/>
                  </a:moveTo>
                  <a:lnTo>
                    <a:pt x="0" y="734949"/>
                  </a:lnTo>
                </a:path>
                <a:path extrusionOk="0" h="735329" w="1162050">
                  <a:moveTo>
                    <a:pt x="469392" y="0"/>
                  </a:moveTo>
                  <a:lnTo>
                    <a:pt x="1162050" y="721487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68"/>
            <p:cNvSpPr/>
            <p:nvPr/>
          </p:nvSpPr>
          <p:spPr>
            <a:xfrm>
              <a:off x="2754122" y="4746612"/>
              <a:ext cx="528320" cy="371475"/>
            </a:xfrm>
            <a:custGeom>
              <a:rect b="b" l="l" r="r" t="t"/>
              <a:pathLst>
                <a:path extrusionOk="0" h="371475" w="52832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0" name="Google Shape;640;p68"/>
          <p:cNvSpPr txBox="1"/>
          <p:nvPr/>
        </p:nvSpPr>
        <p:spPr>
          <a:xfrm>
            <a:off x="720039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8"/>
          <p:cNvSpPr txBox="1"/>
          <p:nvPr/>
        </p:nvSpPr>
        <p:spPr>
          <a:xfrm>
            <a:off x="1777110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8"/>
          <p:cNvSpPr txBox="1"/>
          <p:nvPr/>
        </p:nvSpPr>
        <p:spPr>
          <a:xfrm>
            <a:off x="2833877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68"/>
          <p:cNvSpPr txBox="1"/>
          <p:nvPr/>
        </p:nvSpPr>
        <p:spPr>
          <a:xfrm>
            <a:off x="3890898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8"/>
          <p:cNvSpPr txBox="1"/>
          <p:nvPr/>
        </p:nvSpPr>
        <p:spPr>
          <a:xfrm>
            <a:off x="494766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8"/>
          <p:cNvSpPr txBox="1"/>
          <p:nvPr/>
        </p:nvSpPr>
        <p:spPr>
          <a:xfrm>
            <a:off x="600430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68"/>
          <p:cNvSpPr txBox="1"/>
          <p:nvPr/>
        </p:nvSpPr>
        <p:spPr>
          <a:xfrm>
            <a:off x="7061454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68"/>
          <p:cNvSpPr txBox="1"/>
          <p:nvPr/>
        </p:nvSpPr>
        <p:spPr>
          <a:xfrm>
            <a:off x="8118093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68"/>
          <p:cNvSpPr/>
          <p:nvPr/>
        </p:nvSpPr>
        <p:spPr>
          <a:xfrm>
            <a:off x="3560064" y="4504944"/>
            <a:ext cx="899160" cy="759460"/>
          </a:xfrm>
          <a:custGeom>
            <a:rect b="b" l="l" r="r" t="t"/>
            <a:pathLst>
              <a:path extrusionOk="0" h="759460" w="899160">
                <a:moveTo>
                  <a:pt x="131699" y="111124"/>
                </a:moveTo>
                <a:lnTo>
                  <a:pt x="767461" y="647826"/>
                </a:lnTo>
              </a:path>
              <a:path extrusionOk="0" h="759460" w="899160">
                <a:moveTo>
                  <a:pt x="767461" y="111124"/>
                </a:moveTo>
                <a:lnTo>
                  <a:pt x="131699" y="647826"/>
                </a:lnTo>
              </a:path>
              <a:path extrusionOk="0" h="759460" w="899160">
                <a:moveTo>
                  <a:pt x="0" y="379475"/>
                </a:moveTo>
                <a:lnTo>
                  <a:pt x="3024" y="335226"/>
                </a:lnTo>
                <a:lnTo>
                  <a:pt x="11874" y="292474"/>
                </a:lnTo>
                <a:lnTo>
                  <a:pt x="26211" y="251505"/>
                </a:lnTo>
                <a:lnTo>
                  <a:pt x="45697" y="212604"/>
                </a:lnTo>
                <a:lnTo>
                  <a:pt x="69996" y="176056"/>
                </a:lnTo>
                <a:lnTo>
                  <a:pt x="98771" y="142145"/>
                </a:lnTo>
                <a:lnTo>
                  <a:pt x="131683" y="111156"/>
                </a:lnTo>
                <a:lnTo>
                  <a:pt x="168395" y="83375"/>
                </a:lnTo>
                <a:lnTo>
                  <a:pt x="208570" y="59086"/>
                </a:lnTo>
                <a:lnTo>
                  <a:pt x="251870" y="38575"/>
                </a:lnTo>
                <a:lnTo>
                  <a:pt x="297959" y="22126"/>
                </a:lnTo>
                <a:lnTo>
                  <a:pt x="346498" y="10023"/>
                </a:lnTo>
                <a:lnTo>
                  <a:pt x="397151" y="2553"/>
                </a:lnTo>
                <a:lnTo>
                  <a:pt x="449580" y="0"/>
                </a:lnTo>
                <a:lnTo>
                  <a:pt x="502008" y="2553"/>
                </a:lnTo>
                <a:lnTo>
                  <a:pt x="552661" y="10023"/>
                </a:lnTo>
                <a:lnTo>
                  <a:pt x="601200" y="22126"/>
                </a:lnTo>
                <a:lnTo>
                  <a:pt x="647289" y="38575"/>
                </a:lnTo>
                <a:lnTo>
                  <a:pt x="690589" y="59086"/>
                </a:lnTo>
                <a:lnTo>
                  <a:pt x="730764" y="83375"/>
                </a:lnTo>
                <a:lnTo>
                  <a:pt x="767476" y="111156"/>
                </a:lnTo>
                <a:lnTo>
                  <a:pt x="800388" y="142145"/>
                </a:lnTo>
                <a:lnTo>
                  <a:pt x="829163" y="176056"/>
                </a:lnTo>
                <a:lnTo>
                  <a:pt x="853462" y="212604"/>
                </a:lnTo>
                <a:lnTo>
                  <a:pt x="872948" y="251505"/>
                </a:lnTo>
                <a:lnTo>
                  <a:pt x="887285" y="292474"/>
                </a:lnTo>
                <a:lnTo>
                  <a:pt x="896135" y="335226"/>
                </a:lnTo>
                <a:lnTo>
                  <a:pt x="899160" y="379475"/>
                </a:lnTo>
                <a:lnTo>
                  <a:pt x="896135" y="423725"/>
                </a:lnTo>
                <a:lnTo>
                  <a:pt x="887285" y="466477"/>
                </a:lnTo>
                <a:lnTo>
                  <a:pt x="872948" y="507446"/>
                </a:lnTo>
                <a:lnTo>
                  <a:pt x="853462" y="546347"/>
                </a:lnTo>
                <a:lnTo>
                  <a:pt x="829163" y="582895"/>
                </a:lnTo>
                <a:lnTo>
                  <a:pt x="800388" y="616806"/>
                </a:lnTo>
                <a:lnTo>
                  <a:pt x="767476" y="647795"/>
                </a:lnTo>
                <a:lnTo>
                  <a:pt x="730764" y="675576"/>
                </a:lnTo>
                <a:lnTo>
                  <a:pt x="690589" y="699865"/>
                </a:lnTo>
                <a:lnTo>
                  <a:pt x="647289" y="720376"/>
                </a:lnTo>
                <a:lnTo>
                  <a:pt x="601200" y="736825"/>
                </a:lnTo>
                <a:lnTo>
                  <a:pt x="552661" y="748928"/>
                </a:lnTo>
                <a:lnTo>
                  <a:pt x="502008" y="756398"/>
                </a:lnTo>
                <a:lnTo>
                  <a:pt x="449580" y="758951"/>
                </a:lnTo>
                <a:lnTo>
                  <a:pt x="397151" y="756398"/>
                </a:lnTo>
                <a:lnTo>
                  <a:pt x="346498" y="748928"/>
                </a:lnTo>
                <a:lnTo>
                  <a:pt x="297959" y="736825"/>
                </a:lnTo>
                <a:lnTo>
                  <a:pt x="251870" y="720376"/>
                </a:lnTo>
                <a:lnTo>
                  <a:pt x="208570" y="699865"/>
                </a:lnTo>
                <a:lnTo>
                  <a:pt x="168395" y="675576"/>
                </a:lnTo>
                <a:lnTo>
                  <a:pt x="131683" y="647795"/>
                </a:lnTo>
                <a:lnTo>
                  <a:pt x="98771" y="616806"/>
                </a:lnTo>
                <a:lnTo>
                  <a:pt x="69996" y="582895"/>
                </a:lnTo>
                <a:lnTo>
                  <a:pt x="45697" y="546347"/>
                </a:lnTo>
                <a:lnTo>
                  <a:pt x="26211" y="507446"/>
                </a:lnTo>
                <a:lnTo>
                  <a:pt x="11874" y="466477"/>
                </a:lnTo>
                <a:lnTo>
                  <a:pt x="3024" y="423725"/>
                </a:lnTo>
                <a:lnTo>
                  <a:pt x="0" y="379475"/>
                </a:lnTo>
                <a:close/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8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9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655" name="Google Shape;655;p69"/>
          <p:cNvSpPr txBox="1"/>
          <p:nvPr/>
        </p:nvSpPr>
        <p:spPr>
          <a:xfrm>
            <a:off x="4884165" y="791083"/>
            <a:ext cx="17824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69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7" name="Google Shape;657;p69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112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8" name="Google Shape;658;p69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001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𝖺=8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9" name="Google Shape;659;p69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5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9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69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69"/>
          <p:cNvSpPr txBox="1"/>
          <p:nvPr/>
        </p:nvSpPr>
        <p:spPr>
          <a:xfrm>
            <a:off x="6403594" y="2908554"/>
            <a:ext cx="134620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3" name="Google Shape;663;p69"/>
          <p:cNvGrpSpPr/>
          <p:nvPr/>
        </p:nvGrpSpPr>
        <p:grpSpPr>
          <a:xfrm>
            <a:off x="2328671" y="2868168"/>
            <a:ext cx="546100" cy="533400"/>
            <a:chOff x="2328671" y="2868168"/>
            <a:chExt cx="546100" cy="533400"/>
          </a:xfrm>
        </p:grpSpPr>
        <p:sp>
          <p:nvSpPr>
            <p:cNvPr id="664" name="Google Shape;664;p69"/>
            <p:cNvSpPr/>
            <p:nvPr/>
          </p:nvSpPr>
          <p:spPr>
            <a:xfrm>
              <a:off x="2328671" y="2868168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272795" y="0"/>
                  </a:moveTo>
                  <a:lnTo>
                    <a:pt x="223770" y="4296"/>
                  </a:lnTo>
                  <a:lnTo>
                    <a:pt x="177624" y="16682"/>
                  </a:lnTo>
                  <a:lnTo>
                    <a:pt x="135127" y="36406"/>
                  </a:lnTo>
                  <a:lnTo>
                    <a:pt x="97053" y="62716"/>
                  </a:lnTo>
                  <a:lnTo>
                    <a:pt x="64171" y="94858"/>
                  </a:lnTo>
                  <a:lnTo>
                    <a:pt x="37253" y="132080"/>
                  </a:lnTo>
                  <a:lnTo>
                    <a:pt x="17071" y="173629"/>
                  </a:lnTo>
                  <a:lnTo>
                    <a:pt x="4396" y="218753"/>
                  </a:lnTo>
                  <a:lnTo>
                    <a:pt x="0" y="266700"/>
                  </a:lnTo>
                  <a:lnTo>
                    <a:pt x="4396" y="314646"/>
                  </a:lnTo>
                  <a:lnTo>
                    <a:pt x="17071" y="359770"/>
                  </a:lnTo>
                  <a:lnTo>
                    <a:pt x="37253" y="401320"/>
                  </a:lnTo>
                  <a:lnTo>
                    <a:pt x="64171" y="438541"/>
                  </a:lnTo>
                  <a:lnTo>
                    <a:pt x="97053" y="470683"/>
                  </a:lnTo>
                  <a:lnTo>
                    <a:pt x="135127" y="496993"/>
                  </a:lnTo>
                  <a:lnTo>
                    <a:pt x="177624" y="516717"/>
                  </a:lnTo>
                  <a:lnTo>
                    <a:pt x="223770" y="529103"/>
                  </a:lnTo>
                  <a:lnTo>
                    <a:pt x="272795" y="533400"/>
                  </a:lnTo>
                  <a:lnTo>
                    <a:pt x="321821" y="529103"/>
                  </a:lnTo>
                  <a:lnTo>
                    <a:pt x="367967" y="516717"/>
                  </a:lnTo>
                  <a:lnTo>
                    <a:pt x="410463" y="496993"/>
                  </a:lnTo>
                  <a:lnTo>
                    <a:pt x="448538" y="470683"/>
                  </a:lnTo>
                  <a:lnTo>
                    <a:pt x="481420" y="438541"/>
                  </a:lnTo>
                  <a:lnTo>
                    <a:pt x="508338" y="401319"/>
                  </a:lnTo>
                  <a:lnTo>
                    <a:pt x="528520" y="359770"/>
                  </a:lnTo>
                  <a:lnTo>
                    <a:pt x="541195" y="314646"/>
                  </a:lnTo>
                  <a:lnTo>
                    <a:pt x="545591" y="266700"/>
                  </a:lnTo>
                  <a:lnTo>
                    <a:pt x="541195" y="218753"/>
                  </a:lnTo>
                  <a:lnTo>
                    <a:pt x="528520" y="173629"/>
                  </a:lnTo>
                  <a:lnTo>
                    <a:pt x="508338" y="132079"/>
                  </a:lnTo>
                  <a:lnTo>
                    <a:pt x="481420" y="94858"/>
                  </a:lnTo>
                  <a:lnTo>
                    <a:pt x="448538" y="62716"/>
                  </a:lnTo>
                  <a:lnTo>
                    <a:pt x="410463" y="36406"/>
                  </a:lnTo>
                  <a:lnTo>
                    <a:pt x="367967" y="16682"/>
                  </a:lnTo>
                  <a:lnTo>
                    <a:pt x="321821" y="4296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69"/>
            <p:cNvSpPr/>
            <p:nvPr/>
          </p:nvSpPr>
          <p:spPr>
            <a:xfrm>
              <a:off x="2328671" y="2868168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6" name="Google Shape;666;p69"/>
          <p:cNvSpPr txBox="1"/>
          <p:nvPr/>
        </p:nvSpPr>
        <p:spPr>
          <a:xfrm>
            <a:off x="2493010" y="2855721"/>
            <a:ext cx="2171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ᵦ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3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9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9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9" name="Google Shape;669;p69"/>
          <p:cNvGrpSpPr/>
          <p:nvPr/>
        </p:nvGrpSpPr>
        <p:grpSpPr>
          <a:xfrm>
            <a:off x="641146" y="3945636"/>
            <a:ext cx="1584960" cy="1172451"/>
            <a:chOff x="641146" y="3945636"/>
            <a:chExt cx="1584960" cy="1172451"/>
          </a:xfrm>
        </p:grpSpPr>
        <p:sp>
          <p:nvSpPr>
            <p:cNvPr id="670" name="Google Shape;670;p69"/>
            <p:cNvSpPr/>
            <p:nvPr/>
          </p:nvSpPr>
          <p:spPr>
            <a:xfrm>
              <a:off x="949452" y="3945636"/>
              <a:ext cx="989330" cy="779780"/>
            </a:xfrm>
            <a:custGeom>
              <a:rect b="b" l="l" r="r" t="t"/>
              <a:pathLst>
                <a:path extrusionOk="0" h="779779" w="989330">
                  <a:moveTo>
                    <a:pt x="645541" y="0"/>
                  </a:moveTo>
                  <a:lnTo>
                    <a:pt x="0" y="776986"/>
                  </a:lnTo>
                </a:path>
                <a:path extrusionOk="0" h="779779" w="989330">
                  <a:moveTo>
                    <a:pt x="646176" y="0"/>
                  </a:moveTo>
                  <a:lnTo>
                    <a:pt x="989075" y="779399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69"/>
            <p:cNvSpPr/>
            <p:nvPr/>
          </p:nvSpPr>
          <p:spPr>
            <a:xfrm>
              <a:off x="641146" y="4746612"/>
              <a:ext cx="1584960" cy="371475"/>
            </a:xfrm>
            <a:custGeom>
              <a:rect b="b" l="l" r="r" t="t"/>
              <a:pathLst>
                <a:path extrusionOk="0" h="371475" w="158496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  <a:path extrusionOk="0" h="371475" w="1584960">
                  <a:moveTo>
                    <a:pt x="1584693" y="0"/>
                  </a:moveTo>
                  <a:lnTo>
                    <a:pt x="1056462" y="0"/>
                  </a:lnTo>
                  <a:lnTo>
                    <a:pt x="1056462" y="370852"/>
                  </a:lnTo>
                  <a:lnTo>
                    <a:pt x="1584693" y="370852"/>
                  </a:lnTo>
                  <a:lnTo>
                    <a:pt x="158469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2" name="Google Shape;672;p69"/>
          <p:cNvGrpSpPr/>
          <p:nvPr/>
        </p:nvGrpSpPr>
        <p:grpSpPr>
          <a:xfrm>
            <a:off x="2754122" y="4003547"/>
            <a:ext cx="1234948" cy="1114540"/>
            <a:chOff x="2754122" y="4003547"/>
            <a:chExt cx="1234948" cy="1114540"/>
          </a:xfrm>
        </p:grpSpPr>
        <p:sp>
          <p:nvSpPr>
            <p:cNvPr id="673" name="Google Shape;673;p69"/>
            <p:cNvSpPr/>
            <p:nvPr/>
          </p:nvSpPr>
          <p:spPr>
            <a:xfrm>
              <a:off x="2827020" y="4003547"/>
              <a:ext cx="1162050" cy="735330"/>
            </a:xfrm>
            <a:custGeom>
              <a:rect b="b" l="l" r="r" t="t"/>
              <a:pathLst>
                <a:path extrusionOk="0" h="735329" w="1162050">
                  <a:moveTo>
                    <a:pt x="470407" y="0"/>
                  </a:moveTo>
                  <a:lnTo>
                    <a:pt x="0" y="734949"/>
                  </a:lnTo>
                </a:path>
                <a:path extrusionOk="0" h="735329" w="1162050">
                  <a:moveTo>
                    <a:pt x="469392" y="0"/>
                  </a:moveTo>
                  <a:lnTo>
                    <a:pt x="1162050" y="721487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69"/>
            <p:cNvSpPr/>
            <p:nvPr/>
          </p:nvSpPr>
          <p:spPr>
            <a:xfrm>
              <a:off x="2754122" y="4746612"/>
              <a:ext cx="528320" cy="371475"/>
            </a:xfrm>
            <a:custGeom>
              <a:rect b="b" l="l" r="r" t="t"/>
              <a:pathLst>
                <a:path extrusionOk="0" h="371475" w="52832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5" name="Google Shape;675;p69"/>
          <p:cNvGrpSpPr/>
          <p:nvPr/>
        </p:nvGrpSpPr>
        <p:grpSpPr>
          <a:xfrm>
            <a:off x="4867147" y="4003548"/>
            <a:ext cx="1221486" cy="1114539"/>
            <a:chOff x="4867147" y="4003548"/>
            <a:chExt cx="1221486" cy="1114539"/>
          </a:xfrm>
        </p:grpSpPr>
        <p:sp>
          <p:nvSpPr>
            <p:cNvPr id="676" name="Google Shape;676;p69"/>
            <p:cNvSpPr/>
            <p:nvPr/>
          </p:nvSpPr>
          <p:spPr>
            <a:xfrm>
              <a:off x="5061203" y="4003548"/>
              <a:ext cx="1027430" cy="735965"/>
            </a:xfrm>
            <a:custGeom>
              <a:rect b="b" l="l" r="r" t="t"/>
              <a:pathLst>
                <a:path extrusionOk="0" h="735964" w="1027429">
                  <a:moveTo>
                    <a:pt x="410083" y="0"/>
                  </a:moveTo>
                  <a:lnTo>
                    <a:pt x="0" y="735583"/>
                  </a:lnTo>
                </a:path>
                <a:path extrusionOk="0" h="735964" w="1027429">
                  <a:moveTo>
                    <a:pt x="411480" y="0"/>
                  </a:moveTo>
                  <a:lnTo>
                    <a:pt x="1027049" y="73317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9"/>
            <p:cNvSpPr/>
            <p:nvPr/>
          </p:nvSpPr>
          <p:spPr>
            <a:xfrm>
              <a:off x="4867147" y="4746612"/>
              <a:ext cx="528320" cy="371475"/>
            </a:xfrm>
            <a:custGeom>
              <a:rect b="b" l="l" r="r" t="t"/>
              <a:pathLst>
                <a:path extrusionOk="0" h="371475" w="52832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8" name="Google Shape;678;p69"/>
          <p:cNvSpPr txBox="1"/>
          <p:nvPr/>
        </p:nvSpPr>
        <p:spPr>
          <a:xfrm>
            <a:off x="720039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9"/>
          <p:cNvSpPr txBox="1"/>
          <p:nvPr/>
        </p:nvSpPr>
        <p:spPr>
          <a:xfrm>
            <a:off x="1777110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9"/>
          <p:cNvSpPr txBox="1"/>
          <p:nvPr/>
        </p:nvSpPr>
        <p:spPr>
          <a:xfrm>
            <a:off x="2833877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9"/>
          <p:cNvSpPr txBox="1"/>
          <p:nvPr/>
        </p:nvSpPr>
        <p:spPr>
          <a:xfrm>
            <a:off x="3890898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69"/>
          <p:cNvSpPr txBox="1"/>
          <p:nvPr/>
        </p:nvSpPr>
        <p:spPr>
          <a:xfrm>
            <a:off x="494766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69"/>
          <p:cNvSpPr txBox="1"/>
          <p:nvPr/>
        </p:nvSpPr>
        <p:spPr>
          <a:xfrm>
            <a:off x="600430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9"/>
          <p:cNvSpPr txBox="1"/>
          <p:nvPr/>
        </p:nvSpPr>
        <p:spPr>
          <a:xfrm>
            <a:off x="7061454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9"/>
          <p:cNvSpPr txBox="1"/>
          <p:nvPr/>
        </p:nvSpPr>
        <p:spPr>
          <a:xfrm>
            <a:off x="8118093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69"/>
          <p:cNvSpPr/>
          <p:nvPr/>
        </p:nvSpPr>
        <p:spPr>
          <a:xfrm>
            <a:off x="3560064" y="4504944"/>
            <a:ext cx="899160" cy="759460"/>
          </a:xfrm>
          <a:custGeom>
            <a:rect b="b" l="l" r="r" t="t"/>
            <a:pathLst>
              <a:path extrusionOk="0" h="759460" w="899160">
                <a:moveTo>
                  <a:pt x="131699" y="111124"/>
                </a:moveTo>
                <a:lnTo>
                  <a:pt x="767461" y="647826"/>
                </a:lnTo>
              </a:path>
              <a:path extrusionOk="0" h="759460" w="899160">
                <a:moveTo>
                  <a:pt x="767461" y="111124"/>
                </a:moveTo>
                <a:lnTo>
                  <a:pt x="131699" y="647826"/>
                </a:lnTo>
              </a:path>
              <a:path extrusionOk="0" h="759460" w="899160">
                <a:moveTo>
                  <a:pt x="0" y="379475"/>
                </a:moveTo>
                <a:lnTo>
                  <a:pt x="3024" y="335226"/>
                </a:lnTo>
                <a:lnTo>
                  <a:pt x="11874" y="292474"/>
                </a:lnTo>
                <a:lnTo>
                  <a:pt x="26211" y="251505"/>
                </a:lnTo>
                <a:lnTo>
                  <a:pt x="45697" y="212604"/>
                </a:lnTo>
                <a:lnTo>
                  <a:pt x="69996" y="176056"/>
                </a:lnTo>
                <a:lnTo>
                  <a:pt x="98771" y="142145"/>
                </a:lnTo>
                <a:lnTo>
                  <a:pt x="131683" y="111156"/>
                </a:lnTo>
                <a:lnTo>
                  <a:pt x="168395" y="83375"/>
                </a:lnTo>
                <a:lnTo>
                  <a:pt x="208570" y="59086"/>
                </a:lnTo>
                <a:lnTo>
                  <a:pt x="251870" y="38575"/>
                </a:lnTo>
                <a:lnTo>
                  <a:pt x="297959" y="22126"/>
                </a:lnTo>
                <a:lnTo>
                  <a:pt x="346498" y="10023"/>
                </a:lnTo>
                <a:lnTo>
                  <a:pt x="397151" y="2553"/>
                </a:lnTo>
                <a:lnTo>
                  <a:pt x="449580" y="0"/>
                </a:lnTo>
                <a:lnTo>
                  <a:pt x="502008" y="2553"/>
                </a:lnTo>
                <a:lnTo>
                  <a:pt x="552661" y="10023"/>
                </a:lnTo>
                <a:lnTo>
                  <a:pt x="601200" y="22126"/>
                </a:lnTo>
                <a:lnTo>
                  <a:pt x="647289" y="38575"/>
                </a:lnTo>
                <a:lnTo>
                  <a:pt x="690589" y="59086"/>
                </a:lnTo>
                <a:lnTo>
                  <a:pt x="730764" y="83375"/>
                </a:lnTo>
                <a:lnTo>
                  <a:pt x="767476" y="111156"/>
                </a:lnTo>
                <a:lnTo>
                  <a:pt x="800388" y="142145"/>
                </a:lnTo>
                <a:lnTo>
                  <a:pt x="829163" y="176056"/>
                </a:lnTo>
                <a:lnTo>
                  <a:pt x="853462" y="212604"/>
                </a:lnTo>
                <a:lnTo>
                  <a:pt x="872948" y="251505"/>
                </a:lnTo>
                <a:lnTo>
                  <a:pt x="887285" y="292474"/>
                </a:lnTo>
                <a:lnTo>
                  <a:pt x="896135" y="335226"/>
                </a:lnTo>
                <a:lnTo>
                  <a:pt x="899160" y="379475"/>
                </a:lnTo>
                <a:lnTo>
                  <a:pt x="896135" y="423725"/>
                </a:lnTo>
                <a:lnTo>
                  <a:pt x="887285" y="466477"/>
                </a:lnTo>
                <a:lnTo>
                  <a:pt x="872948" y="507446"/>
                </a:lnTo>
                <a:lnTo>
                  <a:pt x="853462" y="546347"/>
                </a:lnTo>
                <a:lnTo>
                  <a:pt x="829163" y="582895"/>
                </a:lnTo>
                <a:lnTo>
                  <a:pt x="800388" y="616806"/>
                </a:lnTo>
                <a:lnTo>
                  <a:pt x="767476" y="647795"/>
                </a:lnTo>
                <a:lnTo>
                  <a:pt x="730764" y="675576"/>
                </a:lnTo>
                <a:lnTo>
                  <a:pt x="690589" y="699865"/>
                </a:lnTo>
                <a:lnTo>
                  <a:pt x="647289" y="720376"/>
                </a:lnTo>
                <a:lnTo>
                  <a:pt x="601200" y="736825"/>
                </a:lnTo>
                <a:lnTo>
                  <a:pt x="552661" y="748928"/>
                </a:lnTo>
                <a:lnTo>
                  <a:pt x="502008" y="756398"/>
                </a:lnTo>
                <a:lnTo>
                  <a:pt x="449580" y="758951"/>
                </a:lnTo>
                <a:lnTo>
                  <a:pt x="397151" y="756398"/>
                </a:lnTo>
                <a:lnTo>
                  <a:pt x="346498" y="748928"/>
                </a:lnTo>
                <a:lnTo>
                  <a:pt x="297959" y="736825"/>
                </a:lnTo>
                <a:lnTo>
                  <a:pt x="251870" y="720376"/>
                </a:lnTo>
                <a:lnTo>
                  <a:pt x="208570" y="699865"/>
                </a:lnTo>
                <a:lnTo>
                  <a:pt x="168395" y="675576"/>
                </a:lnTo>
                <a:lnTo>
                  <a:pt x="131683" y="647795"/>
                </a:lnTo>
                <a:lnTo>
                  <a:pt x="98771" y="616806"/>
                </a:lnTo>
                <a:lnTo>
                  <a:pt x="69996" y="582895"/>
                </a:lnTo>
                <a:lnTo>
                  <a:pt x="45697" y="546347"/>
                </a:lnTo>
                <a:lnTo>
                  <a:pt x="26211" y="507446"/>
                </a:lnTo>
                <a:lnTo>
                  <a:pt x="11874" y="466477"/>
                </a:lnTo>
                <a:lnTo>
                  <a:pt x="3024" y="423725"/>
                </a:lnTo>
                <a:lnTo>
                  <a:pt x="0" y="379475"/>
                </a:lnTo>
                <a:close/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9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0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693" name="Google Shape;693;p70"/>
          <p:cNvSpPr txBox="1"/>
          <p:nvPr/>
        </p:nvSpPr>
        <p:spPr>
          <a:xfrm>
            <a:off x="4884165" y="791083"/>
            <a:ext cx="17824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70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95" name="Google Shape;695;p70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112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96" name="Google Shape;696;p70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001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𝖺=8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97" name="Google Shape;697;p70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155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𝖺=2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98" name="Google Shape;698;p70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70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70"/>
          <p:cNvSpPr txBox="1"/>
          <p:nvPr/>
        </p:nvSpPr>
        <p:spPr>
          <a:xfrm>
            <a:off x="6403594" y="2908554"/>
            <a:ext cx="134620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70"/>
          <p:cNvGrpSpPr/>
          <p:nvPr/>
        </p:nvGrpSpPr>
        <p:grpSpPr>
          <a:xfrm>
            <a:off x="2328671" y="2868168"/>
            <a:ext cx="546100" cy="533400"/>
            <a:chOff x="2328671" y="2868168"/>
            <a:chExt cx="546100" cy="533400"/>
          </a:xfrm>
        </p:grpSpPr>
        <p:sp>
          <p:nvSpPr>
            <p:cNvPr id="702" name="Google Shape;702;p70"/>
            <p:cNvSpPr/>
            <p:nvPr/>
          </p:nvSpPr>
          <p:spPr>
            <a:xfrm>
              <a:off x="2328671" y="2868168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272795" y="0"/>
                  </a:moveTo>
                  <a:lnTo>
                    <a:pt x="223770" y="4296"/>
                  </a:lnTo>
                  <a:lnTo>
                    <a:pt x="177624" y="16682"/>
                  </a:lnTo>
                  <a:lnTo>
                    <a:pt x="135127" y="36406"/>
                  </a:lnTo>
                  <a:lnTo>
                    <a:pt x="97053" y="62716"/>
                  </a:lnTo>
                  <a:lnTo>
                    <a:pt x="64171" y="94858"/>
                  </a:lnTo>
                  <a:lnTo>
                    <a:pt x="37253" y="132080"/>
                  </a:lnTo>
                  <a:lnTo>
                    <a:pt x="17071" y="173629"/>
                  </a:lnTo>
                  <a:lnTo>
                    <a:pt x="4396" y="218753"/>
                  </a:lnTo>
                  <a:lnTo>
                    <a:pt x="0" y="266700"/>
                  </a:lnTo>
                  <a:lnTo>
                    <a:pt x="4396" y="314646"/>
                  </a:lnTo>
                  <a:lnTo>
                    <a:pt x="17071" y="359770"/>
                  </a:lnTo>
                  <a:lnTo>
                    <a:pt x="37253" y="401320"/>
                  </a:lnTo>
                  <a:lnTo>
                    <a:pt x="64171" y="438541"/>
                  </a:lnTo>
                  <a:lnTo>
                    <a:pt x="97053" y="470683"/>
                  </a:lnTo>
                  <a:lnTo>
                    <a:pt x="135127" y="496993"/>
                  </a:lnTo>
                  <a:lnTo>
                    <a:pt x="177624" y="516717"/>
                  </a:lnTo>
                  <a:lnTo>
                    <a:pt x="223770" y="529103"/>
                  </a:lnTo>
                  <a:lnTo>
                    <a:pt x="272795" y="533400"/>
                  </a:lnTo>
                  <a:lnTo>
                    <a:pt x="321821" y="529103"/>
                  </a:lnTo>
                  <a:lnTo>
                    <a:pt x="367967" y="516717"/>
                  </a:lnTo>
                  <a:lnTo>
                    <a:pt x="410463" y="496993"/>
                  </a:lnTo>
                  <a:lnTo>
                    <a:pt x="448538" y="470683"/>
                  </a:lnTo>
                  <a:lnTo>
                    <a:pt x="481420" y="438541"/>
                  </a:lnTo>
                  <a:lnTo>
                    <a:pt x="508338" y="401319"/>
                  </a:lnTo>
                  <a:lnTo>
                    <a:pt x="528520" y="359770"/>
                  </a:lnTo>
                  <a:lnTo>
                    <a:pt x="541195" y="314646"/>
                  </a:lnTo>
                  <a:lnTo>
                    <a:pt x="545591" y="266700"/>
                  </a:lnTo>
                  <a:lnTo>
                    <a:pt x="541195" y="218753"/>
                  </a:lnTo>
                  <a:lnTo>
                    <a:pt x="528520" y="173629"/>
                  </a:lnTo>
                  <a:lnTo>
                    <a:pt x="508338" y="132079"/>
                  </a:lnTo>
                  <a:lnTo>
                    <a:pt x="481420" y="94858"/>
                  </a:lnTo>
                  <a:lnTo>
                    <a:pt x="448538" y="62716"/>
                  </a:lnTo>
                  <a:lnTo>
                    <a:pt x="410463" y="36406"/>
                  </a:lnTo>
                  <a:lnTo>
                    <a:pt x="367967" y="16682"/>
                  </a:lnTo>
                  <a:lnTo>
                    <a:pt x="321821" y="4296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70"/>
            <p:cNvSpPr/>
            <p:nvPr/>
          </p:nvSpPr>
          <p:spPr>
            <a:xfrm>
              <a:off x="2328671" y="2868168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4" name="Google Shape;704;p70"/>
          <p:cNvSpPr txBox="1"/>
          <p:nvPr/>
        </p:nvSpPr>
        <p:spPr>
          <a:xfrm>
            <a:off x="2493010" y="2855721"/>
            <a:ext cx="2171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ᵦ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3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70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70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7" name="Google Shape;707;p70"/>
          <p:cNvGrpSpPr/>
          <p:nvPr/>
        </p:nvGrpSpPr>
        <p:grpSpPr>
          <a:xfrm>
            <a:off x="641146" y="3945636"/>
            <a:ext cx="1584960" cy="1172451"/>
            <a:chOff x="641146" y="3945636"/>
            <a:chExt cx="1584960" cy="1172451"/>
          </a:xfrm>
        </p:grpSpPr>
        <p:sp>
          <p:nvSpPr>
            <p:cNvPr id="708" name="Google Shape;708;p70"/>
            <p:cNvSpPr/>
            <p:nvPr/>
          </p:nvSpPr>
          <p:spPr>
            <a:xfrm>
              <a:off x="949452" y="3945636"/>
              <a:ext cx="989330" cy="779780"/>
            </a:xfrm>
            <a:custGeom>
              <a:rect b="b" l="l" r="r" t="t"/>
              <a:pathLst>
                <a:path extrusionOk="0" h="779779" w="989330">
                  <a:moveTo>
                    <a:pt x="645541" y="0"/>
                  </a:moveTo>
                  <a:lnTo>
                    <a:pt x="0" y="776986"/>
                  </a:lnTo>
                </a:path>
                <a:path extrusionOk="0" h="779779" w="989330">
                  <a:moveTo>
                    <a:pt x="646176" y="0"/>
                  </a:moveTo>
                  <a:lnTo>
                    <a:pt x="989075" y="779399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0"/>
            <p:cNvSpPr/>
            <p:nvPr/>
          </p:nvSpPr>
          <p:spPr>
            <a:xfrm>
              <a:off x="641146" y="4746612"/>
              <a:ext cx="1584960" cy="371475"/>
            </a:xfrm>
            <a:custGeom>
              <a:rect b="b" l="l" r="r" t="t"/>
              <a:pathLst>
                <a:path extrusionOk="0" h="371475" w="158496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  <a:path extrusionOk="0" h="371475" w="1584960">
                  <a:moveTo>
                    <a:pt x="1584693" y="0"/>
                  </a:moveTo>
                  <a:lnTo>
                    <a:pt x="1056462" y="0"/>
                  </a:lnTo>
                  <a:lnTo>
                    <a:pt x="1056462" y="370852"/>
                  </a:lnTo>
                  <a:lnTo>
                    <a:pt x="1584693" y="370852"/>
                  </a:lnTo>
                  <a:lnTo>
                    <a:pt x="158469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0" name="Google Shape;710;p70"/>
          <p:cNvGrpSpPr/>
          <p:nvPr/>
        </p:nvGrpSpPr>
        <p:grpSpPr>
          <a:xfrm>
            <a:off x="2754122" y="4003547"/>
            <a:ext cx="1234948" cy="1114540"/>
            <a:chOff x="2754122" y="4003547"/>
            <a:chExt cx="1234948" cy="1114540"/>
          </a:xfrm>
        </p:grpSpPr>
        <p:sp>
          <p:nvSpPr>
            <p:cNvPr id="711" name="Google Shape;711;p70"/>
            <p:cNvSpPr/>
            <p:nvPr/>
          </p:nvSpPr>
          <p:spPr>
            <a:xfrm>
              <a:off x="2827020" y="4003547"/>
              <a:ext cx="1162050" cy="735330"/>
            </a:xfrm>
            <a:custGeom>
              <a:rect b="b" l="l" r="r" t="t"/>
              <a:pathLst>
                <a:path extrusionOk="0" h="735329" w="1162050">
                  <a:moveTo>
                    <a:pt x="470407" y="0"/>
                  </a:moveTo>
                  <a:lnTo>
                    <a:pt x="0" y="734949"/>
                  </a:lnTo>
                </a:path>
                <a:path extrusionOk="0" h="735329" w="1162050">
                  <a:moveTo>
                    <a:pt x="469392" y="0"/>
                  </a:moveTo>
                  <a:lnTo>
                    <a:pt x="1162050" y="721487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70"/>
            <p:cNvSpPr/>
            <p:nvPr/>
          </p:nvSpPr>
          <p:spPr>
            <a:xfrm>
              <a:off x="2754122" y="4746612"/>
              <a:ext cx="528320" cy="371475"/>
            </a:xfrm>
            <a:custGeom>
              <a:rect b="b" l="l" r="r" t="t"/>
              <a:pathLst>
                <a:path extrusionOk="0" h="371475" w="52832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70"/>
          <p:cNvGrpSpPr/>
          <p:nvPr/>
        </p:nvGrpSpPr>
        <p:grpSpPr>
          <a:xfrm>
            <a:off x="4867147" y="4003548"/>
            <a:ext cx="1221486" cy="1114539"/>
            <a:chOff x="4867147" y="4003548"/>
            <a:chExt cx="1221486" cy="1114539"/>
          </a:xfrm>
        </p:grpSpPr>
        <p:sp>
          <p:nvSpPr>
            <p:cNvPr id="714" name="Google Shape;714;p70"/>
            <p:cNvSpPr/>
            <p:nvPr/>
          </p:nvSpPr>
          <p:spPr>
            <a:xfrm>
              <a:off x="5061203" y="4003548"/>
              <a:ext cx="1027430" cy="735965"/>
            </a:xfrm>
            <a:custGeom>
              <a:rect b="b" l="l" r="r" t="t"/>
              <a:pathLst>
                <a:path extrusionOk="0" h="735964" w="1027429">
                  <a:moveTo>
                    <a:pt x="410083" y="0"/>
                  </a:moveTo>
                  <a:lnTo>
                    <a:pt x="0" y="735583"/>
                  </a:lnTo>
                </a:path>
                <a:path extrusionOk="0" h="735964" w="1027429">
                  <a:moveTo>
                    <a:pt x="411480" y="0"/>
                  </a:moveTo>
                  <a:lnTo>
                    <a:pt x="1027049" y="73317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70"/>
            <p:cNvSpPr/>
            <p:nvPr/>
          </p:nvSpPr>
          <p:spPr>
            <a:xfrm>
              <a:off x="4867147" y="4746612"/>
              <a:ext cx="528320" cy="371475"/>
            </a:xfrm>
            <a:custGeom>
              <a:rect b="b" l="l" r="r" t="t"/>
              <a:pathLst>
                <a:path extrusionOk="0" h="371475" w="52832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Google Shape;716;p70"/>
          <p:cNvSpPr txBox="1"/>
          <p:nvPr/>
        </p:nvSpPr>
        <p:spPr>
          <a:xfrm>
            <a:off x="720039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70"/>
          <p:cNvSpPr txBox="1"/>
          <p:nvPr/>
        </p:nvSpPr>
        <p:spPr>
          <a:xfrm>
            <a:off x="1777110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70"/>
          <p:cNvSpPr txBox="1"/>
          <p:nvPr/>
        </p:nvSpPr>
        <p:spPr>
          <a:xfrm>
            <a:off x="2833877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70"/>
          <p:cNvSpPr txBox="1"/>
          <p:nvPr/>
        </p:nvSpPr>
        <p:spPr>
          <a:xfrm>
            <a:off x="3890898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70"/>
          <p:cNvSpPr txBox="1"/>
          <p:nvPr/>
        </p:nvSpPr>
        <p:spPr>
          <a:xfrm>
            <a:off x="494766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70"/>
          <p:cNvSpPr txBox="1"/>
          <p:nvPr/>
        </p:nvSpPr>
        <p:spPr>
          <a:xfrm>
            <a:off x="600430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70"/>
          <p:cNvSpPr txBox="1"/>
          <p:nvPr/>
        </p:nvSpPr>
        <p:spPr>
          <a:xfrm>
            <a:off x="7061454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70"/>
          <p:cNvSpPr txBox="1"/>
          <p:nvPr/>
        </p:nvSpPr>
        <p:spPr>
          <a:xfrm>
            <a:off x="8118093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70"/>
          <p:cNvSpPr/>
          <p:nvPr/>
        </p:nvSpPr>
        <p:spPr>
          <a:xfrm>
            <a:off x="3560064" y="4504944"/>
            <a:ext cx="899160" cy="759460"/>
          </a:xfrm>
          <a:custGeom>
            <a:rect b="b" l="l" r="r" t="t"/>
            <a:pathLst>
              <a:path extrusionOk="0" h="759460" w="899160">
                <a:moveTo>
                  <a:pt x="131699" y="111124"/>
                </a:moveTo>
                <a:lnTo>
                  <a:pt x="767461" y="647826"/>
                </a:lnTo>
              </a:path>
              <a:path extrusionOk="0" h="759460" w="899160">
                <a:moveTo>
                  <a:pt x="767461" y="111124"/>
                </a:moveTo>
                <a:lnTo>
                  <a:pt x="131699" y="647826"/>
                </a:lnTo>
              </a:path>
              <a:path extrusionOk="0" h="759460" w="899160">
                <a:moveTo>
                  <a:pt x="0" y="379475"/>
                </a:moveTo>
                <a:lnTo>
                  <a:pt x="3024" y="335226"/>
                </a:lnTo>
                <a:lnTo>
                  <a:pt x="11874" y="292474"/>
                </a:lnTo>
                <a:lnTo>
                  <a:pt x="26211" y="251505"/>
                </a:lnTo>
                <a:lnTo>
                  <a:pt x="45697" y="212604"/>
                </a:lnTo>
                <a:lnTo>
                  <a:pt x="69996" y="176056"/>
                </a:lnTo>
                <a:lnTo>
                  <a:pt x="98771" y="142145"/>
                </a:lnTo>
                <a:lnTo>
                  <a:pt x="131683" y="111156"/>
                </a:lnTo>
                <a:lnTo>
                  <a:pt x="168395" y="83375"/>
                </a:lnTo>
                <a:lnTo>
                  <a:pt x="208570" y="59086"/>
                </a:lnTo>
                <a:lnTo>
                  <a:pt x="251870" y="38575"/>
                </a:lnTo>
                <a:lnTo>
                  <a:pt x="297959" y="22126"/>
                </a:lnTo>
                <a:lnTo>
                  <a:pt x="346498" y="10023"/>
                </a:lnTo>
                <a:lnTo>
                  <a:pt x="397151" y="2553"/>
                </a:lnTo>
                <a:lnTo>
                  <a:pt x="449580" y="0"/>
                </a:lnTo>
                <a:lnTo>
                  <a:pt x="502008" y="2553"/>
                </a:lnTo>
                <a:lnTo>
                  <a:pt x="552661" y="10023"/>
                </a:lnTo>
                <a:lnTo>
                  <a:pt x="601200" y="22126"/>
                </a:lnTo>
                <a:lnTo>
                  <a:pt x="647289" y="38575"/>
                </a:lnTo>
                <a:lnTo>
                  <a:pt x="690589" y="59086"/>
                </a:lnTo>
                <a:lnTo>
                  <a:pt x="730764" y="83375"/>
                </a:lnTo>
                <a:lnTo>
                  <a:pt x="767476" y="111156"/>
                </a:lnTo>
                <a:lnTo>
                  <a:pt x="800388" y="142145"/>
                </a:lnTo>
                <a:lnTo>
                  <a:pt x="829163" y="176056"/>
                </a:lnTo>
                <a:lnTo>
                  <a:pt x="853462" y="212604"/>
                </a:lnTo>
                <a:lnTo>
                  <a:pt x="872948" y="251505"/>
                </a:lnTo>
                <a:lnTo>
                  <a:pt x="887285" y="292474"/>
                </a:lnTo>
                <a:lnTo>
                  <a:pt x="896135" y="335226"/>
                </a:lnTo>
                <a:lnTo>
                  <a:pt x="899160" y="379475"/>
                </a:lnTo>
                <a:lnTo>
                  <a:pt x="896135" y="423725"/>
                </a:lnTo>
                <a:lnTo>
                  <a:pt x="887285" y="466477"/>
                </a:lnTo>
                <a:lnTo>
                  <a:pt x="872948" y="507446"/>
                </a:lnTo>
                <a:lnTo>
                  <a:pt x="853462" y="546347"/>
                </a:lnTo>
                <a:lnTo>
                  <a:pt x="829163" y="582895"/>
                </a:lnTo>
                <a:lnTo>
                  <a:pt x="800388" y="616806"/>
                </a:lnTo>
                <a:lnTo>
                  <a:pt x="767476" y="647795"/>
                </a:lnTo>
                <a:lnTo>
                  <a:pt x="730764" y="675576"/>
                </a:lnTo>
                <a:lnTo>
                  <a:pt x="690589" y="699865"/>
                </a:lnTo>
                <a:lnTo>
                  <a:pt x="647289" y="720376"/>
                </a:lnTo>
                <a:lnTo>
                  <a:pt x="601200" y="736825"/>
                </a:lnTo>
                <a:lnTo>
                  <a:pt x="552661" y="748928"/>
                </a:lnTo>
                <a:lnTo>
                  <a:pt x="502008" y="756398"/>
                </a:lnTo>
                <a:lnTo>
                  <a:pt x="449580" y="758951"/>
                </a:lnTo>
                <a:lnTo>
                  <a:pt x="397151" y="756398"/>
                </a:lnTo>
                <a:lnTo>
                  <a:pt x="346498" y="748928"/>
                </a:lnTo>
                <a:lnTo>
                  <a:pt x="297959" y="736825"/>
                </a:lnTo>
                <a:lnTo>
                  <a:pt x="251870" y="720376"/>
                </a:lnTo>
                <a:lnTo>
                  <a:pt x="208570" y="699865"/>
                </a:lnTo>
                <a:lnTo>
                  <a:pt x="168395" y="675576"/>
                </a:lnTo>
                <a:lnTo>
                  <a:pt x="131683" y="647795"/>
                </a:lnTo>
                <a:lnTo>
                  <a:pt x="98771" y="616806"/>
                </a:lnTo>
                <a:lnTo>
                  <a:pt x="69996" y="582895"/>
                </a:lnTo>
                <a:lnTo>
                  <a:pt x="45697" y="546347"/>
                </a:lnTo>
                <a:lnTo>
                  <a:pt x="26211" y="507446"/>
                </a:lnTo>
                <a:lnTo>
                  <a:pt x="11874" y="466477"/>
                </a:lnTo>
                <a:lnTo>
                  <a:pt x="3024" y="423725"/>
                </a:lnTo>
                <a:lnTo>
                  <a:pt x="0" y="379475"/>
                </a:lnTo>
                <a:close/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70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1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731" name="Google Shape;731;p71"/>
          <p:cNvSpPr txBox="1"/>
          <p:nvPr/>
        </p:nvSpPr>
        <p:spPr>
          <a:xfrm>
            <a:off x="4884165" y="791083"/>
            <a:ext cx="17824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71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33" name="Google Shape;733;p71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112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𝖺=6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34" name="Google Shape;734;p71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001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136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𝖺=8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35" name="Google Shape;735;p71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solidFill>
            <a:srgbClr val="F1F1F1"/>
          </a:solidFill>
          <a:ln cap="flat" cmpd="sng" w="24375">
            <a:solidFill>
              <a:srgbClr val="001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155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𝖺=2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36" name="Google Shape;736;p71"/>
          <p:cNvSpPr txBox="1"/>
          <p:nvPr/>
        </p:nvSpPr>
        <p:spPr>
          <a:xfrm>
            <a:off x="7229856" y="3587496"/>
            <a:ext cx="685800" cy="381000"/>
          </a:xfrm>
          <a:prstGeom prst="rect">
            <a:avLst/>
          </a:prstGeom>
          <a:noFill/>
          <a:ln cap="flat" cmpd="sng" w="24375">
            <a:solidFill>
              <a:srgbClr val="001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71"/>
          <p:cNvSpPr/>
          <p:nvPr/>
        </p:nvSpPr>
        <p:spPr>
          <a:xfrm>
            <a:off x="6196584" y="2788920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71"/>
          <p:cNvSpPr txBox="1"/>
          <p:nvPr/>
        </p:nvSpPr>
        <p:spPr>
          <a:xfrm>
            <a:off x="6360921" y="2777490"/>
            <a:ext cx="217170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ᵦ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9" name="Google Shape;739;p71"/>
          <p:cNvGrpSpPr/>
          <p:nvPr/>
        </p:nvGrpSpPr>
        <p:grpSpPr>
          <a:xfrm>
            <a:off x="2328671" y="2868168"/>
            <a:ext cx="546100" cy="533400"/>
            <a:chOff x="2328671" y="2868168"/>
            <a:chExt cx="546100" cy="533400"/>
          </a:xfrm>
        </p:grpSpPr>
        <p:sp>
          <p:nvSpPr>
            <p:cNvPr id="740" name="Google Shape;740;p71"/>
            <p:cNvSpPr/>
            <p:nvPr/>
          </p:nvSpPr>
          <p:spPr>
            <a:xfrm>
              <a:off x="2328671" y="2868168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272795" y="0"/>
                  </a:moveTo>
                  <a:lnTo>
                    <a:pt x="223770" y="4296"/>
                  </a:lnTo>
                  <a:lnTo>
                    <a:pt x="177624" y="16682"/>
                  </a:lnTo>
                  <a:lnTo>
                    <a:pt x="135127" y="36406"/>
                  </a:lnTo>
                  <a:lnTo>
                    <a:pt x="97053" y="62716"/>
                  </a:lnTo>
                  <a:lnTo>
                    <a:pt x="64171" y="94858"/>
                  </a:lnTo>
                  <a:lnTo>
                    <a:pt x="37253" y="132080"/>
                  </a:lnTo>
                  <a:lnTo>
                    <a:pt x="17071" y="173629"/>
                  </a:lnTo>
                  <a:lnTo>
                    <a:pt x="4396" y="218753"/>
                  </a:lnTo>
                  <a:lnTo>
                    <a:pt x="0" y="266700"/>
                  </a:lnTo>
                  <a:lnTo>
                    <a:pt x="4396" y="314646"/>
                  </a:lnTo>
                  <a:lnTo>
                    <a:pt x="17071" y="359770"/>
                  </a:lnTo>
                  <a:lnTo>
                    <a:pt x="37253" y="401320"/>
                  </a:lnTo>
                  <a:lnTo>
                    <a:pt x="64171" y="438541"/>
                  </a:lnTo>
                  <a:lnTo>
                    <a:pt x="97053" y="470683"/>
                  </a:lnTo>
                  <a:lnTo>
                    <a:pt x="135127" y="496993"/>
                  </a:lnTo>
                  <a:lnTo>
                    <a:pt x="177624" y="516717"/>
                  </a:lnTo>
                  <a:lnTo>
                    <a:pt x="223770" y="529103"/>
                  </a:lnTo>
                  <a:lnTo>
                    <a:pt x="272795" y="533400"/>
                  </a:lnTo>
                  <a:lnTo>
                    <a:pt x="321821" y="529103"/>
                  </a:lnTo>
                  <a:lnTo>
                    <a:pt x="367967" y="516717"/>
                  </a:lnTo>
                  <a:lnTo>
                    <a:pt x="410463" y="496993"/>
                  </a:lnTo>
                  <a:lnTo>
                    <a:pt x="448538" y="470683"/>
                  </a:lnTo>
                  <a:lnTo>
                    <a:pt x="481420" y="438541"/>
                  </a:lnTo>
                  <a:lnTo>
                    <a:pt x="508338" y="401319"/>
                  </a:lnTo>
                  <a:lnTo>
                    <a:pt x="528520" y="359770"/>
                  </a:lnTo>
                  <a:lnTo>
                    <a:pt x="541195" y="314646"/>
                  </a:lnTo>
                  <a:lnTo>
                    <a:pt x="545591" y="266700"/>
                  </a:lnTo>
                  <a:lnTo>
                    <a:pt x="541195" y="218753"/>
                  </a:lnTo>
                  <a:lnTo>
                    <a:pt x="528520" y="173629"/>
                  </a:lnTo>
                  <a:lnTo>
                    <a:pt x="508338" y="132079"/>
                  </a:lnTo>
                  <a:lnTo>
                    <a:pt x="481420" y="94858"/>
                  </a:lnTo>
                  <a:lnTo>
                    <a:pt x="448538" y="62716"/>
                  </a:lnTo>
                  <a:lnTo>
                    <a:pt x="410463" y="36406"/>
                  </a:lnTo>
                  <a:lnTo>
                    <a:pt x="367967" y="16682"/>
                  </a:lnTo>
                  <a:lnTo>
                    <a:pt x="321821" y="4296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71"/>
            <p:cNvSpPr/>
            <p:nvPr/>
          </p:nvSpPr>
          <p:spPr>
            <a:xfrm>
              <a:off x="2328671" y="2868168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2" name="Google Shape;742;p71"/>
          <p:cNvSpPr txBox="1"/>
          <p:nvPr/>
        </p:nvSpPr>
        <p:spPr>
          <a:xfrm>
            <a:off x="2493010" y="2855721"/>
            <a:ext cx="2171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ᵦ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3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71"/>
          <p:cNvSpPr/>
          <p:nvPr/>
        </p:nvSpPr>
        <p:spPr>
          <a:xfrm>
            <a:off x="1595627" y="2400300"/>
            <a:ext cx="5980430" cy="1221740"/>
          </a:xfrm>
          <a:custGeom>
            <a:rect b="b" l="l" r="r" t="t"/>
            <a:pathLst>
              <a:path extrusionOk="0" h="1221739" w="5980430">
                <a:moveTo>
                  <a:pt x="2850896" y="0"/>
                </a:moveTo>
                <a:lnTo>
                  <a:pt x="1008888" y="470662"/>
                </a:lnTo>
              </a:path>
              <a:path extrusionOk="0" h="1221739" w="5980430">
                <a:moveTo>
                  <a:pt x="2849880" y="0"/>
                </a:moveTo>
                <a:lnTo>
                  <a:pt x="4874641" y="392429"/>
                </a:lnTo>
              </a:path>
              <a:path extrusionOk="0" h="1221739" w="5980430">
                <a:moveTo>
                  <a:pt x="815340" y="923544"/>
                </a:moveTo>
                <a:lnTo>
                  <a:pt x="0" y="1163827"/>
                </a:lnTo>
              </a:path>
              <a:path extrusionOk="0" h="1221739" w="5980430">
                <a:moveTo>
                  <a:pt x="1200911" y="923544"/>
                </a:moveTo>
                <a:lnTo>
                  <a:pt x="1701673" y="1219327"/>
                </a:lnTo>
              </a:path>
              <a:path extrusionOk="0" h="1221739" w="5980430">
                <a:moveTo>
                  <a:pt x="4683125" y="847344"/>
                </a:moveTo>
                <a:lnTo>
                  <a:pt x="3877056" y="1221486"/>
                </a:lnTo>
              </a:path>
              <a:path extrusionOk="0" h="1221739" w="5980430">
                <a:moveTo>
                  <a:pt x="5068824" y="847344"/>
                </a:moveTo>
                <a:lnTo>
                  <a:pt x="5980176" y="119049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71"/>
          <p:cNvSpPr/>
          <p:nvPr/>
        </p:nvSpPr>
        <p:spPr>
          <a:xfrm>
            <a:off x="7112507" y="3970020"/>
            <a:ext cx="1078865" cy="764540"/>
          </a:xfrm>
          <a:custGeom>
            <a:rect b="b" l="l" r="r" t="t"/>
            <a:pathLst>
              <a:path extrusionOk="0" h="764539" w="1078865">
                <a:moveTo>
                  <a:pt x="461645" y="0"/>
                </a:moveTo>
                <a:lnTo>
                  <a:pt x="0" y="764158"/>
                </a:lnTo>
              </a:path>
              <a:path extrusionOk="0" h="764539" w="1078865">
                <a:moveTo>
                  <a:pt x="463296" y="0"/>
                </a:moveTo>
                <a:lnTo>
                  <a:pt x="1078865" y="764158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5" name="Google Shape;745;p71"/>
          <p:cNvGrpSpPr/>
          <p:nvPr/>
        </p:nvGrpSpPr>
        <p:grpSpPr>
          <a:xfrm>
            <a:off x="641146" y="3945636"/>
            <a:ext cx="1584960" cy="1172451"/>
            <a:chOff x="641146" y="3945636"/>
            <a:chExt cx="1584960" cy="1172451"/>
          </a:xfrm>
        </p:grpSpPr>
        <p:sp>
          <p:nvSpPr>
            <p:cNvPr id="746" name="Google Shape;746;p71"/>
            <p:cNvSpPr/>
            <p:nvPr/>
          </p:nvSpPr>
          <p:spPr>
            <a:xfrm>
              <a:off x="949452" y="3945636"/>
              <a:ext cx="989330" cy="779780"/>
            </a:xfrm>
            <a:custGeom>
              <a:rect b="b" l="l" r="r" t="t"/>
              <a:pathLst>
                <a:path extrusionOk="0" h="779779" w="989330">
                  <a:moveTo>
                    <a:pt x="645541" y="0"/>
                  </a:moveTo>
                  <a:lnTo>
                    <a:pt x="0" y="776986"/>
                  </a:lnTo>
                </a:path>
                <a:path extrusionOk="0" h="779779" w="989330">
                  <a:moveTo>
                    <a:pt x="646176" y="0"/>
                  </a:moveTo>
                  <a:lnTo>
                    <a:pt x="989075" y="779399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71"/>
            <p:cNvSpPr/>
            <p:nvPr/>
          </p:nvSpPr>
          <p:spPr>
            <a:xfrm>
              <a:off x="641146" y="4746612"/>
              <a:ext cx="1584960" cy="371475"/>
            </a:xfrm>
            <a:custGeom>
              <a:rect b="b" l="l" r="r" t="t"/>
              <a:pathLst>
                <a:path extrusionOk="0" h="371475" w="158496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  <a:path extrusionOk="0" h="371475" w="1584960">
                  <a:moveTo>
                    <a:pt x="1584693" y="0"/>
                  </a:moveTo>
                  <a:lnTo>
                    <a:pt x="1056462" y="0"/>
                  </a:lnTo>
                  <a:lnTo>
                    <a:pt x="1056462" y="370852"/>
                  </a:lnTo>
                  <a:lnTo>
                    <a:pt x="1584693" y="370852"/>
                  </a:lnTo>
                  <a:lnTo>
                    <a:pt x="158469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8" name="Google Shape;748;p71"/>
          <p:cNvGrpSpPr/>
          <p:nvPr/>
        </p:nvGrpSpPr>
        <p:grpSpPr>
          <a:xfrm>
            <a:off x="2754122" y="4003547"/>
            <a:ext cx="1234948" cy="1114540"/>
            <a:chOff x="2754122" y="4003547"/>
            <a:chExt cx="1234948" cy="1114540"/>
          </a:xfrm>
        </p:grpSpPr>
        <p:sp>
          <p:nvSpPr>
            <p:cNvPr id="749" name="Google Shape;749;p71"/>
            <p:cNvSpPr/>
            <p:nvPr/>
          </p:nvSpPr>
          <p:spPr>
            <a:xfrm>
              <a:off x="2827020" y="4003547"/>
              <a:ext cx="1162050" cy="735330"/>
            </a:xfrm>
            <a:custGeom>
              <a:rect b="b" l="l" r="r" t="t"/>
              <a:pathLst>
                <a:path extrusionOk="0" h="735329" w="1162050">
                  <a:moveTo>
                    <a:pt x="470407" y="0"/>
                  </a:moveTo>
                  <a:lnTo>
                    <a:pt x="0" y="734949"/>
                  </a:lnTo>
                </a:path>
                <a:path extrusionOk="0" h="735329" w="1162050">
                  <a:moveTo>
                    <a:pt x="469392" y="0"/>
                  </a:moveTo>
                  <a:lnTo>
                    <a:pt x="1162050" y="721487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71"/>
            <p:cNvSpPr/>
            <p:nvPr/>
          </p:nvSpPr>
          <p:spPr>
            <a:xfrm>
              <a:off x="2754122" y="4746612"/>
              <a:ext cx="528320" cy="371475"/>
            </a:xfrm>
            <a:custGeom>
              <a:rect b="b" l="l" r="r" t="t"/>
              <a:pathLst>
                <a:path extrusionOk="0" h="371475" w="52832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p71"/>
          <p:cNvGrpSpPr/>
          <p:nvPr/>
        </p:nvGrpSpPr>
        <p:grpSpPr>
          <a:xfrm>
            <a:off x="4867148" y="4003548"/>
            <a:ext cx="1584960" cy="1114539"/>
            <a:chOff x="4867148" y="4003548"/>
            <a:chExt cx="1584960" cy="1114539"/>
          </a:xfrm>
        </p:grpSpPr>
        <p:sp>
          <p:nvSpPr>
            <p:cNvPr id="752" name="Google Shape;752;p71"/>
            <p:cNvSpPr/>
            <p:nvPr/>
          </p:nvSpPr>
          <p:spPr>
            <a:xfrm>
              <a:off x="5061203" y="4003548"/>
              <a:ext cx="1027430" cy="735965"/>
            </a:xfrm>
            <a:custGeom>
              <a:rect b="b" l="l" r="r" t="t"/>
              <a:pathLst>
                <a:path extrusionOk="0" h="735964" w="1027429">
                  <a:moveTo>
                    <a:pt x="410083" y="0"/>
                  </a:moveTo>
                  <a:lnTo>
                    <a:pt x="0" y="735583"/>
                  </a:lnTo>
                </a:path>
                <a:path extrusionOk="0" h="735964" w="1027429">
                  <a:moveTo>
                    <a:pt x="411480" y="0"/>
                  </a:moveTo>
                  <a:lnTo>
                    <a:pt x="1027049" y="73317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71"/>
            <p:cNvSpPr/>
            <p:nvPr/>
          </p:nvSpPr>
          <p:spPr>
            <a:xfrm>
              <a:off x="4867148" y="4746612"/>
              <a:ext cx="1584960" cy="371475"/>
            </a:xfrm>
            <a:custGeom>
              <a:rect b="b" l="l" r="r" t="t"/>
              <a:pathLst>
                <a:path extrusionOk="0" h="371475" w="1584960">
                  <a:moveTo>
                    <a:pt x="528243" y="0"/>
                  </a:moveTo>
                  <a:lnTo>
                    <a:pt x="0" y="0"/>
                  </a:lnTo>
                  <a:lnTo>
                    <a:pt x="0" y="370852"/>
                  </a:lnTo>
                  <a:lnTo>
                    <a:pt x="528243" y="370852"/>
                  </a:lnTo>
                  <a:lnTo>
                    <a:pt x="528243" y="0"/>
                  </a:lnTo>
                  <a:close/>
                </a:path>
                <a:path extrusionOk="0" h="371475" w="1584960">
                  <a:moveTo>
                    <a:pt x="1584756" y="0"/>
                  </a:moveTo>
                  <a:lnTo>
                    <a:pt x="1056513" y="0"/>
                  </a:lnTo>
                  <a:lnTo>
                    <a:pt x="1056513" y="370852"/>
                  </a:lnTo>
                  <a:lnTo>
                    <a:pt x="1584756" y="370852"/>
                  </a:lnTo>
                  <a:lnTo>
                    <a:pt x="158475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4" name="Google Shape;754;p71"/>
          <p:cNvSpPr txBox="1"/>
          <p:nvPr/>
        </p:nvSpPr>
        <p:spPr>
          <a:xfrm>
            <a:off x="720039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71"/>
          <p:cNvSpPr txBox="1"/>
          <p:nvPr/>
        </p:nvSpPr>
        <p:spPr>
          <a:xfrm>
            <a:off x="1777110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71"/>
          <p:cNvSpPr txBox="1"/>
          <p:nvPr/>
        </p:nvSpPr>
        <p:spPr>
          <a:xfrm>
            <a:off x="2833877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71"/>
          <p:cNvSpPr txBox="1"/>
          <p:nvPr/>
        </p:nvSpPr>
        <p:spPr>
          <a:xfrm>
            <a:off x="3890898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71"/>
          <p:cNvSpPr txBox="1"/>
          <p:nvPr/>
        </p:nvSpPr>
        <p:spPr>
          <a:xfrm>
            <a:off x="494766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71"/>
          <p:cNvSpPr txBox="1"/>
          <p:nvPr/>
        </p:nvSpPr>
        <p:spPr>
          <a:xfrm>
            <a:off x="6004305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71"/>
          <p:cNvSpPr txBox="1"/>
          <p:nvPr/>
        </p:nvSpPr>
        <p:spPr>
          <a:xfrm>
            <a:off x="7061454" y="4766259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71"/>
          <p:cNvSpPr txBox="1"/>
          <p:nvPr/>
        </p:nvSpPr>
        <p:spPr>
          <a:xfrm>
            <a:off x="8118093" y="4766259"/>
            <a:ext cx="2571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71"/>
          <p:cNvSpPr/>
          <p:nvPr/>
        </p:nvSpPr>
        <p:spPr>
          <a:xfrm>
            <a:off x="3560064" y="4504944"/>
            <a:ext cx="899160" cy="759460"/>
          </a:xfrm>
          <a:custGeom>
            <a:rect b="b" l="l" r="r" t="t"/>
            <a:pathLst>
              <a:path extrusionOk="0" h="759460" w="899160">
                <a:moveTo>
                  <a:pt x="131699" y="111124"/>
                </a:moveTo>
                <a:lnTo>
                  <a:pt x="767461" y="647826"/>
                </a:lnTo>
              </a:path>
              <a:path extrusionOk="0" h="759460" w="899160">
                <a:moveTo>
                  <a:pt x="767461" y="111124"/>
                </a:moveTo>
                <a:lnTo>
                  <a:pt x="131699" y="647826"/>
                </a:lnTo>
              </a:path>
              <a:path extrusionOk="0" h="759460" w="899160">
                <a:moveTo>
                  <a:pt x="0" y="379475"/>
                </a:moveTo>
                <a:lnTo>
                  <a:pt x="3024" y="335226"/>
                </a:lnTo>
                <a:lnTo>
                  <a:pt x="11874" y="292474"/>
                </a:lnTo>
                <a:lnTo>
                  <a:pt x="26211" y="251505"/>
                </a:lnTo>
                <a:lnTo>
                  <a:pt x="45697" y="212604"/>
                </a:lnTo>
                <a:lnTo>
                  <a:pt x="69996" y="176056"/>
                </a:lnTo>
                <a:lnTo>
                  <a:pt x="98771" y="142145"/>
                </a:lnTo>
                <a:lnTo>
                  <a:pt x="131683" y="111156"/>
                </a:lnTo>
                <a:lnTo>
                  <a:pt x="168395" y="83375"/>
                </a:lnTo>
                <a:lnTo>
                  <a:pt x="208570" y="59086"/>
                </a:lnTo>
                <a:lnTo>
                  <a:pt x="251870" y="38575"/>
                </a:lnTo>
                <a:lnTo>
                  <a:pt x="297959" y="22126"/>
                </a:lnTo>
                <a:lnTo>
                  <a:pt x="346498" y="10023"/>
                </a:lnTo>
                <a:lnTo>
                  <a:pt x="397151" y="2553"/>
                </a:lnTo>
                <a:lnTo>
                  <a:pt x="449580" y="0"/>
                </a:lnTo>
                <a:lnTo>
                  <a:pt x="502008" y="2553"/>
                </a:lnTo>
                <a:lnTo>
                  <a:pt x="552661" y="10023"/>
                </a:lnTo>
                <a:lnTo>
                  <a:pt x="601200" y="22126"/>
                </a:lnTo>
                <a:lnTo>
                  <a:pt x="647289" y="38575"/>
                </a:lnTo>
                <a:lnTo>
                  <a:pt x="690589" y="59086"/>
                </a:lnTo>
                <a:lnTo>
                  <a:pt x="730764" y="83375"/>
                </a:lnTo>
                <a:lnTo>
                  <a:pt x="767476" y="111156"/>
                </a:lnTo>
                <a:lnTo>
                  <a:pt x="800388" y="142145"/>
                </a:lnTo>
                <a:lnTo>
                  <a:pt x="829163" y="176056"/>
                </a:lnTo>
                <a:lnTo>
                  <a:pt x="853462" y="212604"/>
                </a:lnTo>
                <a:lnTo>
                  <a:pt x="872948" y="251505"/>
                </a:lnTo>
                <a:lnTo>
                  <a:pt x="887285" y="292474"/>
                </a:lnTo>
                <a:lnTo>
                  <a:pt x="896135" y="335226"/>
                </a:lnTo>
                <a:lnTo>
                  <a:pt x="899160" y="379475"/>
                </a:lnTo>
                <a:lnTo>
                  <a:pt x="896135" y="423725"/>
                </a:lnTo>
                <a:lnTo>
                  <a:pt x="887285" y="466477"/>
                </a:lnTo>
                <a:lnTo>
                  <a:pt x="872948" y="507446"/>
                </a:lnTo>
                <a:lnTo>
                  <a:pt x="853462" y="546347"/>
                </a:lnTo>
                <a:lnTo>
                  <a:pt x="829163" y="582895"/>
                </a:lnTo>
                <a:lnTo>
                  <a:pt x="800388" y="616806"/>
                </a:lnTo>
                <a:lnTo>
                  <a:pt x="767476" y="647795"/>
                </a:lnTo>
                <a:lnTo>
                  <a:pt x="730764" y="675576"/>
                </a:lnTo>
                <a:lnTo>
                  <a:pt x="690589" y="699865"/>
                </a:lnTo>
                <a:lnTo>
                  <a:pt x="647289" y="720376"/>
                </a:lnTo>
                <a:lnTo>
                  <a:pt x="601200" y="736825"/>
                </a:lnTo>
                <a:lnTo>
                  <a:pt x="552661" y="748928"/>
                </a:lnTo>
                <a:lnTo>
                  <a:pt x="502008" y="756398"/>
                </a:lnTo>
                <a:lnTo>
                  <a:pt x="449580" y="758951"/>
                </a:lnTo>
                <a:lnTo>
                  <a:pt x="397151" y="756398"/>
                </a:lnTo>
                <a:lnTo>
                  <a:pt x="346498" y="748928"/>
                </a:lnTo>
                <a:lnTo>
                  <a:pt x="297959" y="736825"/>
                </a:lnTo>
                <a:lnTo>
                  <a:pt x="251870" y="720376"/>
                </a:lnTo>
                <a:lnTo>
                  <a:pt x="208570" y="699865"/>
                </a:lnTo>
                <a:lnTo>
                  <a:pt x="168395" y="675576"/>
                </a:lnTo>
                <a:lnTo>
                  <a:pt x="131683" y="647795"/>
                </a:lnTo>
                <a:lnTo>
                  <a:pt x="98771" y="616806"/>
                </a:lnTo>
                <a:lnTo>
                  <a:pt x="69996" y="582895"/>
                </a:lnTo>
                <a:lnTo>
                  <a:pt x="45697" y="546347"/>
                </a:lnTo>
                <a:lnTo>
                  <a:pt x="26211" y="507446"/>
                </a:lnTo>
                <a:lnTo>
                  <a:pt x="11874" y="466477"/>
                </a:lnTo>
                <a:lnTo>
                  <a:pt x="3024" y="423725"/>
                </a:lnTo>
                <a:lnTo>
                  <a:pt x="0" y="379475"/>
                </a:lnTo>
                <a:close/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71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2"/>
          <p:cNvSpPr txBox="1"/>
          <p:nvPr>
            <p:ph type="title"/>
          </p:nvPr>
        </p:nvSpPr>
        <p:spPr>
          <a:xfrm>
            <a:off x="383540" y="278638"/>
            <a:ext cx="2463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Beta Pruning</a:t>
            </a:r>
            <a:endParaRPr/>
          </a:p>
        </p:txBody>
      </p:sp>
      <p:sp>
        <p:nvSpPr>
          <p:cNvPr id="769" name="Google Shape;769;p72"/>
          <p:cNvSpPr txBox="1"/>
          <p:nvPr/>
        </p:nvSpPr>
        <p:spPr>
          <a:xfrm>
            <a:off x="4012184" y="791083"/>
            <a:ext cx="26555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Idea – Alpha Pruning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72"/>
          <p:cNvSpPr txBox="1"/>
          <p:nvPr/>
        </p:nvSpPr>
        <p:spPr>
          <a:xfrm>
            <a:off x="4102608" y="2017776"/>
            <a:ext cx="685800" cy="381000"/>
          </a:xfrm>
          <a:prstGeom prst="rect">
            <a:avLst/>
          </a:prstGeom>
          <a:solidFill>
            <a:srgbClr val="D7D7D7"/>
          </a:solidFill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72"/>
          <p:cNvSpPr txBox="1"/>
          <p:nvPr/>
        </p:nvSpPr>
        <p:spPr>
          <a:xfrm>
            <a:off x="1252727" y="3563111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72"/>
          <p:cNvSpPr txBox="1"/>
          <p:nvPr/>
        </p:nvSpPr>
        <p:spPr>
          <a:xfrm>
            <a:off x="2953511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72"/>
          <p:cNvSpPr txBox="1"/>
          <p:nvPr/>
        </p:nvSpPr>
        <p:spPr>
          <a:xfrm>
            <a:off x="5126735" y="3621023"/>
            <a:ext cx="685800" cy="381000"/>
          </a:xfrm>
          <a:prstGeom prst="rect">
            <a:avLst/>
          </a:pr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31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4" name="Google Shape;774;p72"/>
          <p:cNvGrpSpPr/>
          <p:nvPr/>
        </p:nvGrpSpPr>
        <p:grpSpPr>
          <a:xfrm>
            <a:off x="6196584" y="2788920"/>
            <a:ext cx="1719072" cy="1179575"/>
            <a:chOff x="6196584" y="2788920"/>
            <a:chExt cx="1719072" cy="1179575"/>
          </a:xfrm>
        </p:grpSpPr>
        <p:sp>
          <p:nvSpPr>
            <p:cNvPr id="775" name="Google Shape;775;p72"/>
            <p:cNvSpPr/>
            <p:nvPr/>
          </p:nvSpPr>
          <p:spPr>
            <a:xfrm>
              <a:off x="7229856" y="3587495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0999"/>
                  </a:moveTo>
                  <a:lnTo>
                    <a:pt x="685800" y="380999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72"/>
            <p:cNvSpPr/>
            <p:nvPr/>
          </p:nvSpPr>
          <p:spPr>
            <a:xfrm>
              <a:off x="6196584" y="2788920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272795" y="0"/>
                  </a:moveTo>
                  <a:lnTo>
                    <a:pt x="223770" y="4296"/>
                  </a:lnTo>
                  <a:lnTo>
                    <a:pt x="177624" y="16682"/>
                  </a:lnTo>
                  <a:lnTo>
                    <a:pt x="135127" y="36406"/>
                  </a:lnTo>
                  <a:lnTo>
                    <a:pt x="97053" y="62716"/>
                  </a:lnTo>
                  <a:lnTo>
                    <a:pt x="64171" y="94858"/>
                  </a:lnTo>
                  <a:lnTo>
                    <a:pt x="37253" y="132080"/>
                  </a:lnTo>
                  <a:lnTo>
                    <a:pt x="17071" y="173629"/>
                  </a:lnTo>
                  <a:lnTo>
                    <a:pt x="4396" y="218753"/>
                  </a:lnTo>
                  <a:lnTo>
                    <a:pt x="0" y="266700"/>
                  </a:lnTo>
                  <a:lnTo>
                    <a:pt x="4396" y="314646"/>
                  </a:lnTo>
                  <a:lnTo>
                    <a:pt x="17071" y="359770"/>
                  </a:lnTo>
                  <a:lnTo>
                    <a:pt x="37253" y="401320"/>
                  </a:lnTo>
                  <a:lnTo>
                    <a:pt x="64171" y="438541"/>
                  </a:lnTo>
                  <a:lnTo>
                    <a:pt x="97053" y="470683"/>
                  </a:lnTo>
                  <a:lnTo>
                    <a:pt x="135127" y="496993"/>
                  </a:lnTo>
                  <a:lnTo>
                    <a:pt x="177624" y="516717"/>
                  </a:lnTo>
                  <a:lnTo>
                    <a:pt x="223770" y="529103"/>
                  </a:lnTo>
                  <a:lnTo>
                    <a:pt x="272795" y="533400"/>
                  </a:lnTo>
                  <a:lnTo>
                    <a:pt x="321821" y="529103"/>
                  </a:lnTo>
                  <a:lnTo>
                    <a:pt x="367967" y="516717"/>
                  </a:lnTo>
                  <a:lnTo>
                    <a:pt x="410463" y="496993"/>
                  </a:lnTo>
                  <a:lnTo>
                    <a:pt x="448538" y="470683"/>
                  </a:lnTo>
                  <a:lnTo>
                    <a:pt x="481420" y="438541"/>
                  </a:lnTo>
                  <a:lnTo>
                    <a:pt x="508338" y="401319"/>
                  </a:lnTo>
                  <a:lnTo>
                    <a:pt x="528520" y="359770"/>
                  </a:lnTo>
                  <a:lnTo>
                    <a:pt x="541195" y="314646"/>
                  </a:lnTo>
                  <a:lnTo>
                    <a:pt x="545591" y="266700"/>
                  </a:lnTo>
                  <a:lnTo>
                    <a:pt x="541195" y="218753"/>
                  </a:lnTo>
                  <a:lnTo>
                    <a:pt x="528520" y="173629"/>
                  </a:lnTo>
                  <a:lnTo>
                    <a:pt x="508338" y="132079"/>
                  </a:lnTo>
                  <a:lnTo>
                    <a:pt x="481420" y="94858"/>
                  </a:lnTo>
                  <a:lnTo>
                    <a:pt x="448538" y="62716"/>
                  </a:lnTo>
                  <a:lnTo>
                    <a:pt x="410463" y="36406"/>
                  </a:lnTo>
                  <a:lnTo>
                    <a:pt x="367967" y="16682"/>
                  </a:lnTo>
                  <a:lnTo>
                    <a:pt x="321821" y="4296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72"/>
            <p:cNvSpPr/>
            <p:nvPr/>
          </p:nvSpPr>
          <p:spPr>
            <a:xfrm>
              <a:off x="6196584" y="2788920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8" name="Google Shape;778;p72"/>
          <p:cNvSpPr txBox="1"/>
          <p:nvPr/>
        </p:nvSpPr>
        <p:spPr>
          <a:xfrm>
            <a:off x="6357873" y="2786633"/>
            <a:ext cx="224154" cy="5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09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2?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72"/>
          <p:cNvSpPr/>
          <p:nvPr/>
        </p:nvSpPr>
        <p:spPr>
          <a:xfrm>
            <a:off x="2328672" y="2868167"/>
            <a:ext cx="546100" cy="533400"/>
          </a:xfrm>
          <a:custGeom>
            <a:rect b="b" l="l" r="r" t="t"/>
            <a:pathLst>
              <a:path extrusionOk="0" h="533400" w="546100">
                <a:moveTo>
                  <a:pt x="0" y="266700"/>
                </a:moveTo>
                <a:lnTo>
                  <a:pt x="4396" y="218753"/>
                </a:lnTo>
                <a:lnTo>
                  <a:pt x="17071" y="173629"/>
                </a:lnTo>
                <a:lnTo>
                  <a:pt x="37253" y="132080"/>
                </a:lnTo>
                <a:lnTo>
                  <a:pt x="64171" y="94858"/>
                </a:lnTo>
                <a:lnTo>
                  <a:pt x="97053" y="62716"/>
                </a:lnTo>
                <a:lnTo>
                  <a:pt x="135127" y="36406"/>
                </a:lnTo>
                <a:lnTo>
                  <a:pt x="177624" y="16682"/>
                </a:lnTo>
                <a:lnTo>
                  <a:pt x="223770" y="4296"/>
                </a:lnTo>
                <a:lnTo>
                  <a:pt x="272795" y="0"/>
                </a:lnTo>
                <a:lnTo>
                  <a:pt x="321821" y="4296"/>
                </a:lnTo>
                <a:lnTo>
                  <a:pt x="367967" y="16682"/>
                </a:lnTo>
                <a:lnTo>
                  <a:pt x="410463" y="36406"/>
                </a:lnTo>
                <a:lnTo>
                  <a:pt x="448538" y="62716"/>
                </a:lnTo>
                <a:lnTo>
                  <a:pt x="481420" y="94858"/>
                </a:lnTo>
                <a:lnTo>
                  <a:pt x="508338" y="132079"/>
                </a:lnTo>
                <a:lnTo>
                  <a:pt x="528520" y="173629"/>
                </a:lnTo>
                <a:lnTo>
                  <a:pt x="541195" y="218753"/>
                </a:lnTo>
                <a:lnTo>
                  <a:pt x="545591" y="266700"/>
                </a:lnTo>
                <a:lnTo>
                  <a:pt x="541195" y="314646"/>
                </a:lnTo>
                <a:lnTo>
                  <a:pt x="528520" y="359770"/>
                </a:lnTo>
                <a:lnTo>
                  <a:pt x="508338" y="401319"/>
                </a:lnTo>
                <a:lnTo>
                  <a:pt x="481420" y="438541"/>
                </a:lnTo>
                <a:lnTo>
                  <a:pt x="448538" y="470683"/>
                </a:lnTo>
                <a:lnTo>
                  <a:pt x="410463" y="496993"/>
                </a:lnTo>
                <a:lnTo>
                  <a:pt x="367967" y="516717"/>
                </a:lnTo>
                <a:lnTo>
                  <a:pt x="321821" y="529103"/>
                </a:lnTo>
                <a:lnTo>
                  <a:pt x="272795" y="533400"/>
                </a:lnTo>
                <a:lnTo>
                  <a:pt x="223770" y="529103"/>
                </a:lnTo>
                <a:lnTo>
                  <a:pt x="177624" y="516717"/>
                </a:lnTo>
                <a:lnTo>
                  <a:pt x="135127" y="496993"/>
                </a:lnTo>
                <a:lnTo>
                  <a:pt x="97053" y="470683"/>
                </a:lnTo>
                <a:lnTo>
                  <a:pt x="64171" y="438541"/>
                </a:lnTo>
                <a:lnTo>
                  <a:pt x="37253" y="401320"/>
                </a:lnTo>
                <a:lnTo>
                  <a:pt x="17071" y="359770"/>
                </a:lnTo>
                <a:lnTo>
                  <a:pt x="4396" y="314646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72"/>
          <p:cNvSpPr txBox="1"/>
          <p:nvPr/>
        </p:nvSpPr>
        <p:spPr>
          <a:xfrm>
            <a:off x="2532633" y="2971546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72"/>
          <p:cNvSpPr/>
          <p:nvPr/>
        </p:nvSpPr>
        <p:spPr>
          <a:xfrm>
            <a:off x="949452" y="2400300"/>
            <a:ext cx="7242175" cy="2339340"/>
          </a:xfrm>
          <a:custGeom>
            <a:rect b="b" l="l" r="r" t="t"/>
            <a:pathLst>
              <a:path extrusionOk="0" h="2339340" w="7242175">
                <a:moveTo>
                  <a:pt x="3497072" y="0"/>
                </a:moveTo>
                <a:lnTo>
                  <a:pt x="1655064" y="470662"/>
                </a:lnTo>
              </a:path>
              <a:path extrusionOk="0" h="2339340" w="7242175">
                <a:moveTo>
                  <a:pt x="3496056" y="0"/>
                </a:moveTo>
                <a:lnTo>
                  <a:pt x="5520817" y="392429"/>
                </a:lnTo>
              </a:path>
              <a:path extrusionOk="0" h="2339340" w="7242175">
                <a:moveTo>
                  <a:pt x="1461516" y="923544"/>
                </a:moveTo>
                <a:lnTo>
                  <a:pt x="646176" y="1163827"/>
                </a:lnTo>
              </a:path>
              <a:path extrusionOk="0" h="2339340" w="7242175">
                <a:moveTo>
                  <a:pt x="1847088" y="923544"/>
                </a:moveTo>
                <a:lnTo>
                  <a:pt x="2347849" y="1219327"/>
                </a:lnTo>
              </a:path>
              <a:path extrusionOk="0" h="2339340" w="7242175">
                <a:moveTo>
                  <a:pt x="5329301" y="847344"/>
                </a:moveTo>
                <a:lnTo>
                  <a:pt x="4523232" y="1221486"/>
                </a:lnTo>
              </a:path>
              <a:path extrusionOk="0" h="2339340" w="7242175">
                <a:moveTo>
                  <a:pt x="5715000" y="847344"/>
                </a:moveTo>
                <a:lnTo>
                  <a:pt x="6626352" y="1190498"/>
                </a:lnTo>
              </a:path>
              <a:path extrusionOk="0" h="2339340" w="7242175">
                <a:moveTo>
                  <a:pt x="645541" y="1545336"/>
                </a:moveTo>
                <a:lnTo>
                  <a:pt x="0" y="2322322"/>
                </a:lnTo>
              </a:path>
              <a:path extrusionOk="0" h="2339340" w="7242175">
                <a:moveTo>
                  <a:pt x="646176" y="1545336"/>
                </a:moveTo>
                <a:lnTo>
                  <a:pt x="989075" y="2324735"/>
                </a:lnTo>
              </a:path>
              <a:path extrusionOk="0" h="2339340" w="7242175">
                <a:moveTo>
                  <a:pt x="2347976" y="1603248"/>
                </a:moveTo>
                <a:lnTo>
                  <a:pt x="1877567" y="2338197"/>
                </a:lnTo>
              </a:path>
              <a:path extrusionOk="0" h="2339340" w="7242175">
                <a:moveTo>
                  <a:pt x="2346960" y="1603248"/>
                </a:moveTo>
                <a:lnTo>
                  <a:pt x="3039618" y="2324735"/>
                </a:lnTo>
              </a:path>
              <a:path extrusionOk="0" h="2339340" w="7242175">
                <a:moveTo>
                  <a:pt x="4521835" y="1603248"/>
                </a:moveTo>
                <a:lnTo>
                  <a:pt x="4111752" y="2338832"/>
                </a:lnTo>
              </a:path>
              <a:path extrusionOk="0" h="2339340" w="7242175">
                <a:moveTo>
                  <a:pt x="4523232" y="1603248"/>
                </a:moveTo>
                <a:lnTo>
                  <a:pt x="5138801" y="2336419"/>
                </a:lnTo>
              </a:path>
              <a:path extrusionOk="0" h="2339340" w="7242175">
                <a:moveTo>
                  <a:pt x="6624701" y="1569720"/>
                </a:moveTo>
                <a:lnTo>
                  <a:pt x="6163056" y="2333879"/>
                </a:lnTo>
              </a:path>
              <a:path extrusionOk="0" h="2339340" w="7242175">
                <a:moveTo>
                  <a:pt x="6626352" y="1569720"/>
                </a:moveTo>
                <a:lnTo>
                  <a:pt x="7241921" y="2333879"/>
                </a:lnTo>
              </a:path>
            </a:pathLst>
          </a:custGeom>
          <a:noFill/>
          <a:ln cap="flat" cmpd="sng" w="9525">
            <a:solidFill>
              <a:srgbClr val="497C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2" name="Google Shape;782;p72"/>
          <p:cNvGraphicFramePr/>
          <p:nvPr/>
        </p:nvGraphicFramePr>
        <p:xfrm>
          <a:off x="605739" y="4836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713750"/>
                <a:gridCol w="1057275"/>
                <a:gridCol w="1057275"/>
                <a:gridCol w="1115050"/>
                <a:gridCol w="999500"/>
                <a:gridCol w="1057275"/>
                <a:gridCol w="1057275"/>
                <a:gridCol w="829300"/>
              </a:tblGrid>
              <a:tr h="2289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57785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4953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699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AF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783" name="Google Shape;783;p72"/>
          <p:cNvSpPr/>
          <p:nvPr/>
        </p:nvSpPr>
        <p:spPr>
          <a:xfrm>
            <a:off x="3560064" y="3349752"/>
            <a:ext cx="5133340" cy="1948180"/>
          </a:xfrm>
          <a:custGeom>
            <a:rect b="b" l="l" r="r" t="t"/>
            <a:pathLst>
              <a:path extrusionOk="0" h="1948179" w="5133340">
                <a:moveTo>
                  <a:pt x="131699" y="1266317"/>
                </a:moveTo>
                <a:lnTo>
                  <a:pt x="767461" y="1803019"/>
                </a:lnTo>
              </a:path>
              <a:path extrusionOk="0" h="1948179" w="5133340">
                <a:moveTo>
                  <a:pt x="767461" y="1266317"/>
                </a:moveTo>
                <a:lnTo>
                  <a:pt x="131699" y="1803019"/>
                </a:lnTo>
              </a:path>
              <a:path extrusionOk="0" h="1948179" w="5133340">
                <a:moveTo>
                  <a:pt x="0" y="1534668"/>
                </a:moveTo>
                <a:lnTo>
                  <a:pt x="3024" y="1490418"/>
                </a:lnTo>
                <a:lnTo>
                  <a:pt x="11874" y="1447666"/>
                </a:lnTo>
                <a:lnTo>
                  <a:pt x="26211" y="1406697"/>
                </a:lnTo>
                <a:lnTo>
                  <a:pt x="45697" y="1367796"/>
                </a:lnTo>
                <a:lnTo>
                  <a:pt x="69996" y="1331248"/>
                </a:lnTo>
                <a:lnTo>
                  <a:pt x="98771" y="1297337"/>
                </a:lnTo>
                <a:lnTo>
                  <a:pt x="131683" y="1266348"/>
                </a:lnTo>
                <a:lnTo>
                  <a:pt x="168395" y="1238567"/>
                </a:lnTo>
                <a:lnTo>
                  <a:pt x="208570" y="1214278"/>
                </a:lnTo>
                <a:lnTo>
                  <a:pt x="251870" y="1193767"/>
                </a:lnTo>
                <a:lnTo>
                  <a:pt x="297959" y="1177318"/>
                </a:lnTo>
                <a:lnTo>
                  <a:pt x="346498" y="1165215"/>
                </a:lnTo>
                <a:lnTo>
                  <a:pt x="397151" y="1157745"/>
                </a:lnTo>
                <a:lnTo>
                  <a:pt x="449580" y="1155192"/>
                </a:lnTo>
                <a:lnTo>
                  <a:pt x="502008" y="1157745"/>
                </a:lnTo>
                <a:lnTo>
                  <a:pt x="552661" y="1165215"/>
                </a:lnTo>
                <a:lnTo>
                  <a:pt x="601200" y="1177318"/>
                </a:lnTo>
                <a:lnTo>
                  <a:pt x="647289" y="1193767"/>
                </a:lnTo>
                <a:lnTo>
                  <a:pt x="690589" y="1214278"/>
                </a:lnTo>
                <a:lnTo>
                  <a:pt x="730764" y="1238567"/>
                </a:lnTo>
                <a:lnTo>
                  <a:pt x="767476" y="1266348"/>
                </a:lnTo>
                <a:lnTo>
                  <a:pt x="800388" y="1297337"/>
                </a:lnTo>
                <a:lnTo>
                  <a:pt x="829163" y="1331248"/>
                </a:lnTo>
                <a:lnTo>
                  <a:pt x="853462" y="1367796"/>
                </a:lnTo>
                <a:lnTo>
                  <a:pt x="872948" y="1406697"/>
                </a:lnTo>
                <a:lnTo>
                  <a:pt x="887285" y="1447666"/>
                </a:lnTo>
                <a:lnTo>
                  <a:pt x="896135" y="1490418"/>
                </a:lnTo>
                <a:lnTo>
                  <a:pt x="899160" y="1534668"/>
                </a:lnTo>
                <a:lnTo>
                  <a:pt x="896135" y="1578917"/>
                </a:lnTo>
                <a:lnTo>
                  <a:pt x="887285" y="1621669"/>
                </a:lnTo>
                <a:lnTo>
                  <a:pt x="872948" y="1662638"/>
                </a:lnTo>
                <a:lnTo>
                  <a:pt x="853462" y="1701539"/>
                </a:lnTo>
                <a:lnTo>
                  <a:pt x="829163" y="1738087"/>
                </a:lnTo>
                <a:lnTo>
                  <a:pt x="800388" y="1771998"/>
                </a:lnTo>
                <a:lnTo>
                  <a:pt x="767476" y="1802987"/>
                </a:lnTo>
                <a:lnTo>
                  <a:pt x="730764" y="1830768"/>
                </a:lnTo>
                <a:lnTo>
                  <a:pt x="690589" y="1855057"/>
                </a:lnTo>
                <a:lnTo>
                  <a:pt x="647289" y="1875568"/>
                </a:lnTo>
                <a:lnTo>
                  <a:pt x="601200" y="1892017"/>
                </a:lnTo>
                <a:lnTo>
                  <a:pt x="552661" y="1904120"/>
                </a:lnTo>
                <a:lnTo>
                  <a:pt x="502008" y="1911590"/>
                </a:lnTo>
                <a:lnTo>
                  <a:pt x="449580" y="1914144"/>
                </a:lnTo>
                <a:lnTo>
                  <a:pt x="397151" y="1911590"/>
                </a:lnTo>
                <a:lnTo>
                  <a:pt x="346498" y="1904120"/>
                </a:lnTo>
                <a:lnTo>
                  <a:pt x="297959" y="1892017"/>
                </a:lnTo>
                <a:lnTo>
                  <a:pt x="251870" y="1875568"/>
                </a:lnTo>
                <a:lnTo>
                  <a:pt x="208570" y="1855057"/>
                </a:lnTo>
                <a:lnTo>
                  <a:pt x="168395" y="1830768"/>
                </a:lnTo>
                <a:lnTo>
                  <a:pt x="131683" y="1802987"/>
                </a:lnTo>
                <a:lnTo>
                  <a:pt x="98771" y="1771998"/>
                </a:lnTo>
                <a:lnTo>
                  <a:pt x="69996" y="1738087"/>
                </a:lnTo>
                <a:lnTo>
                  <a:pt x="45697" y="1701539"/>
                </a:lnTo>
                <a:lnTo>
                  <a:pt x="26211" y="1662638"/>
                </a:lnTo>
                <a:lnTo>
                  <a:pt x="11874" y="1621669"/>
                </a:lnTo>
                <a:lnTo>
                  <a:pt x="3024" y="1578917"/>
                </a:lnTo>
                <a:lnTo>
                  <a:pt x="0" y="1534668"/>
                </a:lnTo>
                <a:close/>
              </a:path>
              <a:path extrusionOk="0" h="1948179" w="5133340">
                <a:moveTo>
                  <a:pt x="3736975" y="111125"/>
                </a:moveTo>
                <a:lnTo>
                  <a:pt x="4370705" y="647827"/>
                </a:lnTo>
              </a:path>
              <a:path extrusionOk="0" h="1948179" w="5133340">
                <a:moveTo>
                  <a:pt x="4370705" y="111125"/>
                </a:moveTo>
                <a:lnTo>
                  <a:pt x="3736975" y="647827"/>
                </a:lnTo>
              </a:path>
              <a:path extrusionOk="0" h="1948179" w="5133340">
                <a:moveTo>
                  <a:pt x="3605784" y="379475"/>
                </a:moveTo>
                <a:lnTo>
                  <a:pt x="3608799" y="335226"/>
                </a:lnTo>
                <a:lnTo>
                  <a:pt x="3617620" y="292474"/>
                </a:lnTo>
                <a:lnTo>
                  <a:pt x="3631911" y="251505"/>
                </a:lnTo>
                <a:lnTo>
                  <a:pt x="3651335" y="212604"/>
                </a:lnTo>
                <a:lnTo>
                  <a:pt x="3675555" y="176056"/>
                </a:lnTo>
                <a:lnTo>
                  <a:pt x="3704235" y="142145"/>
                </a:lnTo>
                <a:lnTo>
                  <a:pt x="3737038" y="111156"/>
                </a:lnTo>
                <a:lnTo>
                  <a:pt x="3773628" y="83375"/>
                </a:lnTo>
                <a:lnTo>
                  <a:pt x="3813668" y="59086"/>
                </a:lnTo>
                <a:lnTo>
                  <a:pt x="3856821" y="38575"/>
                </a:lnTo>
                <a:lnTo>
                  <a:pt x="3902752" y="22126"/>
                </a:lnTo>
                <a:lnTo>
                  <a:pt x="3951123" y="10023"/>
                </a:lnTo>
                <a:lnTo>
                  <a:pt x="4001598" y="2553"/>
                </a:lnTo>
                <a:lnTo>
                  <a:pt x="4053840" y="0"/>
                </a:lnTo>
                <a:lnTo>
                  <a:pt x="4106081" y="2553"/>
                </a:lnTo>
                <a:lnTo>
                  <a:pt x="4156556" y="10023"/>
                </a:lnTo>
                <a:lnTo>
                  <a:pt x="4204927" y="22126"/>
                </a:lnTo>
                <a:lnTo>
                  <a:pt x="4250858" y="38575"/>
                </a:lnTo>
                <a:lnTo>
                  <a:pt x="4294011" y="59086"/>
                </a:lnTo>
                <a:lnTo>
                  <a:pt x="4334051" y="83375"/>
                </a:lnTo>
                <a:lnTo>
                  <a:pt x="4370641" y="111156"/>
                </a:lnTo>
                <a:lnTo>
                  <a:pt x="4403444" y="142145"/>
                </a:lnTo>
                <a:lnTo>
                  <a:pt x="4432124" y="176056"/>
                </a:lnTo>
                <a:lnTo>
                  <a:pt x="4456344" y="212604"/>
                </a:lnTo>
                <a:lnTo>
                  <a:pt x="4475768" y="251505"/>
                </a:lnTo>
                <a:lnTo>
                  <a:pt x="4490059" y="292474"/>
                </a:lnTo>
                <a:lnTo>
                  <a:pt x="4498880" y="335226"/>
                </a:lnTo>
                <a:lnTo>
                  <a:pt x="4501895" y="379475"/>
                </a:lnTo>
                <a:lnTo>
                  <a:pt x="4498880" y="423725"/>
                </a:lnTo>
                <a:lnTo>
                  <a:pt x="4490059" y="466477"/>
                </a:lnTo>
                <a:lnTo>
                  <a:pt x="4475768" y="507446"/>
                </a:lnTo>
                <a:lnTo>
                  <a:pt x="4456344" y="546347"/>
                </a:lnTo>
                <a:lnTo>
                  <a:pt x="4432124" y="582895"/>
                </a:lnTo>
                <a:lnTo>
                  <a:pt x="4403444" y="616806"/>
                </a:lnTo>
                <a:lnTo>
                  <a:pt x="4370641" y="647795"/>
                </a:lnTo>
                <a:lnTo>
                  <a:pt x="4334051" y="675576"/>
                </a:lnTo>
                <a:lnTo>
                  <a:pt x="4294011" y="699865"/>
                </a:lnTo>
                <a:lnTo>
                  <a:pt x="4250858" y="720376"/>
                </a:lnTo>
                <a:lnTo>
                  <a:pt x="4204927" y="736825"/>
                </a:lnTo>
                <a:lnTo>
                  <a:pt x="4156556" y="748928"/>
                </a:lnTo>
                <a:lnTo>
                  <a:pt x="4106081" y="756398"/>
                </a:lnTo>
                <a:lnTo>
                  <a:pt x="4053840" y="758952"/>
                </a:lnTo>
                <a:lnTo>
                  <a:pt x="4001598" y="756398"/>
                </a:lnTo>
                <a:lnTo>
                  <a:pt x="3951123" y="748928"/>
                </a:lnTo>
                <a:lnTo>
                  <a:pt x="3902752" y="736825"/>
                </a:lnTo>
                <a:lnTo>
                  <a:pt x="3856821" y="720376"/>
                </a:lnTo>
                <a:lnTo>
                  <a:pt x="3813668" y="699865"/>
                </a:lnTo>
                <a:lnTo>
                  <a:pt x="3773628" y="675576"/>
                </a:lnTo>
                <a:lnTo>
                  <a:pt x="3737038" y="647795"/>
                </a:lnTo>
                <a:lnTo>
                  <a:pt x="3704235" y="616806"/>
                </a:lnTo>
                <a:lnTo>
                  <a:pt x="3675555" y="582895"/>
                </a:lnTo>
                <a:lnTo>
                  <a:pt x="3651335" y="546347"/>
                </a:lnTo>
                <a:lnTo>
                  <a:pt x="3631911" y="507446"/>
                </a:lnTo>
                <a:lnTo>
                  <a:pt x="3617620" y="466477"/>
                </a:lnTo>
                <a:lnTo>
                  <a:pt x="3608799" y="423725"/>
                </a:lnTo>
                <a:lnTo>
                  <a:pt x="3605784" y="379475"/>
                </a:lnTo>
                <a:close/>
              </a:path>
              <a:path extrusionOk="0" h="1948179" w="5133340">
                <a:moveTo>
                  <a:pt x="3286379" y="1244981"/>
                </a:moveTo>
                <a:lnTo>
                  <a:pt x="3922141" y="1781683"/>
                </a:lnTo>
              </a:path>
              <a:path extrusionOk="0" h="1948179" w="5133340">
                <a:moveTo>
                  <a:pt x="3922141" y="1244981"/>
                </a:moveTo>
                <a:lnTo>
                  <a:pt x="3286379" y="1781683"/>
                </a:lnTo>
              </a:path>
              <a:path extrusionOk="0" h="1948179" w="5133340">
                <a:moveTo>
                  <a:pt x="3154680" y="1513332"/>
                </a:moveTo>
                <a:lnTo>
                  <a:pt x="3157704" y="1469082"/>
                </a:lnTo>
                <a:lnTo>
                  <a:pt x="3166554" y="1426330"/>
                </a:lnTo>
                <a:lnTo>
                  <a:pt x="3180891" y="1385361"/>
                </a:lnTo>
                <a:lnTo>
                  <a:pt x="3200377" y="1346460"/>
                </a:lnTo>
                <a:lnTo>
                  <a:pt x="3224676" y="1309912"/>
                </a:lnTo>
                <a:lnTo>
                  <a:pt x="3253451" y="1276001"/>
                </a:lnTo>
                <a:lnTo>
                  <a:pt x="3286363" y="1245012"/>
                </a:lnTo>
                <a:lnTo>
                  <a:pt x="3323075" y="1217231"/>
                </a:lnTo>
                <a:lnTo>
                  <a:pt x="3363250" y="1192942"/>
                </a:lnTo>
                <a:lnTo>
                  <a:pt x="3406550" y="1172431"/>
                </a:lnTo>
                <a:lnTo>
                  <a:pt x="3452639" y="1155982"/>
                </a:lnTo>
                <a:lnTo>
                  <a:pt x="3501178" y="1143879"/>
                </a:lnTo>
                <a:lnTo>
                  <a:pt x="3551831" y="1136409"/>
                </a:lnTo>
                <a:lnTo>
                  <a:pt x="3604260" y="1133856"/>
                </a:lnTo>
                <a:lnTo>
                  <a:pt x="3656688" y="1136409"/>
                </a:lnTo>
                <a:lnTo>
                  <a:pt x="3707341" y="1143879"/>
                </a:lnTo>
                <a:lnTo>
                  <a:pt x="3755880" y="1155982"/>
                </a:lnTo>
                <a:lnTo>
                  <a:pt x="3801969" y="1172431"/>
                </a:lnTo>
                <a:lnTo>
                  <a:pt x="3845269" y="1192942"/>
                </a:lnTo>
                <a:lnTo>
                  <a:pt x="3885444" y="1217231"/>
                </a:lnTo>
                <a:lnTo>
                  <a:pt x="3922156" y="1245012"/>
                </a:lnTo>
                <a:lnTo>
                  <a:pt x="3955068" y="1276001"/>
                </a:lnTo>
                <a:lnTo>
                  <a:pt x="3983843" y="1309912"/>
                </a:lnTo>
                <a:lnTo>
                  <a:pt x="4008142" y="1346460"/>
                </a:lnTo>
                <a:lnTo>
                  <a:pt x="4027628" y="1385361"/>
                </a:lnTo>
                <a:lnTo>
                  <a:pt x="4041965" y="1426330"/>
                </a:lnTo>
                <a:lnTo>
                  <a:pt x="4050815" y="1469082"/>
                </a:lnTo>
                <a:lnTo>
                  <a:pt x="4053840" y="1513332"/>
                </a:lnTo>
                <a:lnTo>
                  <a:pt x="4050815" y="1557581"/>
                </a:lnTo>
                <a:lnTo>
                  <a:pt x="4041965" y="1600333"/>
                </a:lnTo>
                <a:lnTo>
                  <a:pt x="4027628" y="1641302"/>
                </a:lnTo>
                <a:lnTo>
                  <a:pt x="4008142" y="1680203"/>
                </a:lnTo>
                <a:lnTo>
                  <a:pt x="3983843" y="1716751"/>
                </a:lnTo>
                <a:lnTo>
                  <a:pt x="3955068" y="1750662"/>
                </a:lnTo>
                <a:lnTo>
                  <a:pt x="3922156" y="1781651"/>
                </a:lnTo>
                <a:lnTo>
                  <a:pt x="3885444" y="1809432"/>
                </a:lnTo>
                <a:lnTo>
                  <a:pt x="3845269" y="1833721"/>
                </a:lnTo>
                <a:lnTo>
                  <a:pt x="3801969" y="1854232"/>
                </a:lnTo>
                <a:lnTo>
                  <a:pt x="3755880" y="1870681"/>
                </a:lnTo>
                <a:lnTo>
                  <a:pt x="3707341" y="1882784"/>
                </a:lnTo>
                <a:lnTo>
                  <a:pt x="3656688" y="1890254"/>
                </a:lnTo>
                <a:lnTo>
                  <a:pt x="3604260" y="1892808"/>
                </a:lnTo>
                <a:lnTo>
                  <a:pt x="3551831" y="1890254"/>
                </a:lnTo>
                <a:lnTo>
                  <a:pt x="3501178" y="1882784"/>
                </a:lnTo>
                <a:lnTo>
                  <a:pt x="3452639" y="1870681"/>
                </a:lnTo>
                <a:lnTo>
                  <a:pt x="3406550" y="1854232"/>
                </a:lnTo>
                <a:lnTo>
                  <a:pt x="3363250" y="1833721"/>
                </a:lnTo>
                <a:lnTo>
                  <a:pt x="3323075" y="1809432"/>
                </a:lnTo>
                <a:lnTo>
                  <a:pt x="3286363" y="1781651"/>
                </a:lnTo>
                <a:lnTo>
                  <a:pt x="3253451" y="1750662"/>
                </a:lnTo>
                <a:lnTo>
                  <a:pt x="3224676" y="1716751"/>
                </a:lnTo>
                <a:lnTo>
                  <a:pt x="3200377" y="1680203"/>
                </a:lnTo>
                <a:lnTo>
                  <a:pt x="3180891" y="1641302"/>
                </a:lnTo>
                <a:lnTo>
                  <a:pt x="3166554" y="1600333"/>
                </a:lnTo>
                <a:lnTo>
                  <a:pt x="3157704" y="1557581"/>
                </a:lnTo>
                <a:lnTo>
                  <a:pt x="3154680" y="1513332"/>
                </a:lnTo>
                <a:close/>
              </a:path>
              <a:path extrusionOk="0" h="1948179" w="5133340">
                <a:moveTo>
                  <a:pt x="4365370" y="1299845"/>
                </a:moveTo>
                <a:lnTo>
                  <a:pt x="5001133" y="1836547"/>
                </a:lnTo>
              </a:path>
              <a:path extrusionOk="0" h="1948179" w="5133340">
                <a:moveTo>
                  <a:pt x="5001133" y="1299845"/>
                </a:moveTo>
                <a:lnTo>
                  <a:pt x="4365370" y="1836547"/>
                </a:lnTo>
              </a:path>
              <a:path extrusionOk="0" h="1948179" w="5133340">
                <a:moveTo>
                  <a:pt x="4233671" y="1568196"/>
                </a:moveTo>
                <a:lnTo>
                  <a:pt x="4236696" y="1523946"/>
                </a:lnTo>
                <a:lnTo>
                  <a:pt x="4245546" y="1481194"/>
                </a:lnTo>
                <a:lnTo>
                  <a:pt x="4259883" y="1440225"/>
                </a:lnTo>
                <a:lnTo>
                  <a:pt x="4279369" y="1401324"/>
                </a:lnTo>
                <a:lnTo>
                  <a:pt x="4303668" y="1364776"/>
                </a:lnTo>
                <a:lnTo>
                  <a:pt x="4332443" y="1330865"/>
                </a:lnTo>
                <a:lnTo>
                  <a:pt x="4365355" y="1299876"/>
                </a:lnTo>
                <a:lnTo>
                  <a:pt x="4402067" y="1272095"/>
                </a:lnTo>
                <a:lnTo>
                  <a:pt x="4442242" y="1247806"/>
                </a:lnTo>
                <a:lnTo>
                  <a:pt x="4485542" y="1227295"/>
                </a:lnTo>
                <a:lnTo>
                  <a:pt x="4531631" y="1210846"/>
                </a:lnTo>
                <a:lnTo>
                  <a:pt x="4580170" y="1198743"/>
                </a:lnTo>
                <a:lnTo>
                  <a:pt x="4630823" y="1191273"/>
                </a:lnTo>
                <a:lnTo>
                  <a:pt x="4683252" y="1188720"/>
                </a:lnTo>
                <a:lnTo>
                  <a:pt x="4735680" y="1191273"/>
                </a:lnTo>
                <a:lnTo>
                  <a:pt x="4786333" y="1198743"/>
                </a:lnTo>
                <a:lnTo>
                  <a:pt x="4834872" y="1210846"/>
                </a:lnTo>
                <a:lnTo>
                  <a:pt x="4880961" y="1227295"/>
                </a:lnTo>
                <a:lnTo>
                  <a:pt x="4924261" y="1247806"/>
                </a:lnTo>
                <a:lnTo>
                  <a:pt x="4964436" y="1272095"/>
                </a:lnTo>
                <a:lnTo>
                  <a:pt x="5001148" y="1299876"/>
                </a:lnTo>
                <a:lnTo>
                  <a:pt x="5034060" y="1330865"/>
                </a:lnTo>
                <a:lnTo>
                  <a:pt x="5062835" y="1364776"/>
                </a:lnTo>
                <a:lnTo>
                  <a:pt x="5087134" y="1401324"/>
                </a:lnTo>
                <a:lnTo>
                  <a:pt x="5106620" y="1440225"/>
                </a:lnTo>
                <a:lnTo>
                  <a:pt x="5120957" y="1481194"/>
                </a:lnTo>
                <a:lnTo>
                  <a:pt x="5129807" y="1523946"/>
                </a:lnTo>
                <a:lnTo>
                  <a:pt x="5132832" y="1568196"/>
                </a:lnTo>
                <a:lnTo>
                  <a:pt x="5129807" y="1612445"/>
                </a:lnTo>
                <a:lnTo>
                  <a:pt x="5120957" y="1655197"/>
                </a:lnTo>
                <a:lnTo>
                  <a:pt x="5106620" y="1696166"/>
                </a:lnTo>
                <a:lnTo>
                  <a:pt x="5087134" y="1735067"/>
                </a:lnTo>
                <a:lnTo>
                  <a:pt x="5062835" y="1771615"/>
                </a:lnTo>
                <a:lnTo>
                  <a:pt x="5034060" y="1805526"/>
                </a:lnTo>
                <a:lnTo>
                  <a:pt x="5001148" y="1836515"/>
                </a:lnTo>
                <a:lnTo>
                  <a:pt x="4964436" y="1864296"/>
                </a:lnTo>
                <a:lnTo>
                  <a:pt x="4924261" y="1888585"/>
                </a:lnTo>
                <a:lnTo>
                  <a:pt x="4880961" y="1909096"/>
                </a:lnTo>
                <a:lnTo>
                  <a:pt x="4834872" y="1925545"/>
                </a:lnTo>
                <a:lnTo>
                  <a:pt x="4786333" y="1937648"/>
                </a:lnTo>
                <a:lnTo>
                  <a:pt x="4735680" y="1945118"/>
                </a:lnTo>
                <a:lnTo>
                  <a:pt x="4683252" y="1947672"/>
                </a:lnTo>
                <a:lnTo>
                  <a:pt x="4630823" y="1945118"/>
                </a:lnTo>
                <a:lnTo>
                  <a:pt x="4580170" y="1937648"/>
                </a:lnTo>
                <a:lnTo>
                  <a:pt x="4531631" y="1925545"/>
                </a:lnTo>
                <a:lnTo>
                  <a:pt x="4485542" y="1909096"/>
                </a:lnTo>
                <a:lnTo>
                  <a:pt x="4442242" y="1888585"/>
                </a:lnTo>
                <a:lnTo>
                  <a:pt x="4402067" y="1864296"/>
                </a:lnTo>
                <a:lnTo>
                  <a:pt x="4365355" y="1836515"/>
                </a:lnTo>
                <a:lnTo>
                  <a:pt x="4332443" y="1805526"/>
                </a:lnTo>
                <a:lnTo>
                  <a:pt x="4303668" y="1771615"/>
                </a:lnTo>
                <a:lnTo>
                  <a:pt x="4279369" y="1735067"/>
                </a:lnTo>
                <a:lnTo>
                  <a:pt x="4259883" y="1696166"/>
                </a:lnTo>
                <a:lnTo>
                  <a:pt x="4245546" y="1655197"/>
                </a:lnTo>
                <a:lnTo>
                  <a:pt x="4236696" y="1612445"/>
                </a:lnTo>
                <a:lnTo>
                  <a:pt x="4233671" y="1568196"/>
                </a:lnTo>
                <a:close/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72"/>
          <p:cNvSpPr txBox="1"/>
          <p:nvPr/>
        </p:nvSpPr>
        <p:spPr>
          <a:xfrm>
            <a:off x="746251" y="5463641"/>
            <a:ext cx="789241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Alpha – Lower bound of Maximizer’s value. Perceived value that Maximizer hopes to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against a competitive Minimizer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72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73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791" name="Google Shape;791;p73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73"/>
            <p:cNvSpPr/>
            <p:nvPr/>
          </p:nvSpPr>
          <p:spPr>
            <a:xfrm>
              <a:off x="6909816" y="6550152"/>
              <a:ext cx="2234565" cy="45720"/>
            </a:xfrm>
            <a:custGeom>
              <a:rect b="b" l="l" r="r" t="t"/>
              <a:pathLst>
                <a:path extrusionOk="0" h="45720" w="2234565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73"/>
            <p:cNvSpPr/>
            <p:nvPr/>
          </p:nvSpPr>
          <p:spPr>
            <a:xfrm>
              <a:off x="2084832" y="6550152"/>
              <a:ext cx="2581910" cy="48895"/>
            </a:xfrm>
            <a:custGeom>
              <a:rect b="b" l="l" r="r" t="t"/>
              <a:pathLst>
                <a:path extrusionOk="0" h="48895" w="2581910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73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73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73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97" name="Google Shape;79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8" name="Google Shape;798;p73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799" name="Google Shape;799;p73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73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73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2" name="Google Shape;802;p73"/>
          <p:cNvSpPr txBox="1"/>
          <p:nvPr/>
        </p:nvSpPr>
        <p:spPr>
          <a:xfrm>
            <a:off x="359156" y="1346708"/>
            <a:ext cx="7835900" cy="90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Alpha – Lower bound of Maximizer’s value. Perceived value that Maximizer hopes to  get with a competitive Minimizer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Beta – Upper Bound of Minimizer’s value.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73"/>
          <p:cNvSpPr txBox="1"/>
          <p:nvPr>
            <p:ph type="title"/>
          </p:nvPr>
        </p:nvSpPr>
        <p:spPr>
          <a:xfrm>
            <a:off x="383540" y="202057"/>
            <a:ext cx="3742054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5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Alpha – beta Pruning– Example -4  Do for practice.</a:t>
            </a:r>
            <a:endParaRPr/>
          </a:p>
        </p:txBody>
      </p:sp>
      <p:grpSp>
        <p:nvGrpSpPr>
          <p:cNvPr id="804" name="Google Shape;804;p73"/>
          <p:cNvGrpSpPr/>
          <p:nvPr/>
        </p:nvGrpSpPr>
        <p:grpSpPr>
          <a:xfrm>
            <a:off x="589788" y="2017775"/>
            <a:ext cx="7932420" cy="3632454"/>
            <a:chOff x="589788" y="2017775"/>
            <a:chExt cx="7932420" cy="3632454"/>
          </a:xfrm>
        </p:grpSpPr>
        <p:sp>
          <p:nvSpPr>
            <p:cNvPr id="805" name="Google Shape;805;p73"/>
            <p:cNvSpPr/>
            <p:nvPr/>
          </p:nvSpPr>
          <p:spPr>
            <a:xfrm>
              <a:off x="2328672" y="2017775"/>
              <a:ext cx="2459990" cy="1384300"/>
            </a:xfrm>
            <a:custGeom>
              <a:rect b="b" l="l" r="r" t="t"/>
              <a:pathLst>
                <a:path extrusionOk="0" h="1384300" w="2459990">
                  <a:moveTo>
                    <a:pt x="1773936" y="381000"/>
                  </a:moveTo>
                  <a:lnTo>
                    <a:pt x="2459736" y="381000"/>
                  </a:lnTo>
                  <a:lnTo>
                    <a:pt x="2459736" y="0"/>
                  </a:lnTo>
                  <a:lnTo>
                    <a:pt x="1773936" y="0"/>
                  </a:lnTo>
                  <a:lnTo>
                    <a:pt x="1773936" y="381000"/>
                  </a:lnTo>
                  <a:close/>
                </a:path>
                <a:path extrusionOk="0" h="1384300" w="2459990">
                  <a:moveTo>
                    <a:pt x="0" y="1117091"/>
                  </a:moveTo>
                  <a:lnTo>
                    <a:pt x="4396" y="1069145"/>
                  </a:lnTo>
                  <a:lnTo>
                    <a:pt x="17071" y="1024021"/>
                  </a:lnTo>
                  <a:lnTo>
                    <a:pt x="37253" y="982472"/>
                  </a:lnTo>
                  <a:lnTo>
                    <a:pt x="64171" y="945250"/>
                  </a:lnTo>
                  <a:lnTo>
                    <a:pt x="97053" y="913108"/>
                  </a:lnTo>
                  <a:lnTo>
                    <a:pt x="135127" y="886798"/>
                  </a:lnTo>
                  <a:lnTo>
                    <a:pt x="177624" y="867074"/>
                  </a:lnTo>
                  <a:lnTo>
                    <a:pt x="223770" y="854688"/>
                  </a:lnTo>
                  <a:lnTo>
                    <a:pt x="272795" y="850391"/>
                  </a:lnTo>
                  <a:lnTo>
                    <a:pt x="321821" y="854688"/>
                  </a:lnTo>
                  <a:lnTo>
                    <a:pt x="367967" y="867074"/>
                  </a:lnTo>
                  <a:lnTo>
                    <a:pt x="410463" y="886798"/>
                  </a:lnTo>
                  <a:lnTo>
                    <a:pt x="448538" y="913108"/>
                  </a:lnTo>
                  <a:lnTo>
                    <a:pt x="481420" y="945250"/>
                  </a:lnTo>
                  <a:lnTo>
                    <a:pt x="508338" y="982471"/>
                  </a:lnTo>
                  <a:lnTo>
                    <a:pt x="528520" y="1024021"/>
                  </a:lnTo>
                  <a:lnTo>
                    <a:pt x="541195" y="1069145"/>
                  </a:lnTo>
                  <a:lnTo>
                    <a:pt x="545591" y="1117091"/>
                  </a:lnTo>
                  <a:lnTo>
                    <a:pt x="541195" y="1165038"/>
                  </a:lnTo>
                  <a:lnTo>
                    <a:pt x="528520" y="1210162"/>
                  </a:lnTo>
                  <a:lnTo>
                    <a:pt x="508338" y="1251711"/>
                  </a:lnTo>
                  <a:lnTo>
                    <a:pt x="481420" y="1288933"/>
                  </a:lnTo>
                  <a:lnTo>
                    <a:pt x="448538" y="1321075"/>
                  </a:lnTo>
                  <a:lnTo>
                    <a:pt x="410463" y="1347385"/>
                  </a:lnTo>
                  <a:lnTo>
                    <a:pt x="367967" y="1367109"/>
                  </a:lnTo>
                  <a:lnTo>
                    <a:pt x="321821" y="1379495"/>
                  </a:lnTo>
                  <a:lnTo>
                    <a:pt x="272795" y="1383791"/>
                  </a:lnTo>
                  <a:lnTo>
                    <a:pt x="223770" y="1379495"/>
                  </a:lnTo>
                  <a:lnTo>
                    <a:pt x="177624" y="1367109"/>
                  </a:lnTo>
                  <a:lnTo>
                    <a:pt x="135127" y="1347385"/>
                  </a:lnTo>
                  <a:lnTo>
                    <a:pt x="97053" y="1321075"/>
                  </a:lnTo>
                  <a:lnTo>
                    <a:pt x="64171" y="1288933"/>
                  </a:lnTo>
                  <a:lnTo>
                    <a:pt x="37253" y="1251712"/>
                  </a:lnTo>
                  <a:lnTo>
                    <a:pt x="17071" y="1210162"/>
                  </a:lnTo>
                  <a:lnTo>
                    <a:pt x="4396" y="1165038"/>
                  </a:lnTo>
                  <a:lnTo>
                    <a:pt x="0" y="1117091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73"/>
            <p:cNvSpPr/>
            <p:nvPr/>
          </p:nvSpPr>
          <p:spPr>
            <a:xfrm>
              <a:off x="2604516" y="2400299"/>
              <a:ext cx="1842135" cy="471170"/>
            </a:xfrm>
            <a:custGeom>
              <a:rect b="b" l="l" r="r" t="t"/>
              <a:pathLst>
                <a:path extrusionOk="0" h="471169" w="1842135">
                  <a:moveTo>
                    <a:pt x="1842008" y="0"/>
                  </a:moveTo>
                  <a:lnTo>
                    <a:pt x="0" y="470788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73"/>
            <p:cNvSpPr/>
            <p:nvPr/>
          </p:nvSpPr>
          <p:spPr>
            <a:xfrm>
              <a:off x="6196583" y="2788919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73"/>
            <p:cNvSpPr/>
            <p:nvPr/>
          </p:nvSpPr>
          <p:spPr>
            <a:xfrm>
              <a:off x="4445507" y="2400299"/>
              <a:ext cx="2025014" cy="392430"/>
            </a:xfrm>
            <a:custGeom>
              <a:rect b="b" l="l" r="r" t="t"/>
              <a:pathLst>
                <a:path extrusionOk="0" h="392430" w="2025014">
                  <a:moveTo>
                    <a:pt x="0" y="0"/>
                  </a:moveTo>
                  <a:lnTo>
                    <a:pt x="2024633" y="392429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73"/>
            <p:cNvSpPr/>
            <p:nvPr/>
          </p:nvSpPr>
          <p:spPr>
            <a:xfrm>
              <a:off x="1252728" y="3563111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1000"/>
                  </a:moveTo>
                  <a:lnTo>
                    <a:pt x="685799" y="381000"/>
                  </a:lnTo>
                  <a:lnTo>
                    <a:pt x="685799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73"/>
            <p:cNvSpPr/>
            <p:nvPr/>
          </p:nvSpPr>
          <p:spPr>
            <a:xfrm>
              <a:off x="1595627" y="3323844"/>
              <a:ext cx="815340" cy="240665"/>
            </a:xfrm>
            <a:custGeom>
              <a:rect b="b" l="l" r="r" t="t"/>
              <a:pathLst>
                <a:path extrusionOk="0" h="240664" w="815339">
                  <a:moveTo>
                    <a:pt x="815340" y="0"/>
                  </a:moveTo>
                  <a:lnTo>
                    <a:pt x="0" y="240283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73"/>
            <p:cNvSpPr/>
            <p:nvPr/>
          </p:nvSpPr>
          <p:spPr>
            <a:xfrm>
              <a:off x="2953511" y="3621023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1000"/>
                  </a:moveTo>
                  <a:lnTo>
                    <a:pt x="685800" y="381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73"/>
            <p:cNvSpPr/>
            <p:nvPr/>
          </p:nvSpPr>
          <p:spPr>
            <a:xfrm>
              <a:off x="2796539" y="3323844"/>
              <a:ext cx="501015" cy="295910"/>
            </a:xfrm>
            <a:custGeom>
              <a:rect b="b" l="l" r="r" t="t"/>
              <a:pathLst>
                <a:path extrusionOk="0" h="295910" w="501014">
                  <a:moveTo>
                    <a:pt x="0" y="0"/>
                  </a:moveTo>
                  <a:lnTo>
                    <a:pt x="500634" y="295782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73"/>
            <p:cNvSpPr/>
            <p:nvPr/>
          </p:nvSpPr>
          <p:spPr>
            <a:xfrm>
              <a:off x="5126736" y="3621023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1000"/>
                  </a:moveTo>
                  <a:lnTo>
                    <a:pt x="685800" y="381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73"/>
            <p:cNvSpPr/>
            <p:nvPr/>
          </p:nvSpPr>
          <p:spPr>
            <a:xfrm>
              <a:off x="5472683" y="3247644"/>
              <a:ext cx="806450" cy="374650"/>
            </a:xfrm>
            <a:custGeom>
              <a:rect b="b" l="l" r="r" t="t"/>
              <a:pathLst>
                <a:path extrusionOk="0" h="374650" w="806450">
                  <a:moveTo>
                    <a:pt x="805941" y="0"/>
                  </a:moveTo>
                  <a:lnTo>
                    <a:pt x="0" y="374141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73"/>
            <p:cNvSpPr/>
            <p:nvPr/>
          </p:nvSpPr>
          <p:spPr>
            <a:xfrm>
              <a:off x="7229856" y="3587495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0999"/>
                  </a:moveTo>
                  <a:lnTo>
                    <a:pt x="685800" y="380999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73"/>
            <p:cNvSpPr/>
            <p:nvPr/>
          </p:nvSpPr>
          <p:spPr>
            <a:xfrm>
              <a:off x="6664451" y="3247644"/>
              <a:ext cx="911860" cy="343535"/>
            </a:xfrm>
            <a:custGeom>
              <a:rect b="b" l="l" r="r" t="t"/>
              <a:pathLst>
                <a:path extrusionOk="0" h="343535" w="911859">
                  <a:moveTo>
                    <a:pt x="0" y="0"/>
                  </a:moveTo>
                  <a:lnTo>
                    <a:pt x="911351" y="343026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73"/>
            <p:cNvSpPr/>
            <p:nvPr/>
          </p:nvSpPr>
          <p:spPr>
            <a:xfrm>
              <a:off x="676656" y="4721351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5" y="218753"/>
                  </a:lnTo>
                  <a:lnTo>
                    <a:pt x="17066" y="173629"/>
                  </a:lnTo>
                  <a:lnTo>
                    <a:pt x="37244" y="132080"/>
                  </a:lnTo>
                  <a:lnTo>
                    <a:pt x="64158" y="94858"/>
                  </a:lnTo>
                  <a:lnTo>
                    <a:pt x="97037" y="62716"/>
                  </a:lnTo>
                  <a:lnTo>
                    <a:pt x="135111" y="36406"/>
                  </a:lnTo>
                  <a:lnTo>
                    <a:pt x="177609" y="16682"/>
                  </a:lnTo>
                  <a:lnTo>
                    <a:pt x="223760" y="4296"/>
                  </a:lnTo>
                  <a:lnTo>
                    <a:pt x="272796" y="0"/>
                  </a:lnTo>
                  <a:lnTo>
                    <a:pt x="321831" y="4296"/>
                  </a:lnTo>
                  <a:lnTo>
                    <a:pt x="367982" y="16682"/>
                  </a:lnTo>
                  <a:lnTo>
                    <a:pt x="410480" y="36406"/>
                  </a:lnTo>
                  <a:lnTo>
                    <a:pt x="448554" y="62716"/>
                  </a:lnTo>
                  <a:lnTo>
                    <a:pt x="481433" y="94858"/>
                  </a:lnTo>
                  <a:lnTo>
                    <a:pt x="508347" y="132080"/>
                  </a:lnTo>
                  <a:lnTo>
                    <a:pt x="528525" y="173629"/>
                  </a:lnTo>
                  <a:lnTo>
                    <a:pt x="541196" y="218753"/>
                  </a:lnTo>
                  <a:lnTo>
                    <a:pt x="545591" y="266700"/>
                  </a:lnTo>
                  <a:lnTo>
                    <a:pt x="541196" y="314646"/>
                  </a:lnTo>
                  <a:lnTo>
                    <a:pt x="528525" y="359770"/>
                  </a:lnTo>
                  <a:lnTo>
                    <a:pt x="508347" y="401320"/>
                  </a:lnTo>
                  <a:lnTo>
                    <a:pt x="481433" y="438541"/>
                  </a:lnTo>
                  <a:lnTo>
                    <a:pt x="448554" y="470683"/>
                  </a:lnTo>
                  <a:lnTo>
                    <a:pt x="410480" y="496993"/>
                  </a:lnTo>
                  <a:lnTo>
                    <a:pt x="367982" y="516717"/>
                  </a:lnTo>
                  <a:lnTo>
                    <a:pt x="321831" y="529103"/>
                  </a:lnTo>
                  <a:lnTo>
                    <a:pt x="272796" y="533400"/>
                  </a:lnTo>
                  <a:lnTo>
                    <a:pt x="223760" y="529103"/>
                  </a:lnTo>
                  <a:lnTo>
                    <a:pt x="177609" y="516717"/>
                  </a:lnTo>
                  <a:lnTo>
                    <a:pt x="135111" y="496993"/>
                  </a:lnTo>
                  <a:lnTo>
                    <a:pt x="97037" y="470683"/>
                  </a:lnTo>
                  <a:lnTo>
                    <a:pt x="64158" y="438541"/>
                  </a:lnTo>
                  <a:lnTo>
                    <a:pt x="37244" y="401320"/>
                  </a:lnTo>
                  <a:lnTo>
                    <a:pt x="17066" y="359770"/>
                  </a:lnTo>
                  <a:lnTo>
                    <a:pt x="4395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73"/>
            <p:cNvSpPr/>
            <p:nvPr/>
          </p:nvSpPr>
          <p:spPr>
            <a:xfrm>
              <a:off x="949452" y="3945635"/>
              <a:ext cx="645795" cy="777240"/>
            </a:xfrm>
            <a:custGeom>
              <a:rect b="b" l="l" r="r" t="t"/>
              <a:pathLst>
                <a:path extrusionOk="0" h="777239" w="645794">
                  <a:moveTo>
                    <a:pt x="645541" y="0"/>
                  </a:moveTo>
                  <a:lnTo>
                    <a:pt x="0" y="776986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73"/>
            <p:cNvSpPr/>
            <p:nvPr/>
          </p:nvSpPr>
          <p:spPr>
            <a:xfrm>
              <a:off x="1664208" y="4724400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8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4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2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73"/>
            <p:cNvSpPr/>
            <p:nvPr/>
          </p:nvSpPr>
          <p:spPr>
            <a:xfrm>
              <a:off x="1595627" y="3945635"/>
              <a:ext cx="342900" cy="779780"/>
            </a:xfrm>
            <a:custGeom>
              <a:rect b="b" l="l" r="r" t="t"/>
              <a:pathLst>
                <a:path extrusionOk="0" h="779779" w="342900">
                  <a:moveTo>
                    <a:pt x="0" y="0"/>
                  </a:moveTo>
                  <a:lnTo>
                    <a:pt x="342899" y="779271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73"/>
            <p:cNvSpPr/>
            <p:nvPr/>
          </p:nvSpPr>
          <p:spPr>
            <a:xfrm>
              <a:off x="2554223" y="4736591"/>
              <a:ext cx="542925" cy="533400"/>
            </a:xfrm>
            <a:custGeom>
              <a:rect b="b" l="l" r="r" t="t"/>
              <a:pathLst>
                <a:path extrusionOk="0" h="533400" w="542925">
                  <a:moveTo>
                    <a:pt x="0" y="266699"/>
                  </a:moveTo>
                  <a:lnTo>
                    <a:pt x="4369" y="218753"/>
                  </a:lnTo>
                  <a:lnTo>
                    <a:pt x="16966" y="173629"/>
                  </a:lnTo>
                  <a:lnTo>
                    <a:pt x="37027" y="132080"/>
                  </a:lnTo>
                  <a:lnTo>
                    <a:pt x="63786" y="94858"/>
                  </a:lnTo>
                  <a:lnTo>
                    <a:pt x="96478" y="62716"/>
                  </a:lnTo>
                  <a:lnTo>
                    <a:pt x="134337" y="36406"/>
                  </a:lnTo>
                  <a:lnTo>
                    <a:pt x="176600" y="16682"/>
                  </a:lnTo>
                  <a:lnTo>
                    <a:pt x="222499" y="4296"/>
                  </a:lnTo>
                  <a:lnTo>
                    <a:pt x="271271" y="0"/>
                  </a:lnTo>
                  <a:lnTo>
                    <a:pt x="320044" y="4296"/>
                  </a:lnTo>
                  <a:lnTo>
                    <a:pt x="365943" y="16682"/>
                  </a:lnTo>
                  <a:lnTo>
                    <a:pt x="408206" y="36406"/>
                  </a:lnTo>
                  <a:lnTo>
                    <a:pt x="446065" y="62716"/>
                  </a:lnTo>
                  <a:lnTo>
                    <a:pt x="478757" y="94858"/>
                  </a:lnTo>
                  <a:lnTo>
                    <a:pt x="505516" y="132080"/>
                  </a:lnTo>
                  <a:lnTo>
                    <a:pt x="525577" y="173629"/>
                  </a:lnTo>
                  <a:lnTo>
                    <a:pt x="538174" y="218753"/>
                  </a:lnTo>
                  <a:lnTo>
                    <a:pt x="542544" y="266699"/>
                  </a:lnTo>
                  <a:lnTo>
                    <a:pt x="538174" y="314646"/>
                  </a:lnTo>
                  <a:lnTo>
                    <a:pt x="525577" y="359770"/>
                  </a:lnTo>
                  <a:lnTo>
                    <a:pt x="505516" y="401319"/>
                  </a:lnTo>
                  <a:lnTo>
                    <a:pt x="478757" y="438541"/>
                  </a:lnTo>
                  <a:lnTo>
                    <a:pt x="446065" y="470683"/>
                  </a:lnTo>
                  <a:lnTo>
                    <a:pt x="408206" y="496993"/>
                  </a:lnTo>
                  <a:lnTo>
                    <a:pt x="365943" y="516717"/>
                  </a:lnTo>
                  <a:lnTo>
                    <a:pt x="320044" y="529103"/>
                  </a:lnTo>
                  <a:lnTo>
                    <a:pt x="271271" y="533399"/>
                  </a:lnTo>
                  <a:lnTo>
                    <a:pt x="222499" y="529103"/>
                  </a:lnTo>
                  <a:lnTo>
                    <a:pt x="176600" y="516717"/>
                  </a:lnTo>
                  <a:lnTo>
                    <a:pt x="134337" y="496993"/>
                  </a:lnTo>
                  <a:lnTo>
                    <a:pt x="96478" y="470683"/>
                  </a:lnTo>
                  <a:lnTo>
                    <a:pt x="63786" y="438541"/>
                  </a:lnTo>
                  <a:lnTo>
                    <a:pt x="37027" y="401319"/>
                  </a:lnTo>
                  <a:lnTo>
                    <a:pt x="16966" y="359770"/>
                  </a:lnTo>
                  <a:lnTo>
                    <a:pt x="4369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73"/>
            <p:cNvSpPr/>
            <p:nvPr/>
          </p:nvSpPr>
          <p:spPr>
            <a:xfrm>
              <a:off x="2827020" y="4003548"/>
              <a:ext cx="470534" cy="735330"/>
            </a:xfrm>
            <a:custGeom>
              <a:rect b="b" l="l" r="r" t="t"/>
              <a:pathLst>
                <a:path extrusionOk="0" h="735329" w="470535">
                  <a:moveTo>
                    <a:pt x="470407" y="0"/>
                  </a:moveTo>
                  <a:lnTo>
                    <a:pt x="0" y="735076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73"/>
            <p:cNvSpPr/>
            <p:nvPr/>
          </p:nvSpPr>
          <p:spPr>
            <a:xfrm>
              <a:off x="3715511" y="4721351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20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73"/>
            <p:cNvSpPr/>
            <p:nvPr/>
          </p:nvSpPr>
          <p:spPr>
            <a:xfrm>
              <a:off x="3296411" y="4003548"/>
              <a:ext cx="692785" cy="721360"/>
            </a:xfrm>
            <a:custGeom>
              <a:rect b="b" l="l" r="r" t="t"/>
              <a:pathLst>
                <a:path extrusionOk="0" h="721360" w="692785">
                  <a:moveTo>
                    <a:pt x="0" y="0"/>
                  </a:moveTo>
                  <a:lnTo>
                    <a:pt x="692785" y="721359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73"/>
            <p:cNvSpPr/>
            <p:nvPr/>
          </p:nvSpPr>
          <p:spPr>
            <a:xfrm>
              <a:off x="4788407" y="4736591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699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699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399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73"/>
            <p:cNvSpPr/>
            <p:nvPr/>
          </p:nvSpPr>
          <p:spPr>
            <a:xfrm>
              <a:off x="5061204" y="4003548"/>
              <a:ext cx="410209" cy="735965"/>
            </a:xfrm>
            <a:custGeom>
              <a:rect b="b" l="l" r="r" t="t"/>
              <a:pathLst>
                <a:path extrusionOk="0" h="735964" w="410210">
                  <a:moveTo>
                    <a:pt x="410210" y="0"/>
                  </a:moveTo>
                  <a:lnTo>
                    <a:pt x="0" y="735457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73"/>
            <p:cNvSpPr/>
            <p:nvPr/>
          </p:nvSpPr>
          <p:spPr>
            <a:xfrm>
              <a:off x="5812536" y="4733544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699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699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399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73"/>
            <p:cNvSpPr/>
            <p:nvPr/>
          </p:nvSpPr>
          <p:spPr>
            <a:xfrm>
              <a:off x="5472683" y="4003548"/>
              <a:ext cx="615950" cy="733425"/>
            </a:xfrm>
            <a:custGeom>
              <a:rect b="b" l="l" r="r" t="t"/>
              <a:pathLst>
                <a:path extrusionOk="0" h="733425" w="615950">
                  <a:moveTo>
                    <a:pt x="0" y="0"/>
                  </a:moveTo>
                  <a:lnTo>
                    <a:pt x="615568" y="733170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73"/>
            <p:cNvSpPr/>
            <p:nvPr/>
          </p:nvSpPr>
          <p:spPr>
            <a:xfrm>
              <a:off x="6839712" y="4733544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699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8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2" y="266699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399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73"/>
            <p:cNvSpPr/>
            <p:nvPr/>
          </p:nvSpPr>
          <p:spPr>
            <a:xfrm>
              <a:off x="7112508" y="3970019"/>
              <a:ext cx="461645" cy="764540"/>
            </a:xfrm>
            <a:custGeom>
              <a:rect b="b" l="l" r="r" t="t"/>
              <a:pathLst>
                <a:path extrusionOk="0" h="764539" w="461645">
                  <a:moveTo>
                    <a:pt x="461645" y="0"/>
                  </a:moveTo>
                  <a:lnTo>
                    <a:pt x="0" y="764158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73"/>
            <p:cNvSpPr/>
            <p:nvPr/>
          </p:nvSpPr>
          <p:spPr>
            <a:xfrm>
              <a:off x="7915656" y="4733544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699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8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2" y="266699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399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73"/>
            <p:cNvSpPr/>
            <p:nvPr/>
          </p:nvSpPr>
          <p:spPr>
            <a:xfrm>
              <a:off x="589788" y="3970019"/>
              <a:ext cx="7932420" cy="1680210"/>
            </a:xfrm>
            <a:custGeom>
              <a:rect b="b" l="l" r="r" t="t"/>
              <a:pathLst>
                <a:path extrusionOk="0" h="1680210" w="7932420">
                  <a:moveTo>
                    <a:pt x="6986015" y="0"/>
                  </a:moveTo>
                  <a:lnTo>
                    <a:pt x="7601584" y="764158"/>
                  </a:lnTo>
                </a:path>
                <a:path extrusionOk="0" h="1680210" w="7932420">
                  <a:moveTo>
                    <a:pt x="361442" y="1286255"/>
                  </a:moveTo>
                  <a:lnTo>
                    <a:pt x="0" y="1567814"/>
                  </a:lnTo>
                </a:path>
                <a:path extrusionOk="0" h="1680210" w="7932420">
                  <a:moveTo>
                    <a:pt x="1348105" y="1289303"/>
                  </a:moveTo>
                  <a:lnTo>
                    <a:pt x="1158239" y="1591182"/>
                  </a:lnTo>
                </a:path>
                <a:path extrusionOk="0" h="1680210" w="7932420">
                  <a:moveTo>
                    <a:pt x="2237740" y="1301495"/>
                  </a:moveTo>
                  <a:lnTo>
                    <a:pt x="2014728" y="1633143"/>
                  </a:lnTo>
                </a:path>
                <a:path extrusionOk="0" h="1680210" w="7932420">
                  <a:moveTo>
                    <a:pt x="3400552" y="1286255"/>
                  </a:moveTo>
                  <a:lnTo>
                    <a:pt x="3221736" y="1631543"/>
                  </a:lnTo>
                </a:path>
                <a:path extrusionOk="0" h="1680210" w="7932420">
                  <a:moveTo>
                    <a:pt x="4471797" y="1301495"/>
                  </a:moveTo>
                  <a:lnTo>
                    <a:pt x="4288536" y="1599437"/>
                  </a:lnTo>
                </a:path>
                <a:path extrusionOk="0" h="1680210" w="7932420">
                  <a:moveTo>
                    <a:pt x="5497830" y="1298447"/>
                  </a:moveTo>
                  <a:lnTo>
                    <a:pt x="5285232" y="1632013"/>
                  </a:lnTo>
                </a:path>
                <a:path extrusionOk="0" h="1680210" w="7932420">
                  <a:moveTo>
                    <a:pt x="6524117" y="1298447"/>
                  </a:moveTo>
                  <a:lnTo>
                    <a:pt x="6251447" y="1679384"/>
                  </a:lnTo>
                </a:path>
                <a:path extrusionOk="0" h="1680210" w="7932420">
                  <a:moveTo>
                    <a:pt x="7600569" y="1298447"/>
                  </a:moveTo>
                  <a:lnTo>
                    <a:pt x="7412736" y="1598802"/>
                  </a:lnTo>
                </a:path>
                <a:path extrusionOk="0" h="1680210" w="7932420">
                  <a:moveTo>
                    <a:pt x="359664" y="1286255"/>
                  </a:moveTo>
                  <a:lnTo>
                    <a:pt x="492467" y="1598294"/>
                  </a:lnTo>
                </a:path>
                <a:path extrusionOk="0" h="1680210" w="7932420">
                  <a:moveTo>
                    <a:pt x="1350264" y="1289303"/>
                  </a:moveTo>
                  <a:lnTo>
                    <a:pt x="1580642" y="1599056"/>
                  </a:lnTo>
                </a:path>
                <a:path extrusionOk="0" h="1680210" w="7932420">
                  <a:moveTo>
                    <a:pt x="2237232" y="1301495"/>
                  </a:moveTo>
                  <a:lnTo>
                    <a:pt x="2555240" y="1536064"/>
                  </a:lnTo>
                </a:path>
                <a:path extrusionOk="0" h="1680210" w="7932420">
                  <a:moveTo>
                    <a:pt x="3401567" y="1286255"/>
                  </a:moveTo>
                  <a:lnTo>
                    <a:pt x="3664712" y="1631543"/>
                  </a:lnTo>
                </a:path>
                <a:path extrusionOk="0" h="1680210" w="7932420">
                  <a:moveTo>
                    <a:pt x="4471416" y="1301495"/>
                  </a:moveTo>
                  <a:lnTo>
                    <a:pt x="4716399" y="1680095"/>
                  </a:lnTo>
                </a:path>
                <a:path extrusionOk="0" h="1680210" w="7932420">
                  <a:moveTo>
                    <a:pt x="5498592" y="1298447"/>
                  </a:moveTo>
                  <a:lnTo>
                    <a:pt x="5719826" y="1632013"/>
                  </a:lnTo>
                </a:path>
                <a:path extrusionOk="0" h="1680210" w="7932420">
                  <a:moveTo>
                    <a:pt x="6522719" y="1298447"/>
                  </a:moveTo>
                  <a:lnTo>
                    <a:pt x="6821169" y="1656638"/>
                  </a:lnTo>
                </a:path>
                <a:path extrusionOk="0" h="1680210" w="7932420">
                  <a:moveTo>
                    <a:pt x="7601711" y="1298447"/>
                  </a:moveTo>
                  <a:lnTo>
                    <a:pt x="7932419" y="1679384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833" name="Google Shape;833;p73"/>
          <p:cNvGraphicFramePr/>
          <p:nvPr/>
        </p:nvGraphicFramePr>
        <p:xfrm>
          <a:off x="406095" y="56624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448950"/>
                <a:gridCol w="528325"/>
                <a:gridCol w="528325"/>
                <a:gridCol w="586100"/>
                <a:gridCol w="470525"/>
                <a:gridCol w="528325"/>
                <a:gridCol w="621675"/>
                <a:gridCol w="435600"/>
                <a:gridCol w="528325"/>
                <a:gridCol w="528325"/>
                <a:gridCol w="528325"/>
                <a:gridCol w="528325"/>
                <a:gridCol w="528325"/>
                <a:gridCol w="528325"/>
                <a:gridCol w="586100"/>
                <a:gridCol w="461650"/>
              </a:tblGrid>
              <a:tr h="2289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7955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13029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7955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34" name="Google Shape;834;p73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4"/>
          <p:cNvSpPr txBox="1"/>
          <p:nvPr/>
        </p:nvSpPr>
        <p:spPr>
          <a:xfrm>
            <a:off x="383540" y="1515617"/>
            <a:ext cx="7748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reduce the move generations better along while doing Alpha-Beta Pruning?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74"/>
          <p:cNvSpPr txBox="1"/>
          <p:nvPr/>
        </p:nvSpPr>
        <p:spPr>
          <a:xfrm>
            <a:off x="383540" y="543509"/>
            <a:ext cx="318706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Computational Efficiency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1" name="Google Shape;84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0692" y="4282440"/>
            <a:ext cx="4757655" cy="2048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754" y="3981219"/>
            <a:ext cx="3555527" cy="18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4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9" name="Google Shape;849;p75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850" name="Google Shape;850;p75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75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75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3" name="Google Shape;853;p75"/>
          <p:cNvSpPr txBox="1"/>
          <p:nvPr/>
        </p:nvSpPr>
        <p:spPr>
          <a:xfrm>
            <a:off x="383540" y="2160219"/>
            <a:ext cx="1999614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Move Ordering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75"/>
          <p:cNvSpPr txBox="1"/>
          <p:nvPr/>
        </p:nvSpPr>
        <p:spPr>
          <a:xfrm>
            <a:off x="4957317" y="2160219"/>
            <a:ext cx="216408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Move Ordering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75"/>
          <p:cNvSpPr/>
          <p:nvPr/>
        </p:nvSpPr>
        <p:spPr>
          <a:xfrm>
            <a:off x="1252727" y="3563111"/>
            <a:ext cx="685800" cy="381000"/>
          </a:xfrm>
          <a:custGeom>
            <a:rect b="b" l="l" r="r" t="t"/>
            <a:pathLst>
              <a:path extrusionOk="0" h="381000" w="685800">
                <a:moveTo>
                  <a:pt x="0" y="381000"/>
                </a:moveTo>
                <a:lnTo>
                  <a:pt x="685799" y="381000"/>
                </a:lnTo>
                <a:lnTo>
                  <a:pt x="685799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/>
        </p:nvSpPr>
        <p:spPr>
          <a:xfrm>
            <a:off x="1468627" y="3591001"/>
            <a:ext cx="2533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75"/>
          <p:cNvSpPr/>
          <p:nvPr/>
        </p:nvSpPr>
        <p:spPr>
          <a:xfrm>
            <a:off x="2953511" y="3621023"/>
            <a:ext cx="685800" cy="381000"/>
          </a:xfrm>
          <a:custGeom>
            <a:rect b="b" l="l" r="r" t="t"/>
            <a:pathLst>
              <a:path extrusionOk="0" h="381000" w="685800">
                <a:moveTo>
                  <a:pt x="0" y="381000"/>
                </a:moveTo>
                <a:lnTo>
                  <a:pt x="685800" y="381000"/>
                </a:lnTo>
                <a:lnTo>
                  <a:pt x="6858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24375">
            <a:solidFill>
              <a:srgbClr val="39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75"/>
          <p:cNvSpPr txBox="1"/>
          <p:nvPr/>
        </p:nvSpPr>
        <p:spPr>
          <a:xfrm>
            <a:off x="3170935" y="3646373"/>
            <a:ext cx="2533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=7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9" name="Google Shape;859;p75"/>
          <p:cNvGrpSpPr/>
          <p:nvPr/>
        </p:nvGrpSpPr>
        <p:grpSpPr>
          <a:xfrm>
            <a:off x="949452" y="2868168"/>
            <a:ext cx="3312160" cy="2735326"/>
            <a:chOff x="949452" y="2868168"/>
            <a:chExt cx="3312160" cy="2735326"/>
          </a:xfrm>
        </p:grpSpPr>
        <p:sp>
          <p:nvSpPr>
            <p:cNvPr id="860" name="Google Shape;860;p75"/>
            <p:cNvSpPr/>
            <p:nvPr/>
          </p:nvSpPr>
          <p:spPr>
            <a:xfrm>
              <a:off x="2328672" y="2868168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75"/>
            <p:cNvSpPr/>
            <p:nvPr/>
          </p:nvSpPr>
          <p:spPr>
            <a:xfrm>
              <a:off x="949452" y="3323844"/>
              <a:ext cx="2348230" cy="1398905"/>
            </a:xfrm>
            <a:custGeom>
              <a:rect b="b" l="l" r="r" t="t"/>
              <a:pathLst>
                <a:path extrusionOk="0" h="1398904" w="2348229">
                  <a:moveTo>
                    <a:pt x="1461516" y="0"/>
                  </a:moveTo>
                  <a:lnTo>
                    <a:pt x="646176" y="240283"/>
                  </a:lnTo>
                </a:path>
                <a:path extrusionOk="0" h="1398904" w="2348229">
                  <a:moveTo>
                    <a:pt x="1847088" y="0"/>
                  </a:moveTo>
                  <a:lnTo>
                    <a:pt x="2347849" y="295782"/>
                  </a:lnTo>
                </a:path>
                <a:path extrusionOk="0" h="1398904" w="2348229">
                  <a:moveTo>
                    <a:pt x="645541" y="621791"/>
                  </a:moveTo>
                  <a:lnTo>
                    <a:pt x="0" y="1398777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75"/>
            <p:cNvSpPr/>
            <p:nvPr/>
          </p:nvSpPr>
          <p:spPr>
            <a:xfrm>
              <a:off x="1664208" y="4724400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8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4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2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75"/>
            <p:cNvSpPr/>
            <p:nvPr/>
          </p:nvSpPr>
          <p:spPr>
            <a:xfrm>
              <a:off x="1595628" y="3945636"/>
              <a:ext cx="342900" cy="779780"/>
            </a:xfrm>
            <a:custGeom>
              <a:rect b="b" l="l" r="r" t="t"/>
              <a:pathLst>
                <a:path extrusionOk="0" h="779779" w="342900">
                  <a:moveTo>
                    <a:pt x="0" y="0"/>
                  </a:moveTo>
                  <a:lnTo>
                    <a:pt x="342899" y="779399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75"/>
            <p:cNvSpPr/>
            <p:nvPr/>
          </p:nvSpPr>
          <p:spPr>
            <a:xfrm>
              <a:off x="2554224" y="4736592"/>
              <a:ext cx="542925" cy="533400"/>
            </a:xfrm>
            <a:custGeom>
              <a:rect b="b" l="l" r="r" t="t"/>
              <a:pathLst>
                <a:path extrusionOk="0" h="533400" w="542925">
                  <a:moveTo>
                    <a:pt x="0" y="266699"/>
                  </a:moveTo>
                  <a:lnTo>
                    <a:pt x="4369" y="218753"/>
                  </a:lnTo>
                  <a:lnTo>
                    <a:pt x="16966" y="173629"/>
                  </a:lnTo>
                  <a:lnTo>
                    <a:pt x="37027" y="132080"/>
                  </a:lnTo>
                  <a:lnTo>
                    <a:pt x="63786" y="94858"/>
                  </a:lnTo>
                  <a:lnTo>
                    <a:pt x="96478" y="62716"/>
                  </a:lnTo>
                  <a:lnTo>
                    <a:pt x="134337" y="36406"/>
                  </a:lnTo>
                  <a:lnTo>
                    <a:pt x="176600" y="16682"/>
                  </a:lnTo>
                  <a:lnTo>
                    <a:pt x="222499" y="4296"/>
                  </a:lnTo>
                  <a:lnTo>
                    <a:pt x="271271" y="0"/>
                  </a:lnTo>
                  <a:lnTo>
                    <a:pt x="320044" y="4296"/>
                  </a:lnTo>
                  <a:lnTo>
                    <a:pt x="365943" y="16682"/>
                  </a:lnTo>
                  <a:lnTo>
                    <a:pt x="408206" y="36406"/>
                  </a:lnTo>
                  <a:lnTo>
                    <a:pt x="446065" y="62716"/>
                  </a:lnTo>
                  <a:lnTo>
                    <a:pt x="478757" y="94858"/>
                  </a:lnTo>
                  <a:lnTo>
                    <a:pt x="505516" y="132080"/>
                  </a:lnTo>
                  <a:lnTo>
                    <a:pt x="525577" y="173629"/>
                  </a:lnTo>
                  <a:lnTo>
                    <a:pt x="538174" y="218753"/>
                  </a:lnTo>
                  <a:lnTo>
                    <a:pt x="542544" y="266699"/>
                  </a:lnTo>
                  <a:lnTo>
                    <a:pt x="538174" y="314646"/>
                  </a:lnTo>
                  <a:lnTo>
                    <a:pt x="525577" y="359770"/>
                  </a:lnTo>
                  <a:lnTo>
                    <a:pt x="505516" y="401319"/>
                  </a:lnTo>
                  <a:lnTo>
                    <a:pt x="478757" y="438541"/>
                  </a:lnTo>
                  <a:lnTo>
                    <a:pt x="446065" y="470683"/>
                  </a:lnTo>
                  <a:lnTo>
                    <a:pt x="408206" y="496993"/>
                  </a:lnTo>
                  <a:lnTo>
                    <a:pt x="365943" y="516717"/>
                  </a:lnTo>
                  <a:lnTo>
                    <a:pt x="320044" y="529103"/>
                  </a:lnTo>
                  <a:lnTo>
                    <a:pt x="271271" y="533399"/>
                  </a:lnTo>
                  <a:lnTo>
                    <a:pt x="222499" y="529103"/>
                  </a:lnTo>
                  <a:lnTo>
                    <a:pt x="176600" y="516717"/>
                  </a:lnTo>
                  <a:lnTo>
                    <a:pt x="134337" y="496993"/>
                  </a:lnTo>
                  <a:lnTo>
                    <a:pt x="96478" y="470683"/>
                  </a:lnTo>
                  <a:lnTo>
                    <a:pt x="63786" y="438541"/>
                  </a:lnTo>
                  <a:lnTo>
                    <a:pt x="37027" y="401319"/>
                  </a:lnTo>
                  <a:lnTo>
                    <a:pt x="16966" y="359770"/>
                  </a:lnTo>
                  <a:lnTo>
                    <a:pt x="4369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75"/>
            <p:cNvSpPr/>
            <p:nvPr/>
          </p:nvSpPr>
          <p:spPr>
            <a:xfrm>
              <a:off x="2827019" y="4003548"/>
              <a:ext cx="470534" cy="735330"/>
            </a:xfrm>
            <a:custGeom>
              <a:rect b="b" l="l" r="r" t="t"/>
              <a:pathLst>
                <a:path extrusionOk="0" h="735329" w="470535">
                  <a:moveTo>
                    <a:pt x="470407" y="0"/>
                  </a:moveTo>
                  <a:lnTo>
                    <a:pt x="0" y="734949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75"/>
            <p:cNvSpPr/>
            <p:nvPr/>
          </p:nvSpPr>
          <p:spPr>
            <a:xfrm>
              <a:off x="3715512" y="4721352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20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75"/>
            <p:cNvSpPr/>
            <p:nvPr/>
          </p:nvSpPr>
          <p:spPr>
            <a:xfrm>
              <a:off x="3296412" y="4003548"/>
              <a:ext cx="692785" cy="721995"/>
            </a:xfrm>
            <a:custGeom>
              <a:rect b="b" l="l" r="r" t="t"/>
              <a:pathLst>
                <a:path extrusionOk="0" h="721995" w="692785">
                  <a:moveTo>
                    <a:pt x="0" y="0"/>
                  </a:moveTo>
                  <a:lnTo>
                    <a:pt x="692658" y="721487"/>
                  </a:ln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75"/>
            <p:cNvSpPr/>
            <p:nvPr/>
          </p:nvSpPr>
          <p:spPr>
            <a:xfrm>
              <a:off x="1748028" y="5259324"/>
              <a:ext cx="1079500" cy="344170"/>
            </a:xfrm>
            <a:custGeom>
              <a:rect b="b" l="l" r="r" t="t"/>
              <a:pathLst>
                <a:path extrusionOk="0" h="344170" w="1079500">
                  <a:moveTo>
                    <a:pt x="189865" y="0"/>
                  </a:moveTo>
                  <a:lnTo>
                    <a:pt x="0" y="301751"/>
                  </a:lnTo>
                </a:path>
                <a:path extrusionOk="0" h="344170" w="1079500">
                  <a:moveTo>
                    <a:pt x="1079373" y="12191"/>
                  </a:moveTo>
                  <a:lnTo>
                    <a:pt x="856488" y="343992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75"/>
            <p:cNvSpPr/>
            <p:nvPr/>
          </p:nvSpPr>
          <p:spPr>
            <a:xfrm>
              <a:off x="3811524" y="5256276"/>
              <a:ext cx="179070" cy="345440"/>
            </a:xfrm>
            <a:custGeom>
              <a:rect b="b" l="l" r="r" t="t"/>
              <a:pathLst>
                <a:path extrusionOk="0" h="345439" w="179070">
                  <a:moveTo>
                    <a:pt x="178815" y="0"/>
                  </a:moveTo>
                  <a:lnTo>
                    <a:pt x="0" y="345300"/>
                  </a:ln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0" name="Google Shape;870;p75"/>
          <p:cNvGrpSpPr/>
          <p:nvPr/>
        </p:nvGrpSpPr>
        <p:grpSpPr>
          <a:xfrm>
            <a:off x="4788408" y="2788920"/>
            <a:ext cx="3403345" cy="2860674"/>
            <a:chOff x="4788408" y="2788920"/>
            <a:chExt cx="3403345" cy="2860674"/>
          </a:xfrm>
        </p:grpSpPr>
        <p:sp>
          <p:nvSpPr>
            <p:cNvPr id="871" name="Google Shape;871;p75"/>
            <p:cNvSpPr/>
            <p:nvPr/>
          </p:nvSpPr>
          <p:spPr>
            <a:xfrm>
              <a:off x="5126736" y="2788920"/>
              <a:ext cx="1615440" cy="1213485"/>
            </a:xfrm>
            <a:custGeom>
              <a:rect b="b" l="l" r="r" t="t"/>
              <a:pathLst>
                <a:path extrusionOk="0" h="1213485" w="1615440">
                  <a:moveTo>
                    <a:pt x="0" y="1213103"/>
                  </a:moveTo>
                  <a:lnTo>
                    <a:pt x="685800" y="1213103"/>
                  </a:lnTo>
                  <a:lnTo>
                    <a:pt x="685800" y="832103"/>
                  </a:lnTo>
                  <a:lnTo>
                    <a:pt x="0" y="832103"/>
                  </a:lnTo>
                  <a:lnTo>
                    <a:pt x="0" y="1213103"/>
                  </a:lnTo>
                  <a:close/>
                </a:path>
                <a:path extrusionOk="0" h="1213485" w="1615440">
                  <a:moveTo>
                    <a:pt x="1069848" y="266700"/>
                  </a:moveTo>
                  <a:lnTo>
                    <a:pt x="1074244" y="218753"/>
                  </a:lnTo>
                  <a:lnTo>
                    <a:pt x="1086919" y="173629"/>
                  </a:lnTo>
                  <a:lnTo>
                    <a:pt x="1107101" y="132080"/>
                  </a:lnTo>
                  <a:lnTo>
                    <a:pt x="1134019" y="94858"/>
                  </a:lnTo>
                  <a:lnTo>
                    <a:pt x="1166901" y="62716"/>
                  </a:lnTo>
                  <a:lnTo>
                    <a:pt x="1204975" y="36406"/>
                  </a:lnTo>
                  <a:lnTo>
                    <a:pt x="1247472" y="16682"/>
                  </a:lnTo>
                  <a:lnTo>
                    <a:pt x="1293618" y="4296"/>
                  </a:lnTo>
                  <a:lnTo>
                    <a:pt x="1342643" y="0"/>
                  </a:lnTo>
                  <a:lnTo>
                    <a:pt x="1391669" y="4296"/>
                  </a:lnTo>
                  <a:lnTo>
                    <a:pt x="1437815" y="16682"/>
                  </a:lnTo>
                  <a:lnTo>
                    <a:pt x="1480311" y="36406"/>
                  </a:lnTo>
                  <a:lnTo>
                    <a:pt x="1518386" y="62716"/>
                  </a:lnTo>
                  <a:lnTo>
                    <a:pt x="1551268" y="94858"/>
                  </a:lnTo>
                  <a:lnTo>
                    <a:pt x="1578186" y="132079"/>
                  </a:lnTo>
                  <a:lnTo>
                    <a:pt x="1598368" y="173629"/>
                  </a:lnTo>
                  <a:lnTo>
                    <a:pt x="1611043" y="218753"/>
                  </a:lnTo>
                  <a:lnTo>
                    <a:pt x="1615439" y="266700"/>
                  </a:lnTo>
                  <a:lnTo>
                    <a:pt x="1611043" y="314646"/>
                  </a:lnTo>
                  <a:lnTo>
                    <a:pt x="1598368" y="359770"/>
                  </a:lnTo>
                  <a:lnTo>
                    <a:pt x="1578186" y="401319"/>
                  </a:lnTo>
                  <a:lnTo>
                    <a:pt x="1551268" y="438541"/>
                  </a:lnTo>
                  <a:lnTo>
                    <a:pt x="1518386" y="470683"/>
                  </a:lnTo>
                  <a:lnTo>
                    <a:pt x="1480311" y="496993"/>
                  </a:lnTo>
                  <a:lnTo>
                    <a:pt x="1437815" y="516717"/>
                  </a:lnTo>
                  <a:lnTo>
                    <a:pt x="1391669" y="529103"/>
                  </a:lnTo>
                  <a:lnTo>
                    <a:pt x="1342643" y="533400"/>
                  </a:lnTo>
                  <a:lnTo>
                    <a:pt x="1293618" y="529103"/>
                  </a:lnTo>
                  <a:lnTo>
                    <a:pt x="1247472" y="516717"/>
                  </a:lnTo>
                  <a:lnTo>
                    <a:pt x="1204976" y="496993"/>
                  </a:lnTo>
                  <a:lnTo>
                    <a:pt x="1166901" y="470683"/>
                  </a:lnTo>
                  <a:lnTo>
                    <a:pt x="1134019" y="438541"/>
                  </a:lnTo>
                  <a:lnTo>
                    <a:pt x="1107101" y="401320"/>
                  </a:lnTo>
                  <a:lnTo>
                    <a:pt x="1086919" y="359770"/>
                  </a:lnTo>
                  <a:lnTo>
                    <a:pt x="1074244" y="314646"/>
                  </a:lnTo>
                  <a:lnTo>
                    <a:pt x="1069848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75"/>
            <p:cNvSpPr/>
            <p:nvPr/>
          </p:nvSpPr>
          <p:spPr>
            <a:xfrm>
              <a:off x="5472684" y="3247644"/>
              <a:ext cx="806450" cy="374650"/>
            </a:xfrm>
            <a:custGeom>
              <a:rect b="b" l="l" r="r" t="t"/>
              <a:pathLst>
                <a:path extrusionOk="0" h="374650" w="806450">
                  <a:moveTo>
                    <a:pt x="806068" y="0"/>
                  </a:moveTo>
                  <a:lnTo>
                    <a:pt x="0" y="374141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75"/>
            <p:cNvSpPr/>
            <p:nvPr/>
          </p:nvSpPr>
          <p:spPr>
            <a:xfrm>
              <a:off x="7229855" y="3587495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0999"/>
                  </a:moveTo>
                  <a:lnTo>
                    <a:pt x="685800" y="380999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75"/>
            <p:cNvSpPr/>
            <p:nvPr/>
          </p:nvSpPr>
          <p:spPr>
            <a:xfrm>
              <a:off x="6664452" y="3247644"/>
              <a:ext cx="911860" cy="343535"/>
            </a:xfrm>
            <a:custGeom>
              <a:rect b="b" l="l" r="r" t="t"/>
              <a:pathLst>
                <a:path extrusionOk="0" h="343535" w="911859">
                  <a:moveTo>
                    <a:pt x="0" y="0"/>
                  </a:moveTo>
                  <a:lnTo>
                    <a:pt x="911351" y="343153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75"/>
            <p:cNvSpPr/>
            <p:nvPr/>
          </p:nvSpPr>
          <p:spPr>
            <a:xfrm>
              <a:off x="4788408" y="4736592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699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699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399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75"/>
            <p:cNvSpPr/>
            <p:nvPr/>
          </p:nvSpPr>
          <p:spPr>
            <a:xfrm>
              <a:off x="5061204" y="4003547"/>
              <a:ext cx="410209" cy="735965"/>
            </a:xfrm>
            <a:custGeom>
              <a:rect b="b" l="l" r="r" t="t"/>
              <a:pathLst>
                <a:path extrusionOk="0" h="735964" w="410210">
                  <a:moveTo>
                    <a:pt x="410083" y="0"/>
                  </a:moveTo>
                  <a:lnTo>
                    <a:pt x="0" y="735583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75"/>
            <p:cNvSpPr/>
            <p:nvPr/>
          </p:nvSpPr>
          <p:spPr>
            <a:xfrm>
              <a:off x="5812536" y="4733544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699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1" y="266699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399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75"/>
            <p:cNvSpPr/>
            <p:nvPr/>
          </p:nvSpPr>
          <p:spPr>
            <a:xfrm>
              <a:off x="5472684" y="4003547"/>
              <a:ext cx="615950" cy="733425"/>
            </a:xfrm>
            <a:custGeom>
              <a:rect b="b" l="l" r="r" t="t"/>
              <a:pathLst>
                <a:path extrusionOk="0" h="733425" w="615950">
                  <a:moveTo>
                    <a:pt x="0" y="0"/>
                  </a:moveTo>
                  <a:lnTo>
                    <a:pt x="615568" y="73317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75"/>
            <p:cNvSpPr/>
            <p:nvPr/>
          </p:nvSpPr>
          <p:spPr>
            <a:xfrm>
              <a:off x="6839711" y="4733544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699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8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80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2" y="266699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399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19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699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75"/>
            <p:cNvSpPr/>
            <p:nvPr/>
          </p:nvSpPr>
          <p:spPr>
            <a:xfrm>
              <a:off x="4878324" y="3970019"/>
              <a:ext cx="3313429" cy="1679575"/>
            </a:xfrm>
            <a:custGeom>
              <a:rect b="b" l="l" r="r" t="t"/>
              <a:pathLst>
                <a:path extrusionOk="0" h="1679575" w="3313429">
                  <a:moveTo>
                    <a:pt x="2695829" y="0"/>
                  </a:moveTo>
                  <a:lnTo>
                    <a:pt x="2234183" y="764158"/>
                  </a:lnTo>
                </a:path>
                <a:path extrusionOk="0" h="1679575" w="3313429">
                  <a:moveTo>
                    <a:pt x="2697479" y="0"/>
                  </a:moveTo>
                  <a:lnTo>
                    <a:pt x="3313049" y="764158"/>
                  </a:lnTo>
                </a:path>
                <a:path extrusionOk="0" h="1679575" w="3313429">
                  <a:moveTo>
                    <a:pt x="183261" y="1301495"/>
                  </a:moveTo>
                  <a:lnTo>
                    <a:pt x="0" y="1599437"/>
                  </a:lnTo>
                </a:path>
                <a:path extrusionOk="0" h="1679575" w="3313429">
                  <a:moveTo>
                    <a:pt x="1209421" y="1298447"/>
                  </a:moveTo>
                  <a:lnTo>
                    <a:pt x="996696" y="1632051"/>
                  </a:lnTo>
                </a:path>
                <a:path extrusionOk="0" h="1679575" w="3313429">
                  <a:moveTo>
                    <a:pt x="2235580" y="1298447"/>
                  </a:moveTo>
                  <a:lnTo>
                    <a:pt x="1962911" y="1679447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1" name="Google Shape;881;p75"/>
          <p:cNvSpPr txBox="1"/>
          <p:nvPr/>
        </p:nvSpPr>
        <p:spPr>
          <a:xfrm>
            <a:off x="1577086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75"/>
          <p:cNvSpPr txBox="1"/>
          <p:nvPr/>
        </p:nvSpPr>
        <p:spPr>
          <a:xfrm>
            <a:off x="2105660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75"/>
          <p:cNvSpPr txBox="1"/>
          <p:nvPr/>
        </p:nvSpPr>
        <p:spPr>
          <a:xfrm>
            <a:off x="2634233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75"/>
          <p:cNvSpPr txBox="1"/>
          <p:nvPr/>
        </p:nvSpPr>
        <p:spPr>
          <a:xfrm>
            <a:off x="3162426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5"/>
          <p:cNvSpPr txBox="1"/>
          <p:nvPr/>
        </p:nvSpPr>
        <p:spPr>
          <a:xfrm>
            <a:off x="3690873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5"/>
          <p:cNvSpPr txBox="1"/>
          <p:nvPr/>
        </p:nvSpPr>
        <p:spPr>
          <a:xfrm>
            <a:off x="4219447" y="5592572"/>
            <a:ext cx="6699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75"/>
          <p:cNvSpPr txBox="1"/>
          <p:nvPr/>
        </p:nvSpPr>
        <p:spPr>
          <a:xfrm>
            <a:off x="5276215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75"/>
          <p:cNvSpPr txBox="1"/>
          <p:nvPr/>
        </p:nvSpPr>
        <p:spPr>
          <a:xfrm>
            <a:off x="5804661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75"/>
          <p:cNvSpPr txBox="1"/>
          <p:nvPr/>
        </p:nvSpPr>
        <p:spPr>
          <a:xfrm>
            <a:off x="6332982" y="5592572"/>
            <a:ext cx="6699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	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75"/>
          <p:cNvSpPr txBox="1"/>
          <p:nvPr/>
        </p:nvSpPr>
        <p:spPr>
          <a:xfrm>
            <a:off x="7390003" y="5592572"/>
            <a:ext cx="1416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1" name="Google Shape;891;p75"/>
          <p:cNvGrpSpPr/>
          <p:nvPr/>
        </p:nvGrpSpPr>
        <p:grpSpPr>
          <a:xfrm>
            <a:off x="1940051" y="5221223"/>
            <a:ext cx="2376666" cy="467118"/>
            <a:chOff x="1940051" y="5221223"/>
            <a:chExt cx="2376666" cy="467118"/>
          </a:xfrm>
        </p:grpSpPr>
        <p:sp>
          <p:nvSpPr>
            <p:cNvPr id="892" name="Google Shape;892;p75"/>
            <p:cNvSpPr/>
            <p:nvPr/>
          </p:nvSpPr>
          <p:spPr>
            <a:xfrm>
              <a:off x="1940051" y="5259323"/>
              <a:ext cx="1205230" cy="309880"/>
            </a:xfrm>
            <a:custGeom>
              <a:rect b="b" l="l" r="r" t="t"/>
              <a:pathLst>
                <a:path extrusionOk="0" h="309879" w="1205230">
                  <a:moveTo>
                    <a:pt x="0" y="0"/>
                  </a:moveTo>
                  <a:lnTo>
                    <a:pt x="230378" y="309625"/>
                  </a:lnTo>
                </a:path>
                <a:path extrusionOk="0" h="309879" w="1205230">
                  <a:moveTo>
                    <a:pt x="886968" y="12191"/>
                  </a:moveTo>
                  <a:lnTo>
                    <a:pt x="1204976" y="24676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3" name="Google Shape;893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28872" y="5221223"/>
              <a:ext cx="387845" cy="4671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75"/>
            <p:cNvSpPr/>
            <p:nvPr/>
          </p:nvSpPr>
          <p:spPr>
            <a:xfrm>
              <a:off x="3991355" y="5256275"/>
              <a:ext cx="263525" cy="345440"/>
            </a:xfrm>
            <a:custGeom>
              <a:rect b="b" l="l" r="r" t="t"/>
              <a:pathLst>
                <a:path extrusionOk="0" h="345439" w="263525">
                  <a:moveTo>
                    <a:pt x="0" y="0"/>
                  </a:moveTo>
                  <a:lnTo>
                    <a:pt x="263144" y="345300"/>
                  </a:lnTo>
                </a:path>
              </a:pathLst>
            </a:custGeom>
            <a:noFill/>
            <a:ln cap="flat" cmpd="sng" w="396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5" name="Google Shape;895;p75"/>
          <p:cNvGrpSpPr/>
          <p:nvPr/>
        </p:nvGrpSpPr>
        <p:grpSpPr>
          <a:xfrm>
            <a:off x="5061204" y="3438144"/>
            <a:ext cx="3000756" cy="2212594"/>
            <a:chOff x="5061204" y="3438144"/>
            <a:chExt cx="3000756" cy="2212594"/>
          </a:xfrm>
        </p:grpSpPr>
        <p:sp>
          <p:nvSpPr>
            <p:cNvPr id="896" name="Google Shape;896;p75"/>
            <p:cNvSpPr/>
            <p:nvPr/>
          </p:nvSpPr>
          <p:spPr>
            <a:xfrm>
              <a:off x="5061204" y="5268468"/>
              <a:ext cx="2350135" cy="382270"/>
            </a:xfrm>
            <a:custGeom>
              <a:rect b="b" l="l" r="r" t="t"/>
              <a:pathLst>
                <a:path extrusionOk="0" h="382270" w="2350134">
                  <a:moveTo>
                    <a:pt x="0" y="3047"/>
                  </a:moveTo>
                  <a:lnTo>
                    <a:pt x="245110" y="381647"/>
                  </a:lnTo>
                </a:path>
                <a:path extrusionOk="0" h="382270" w="2350134">
                  <a:moveTo>
                    <a:pt x="1027176" y="0"/>
                  </a:moveTo>
                  <a:lnTo>
                    <a:pt x="1248537" y="333603"/>
                  </a:lnTo>
                </a:path>
                <a:path extrusionOk="0" h="382270" w="2350134">
                  <a:moveTo>
                    <a:pt x="2051303" y="0"/>
                  </a:moveTo>
                  <a:lnTo>
                    <a:pt x="2349754" y="358203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75"/>
            <p:cNvSpPr/>
            <p:nvPr/>
          </p:nvSpPr>
          <p:spPr>
            <a:xfrm>
              <a:off x="6126480" y="3438144"/>
              <a:ext cx="859790" cy="268605"/>
            </a:xfrm>
            <a:custGeom>
              <a:rect b="b" l="l" r="r" t="t"/>
              <a:pathLst>
                <a:path extrusionOk="0" h="268604" w="859790">
                  <a:moveTo>
                    <a:pt x="725424" y="0"/>
                  </a:moveTo>
                  <a:lnTo>
                    <a:pt x="725424" y="67055"/>
                  </a:lnTo>
                  <a:lnTo>
                    <a:pt x="134112" y="67055"/>
                  </a:lnTo>
                  <a:lnTo>
                    <a:pt x="134112" y="0"/>
                  </a:lnTo>
                  <a:lnTo>
                    <a:pt x="0" y="134111"/>
                  </a:lnTo>
                  <a:lnTo>
                    <a:pt x="134112" y="268223"/>
                  </a:lnTo>
                  <a:lnTo>
                    <a:pt x="134112" y="201167"/>
                  </a:lnTo>
                  <a:lnTo>
                    <a:pt x="725424" y="201167"/>
                  </a:lnTo>
                  <a:lnTo>
                    <a:pt x="725424" y="268223"/>
                  </a:lnTo>
                  <a:lnTo>
                    <a:pt x="859536" y="134111"/>
                  </a:lnTo>
                  <a:lnTo>
                    <a:pt x="72542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75"/>
            <p:cNvSpPr/>
            <p:nvPr/>
          </p:nvSpPr>
          <p:spPr>
            <a:xfrm>
              <a:off x="6126480" y="3438144"/>
              <a:ext cx="859790" cy="268605"/>
            </a:xfrm>
            <a:custGeom>
              <a:rect b="b" l="l" r="r" t="t"/>
              <a:pathLst>
                <a:path extrusionOk="0" h="268604" w="859790">
                  <a:moveTo>
                    <a:pt x="0" y="134111"/>
                  </a:moveTo>
                  <a:lnTo>
                    <a:pt x="134112" y="0"/>
                  </a:lnTo>
                  <a:lnTo>
                    <a:pt x="134112" y="67055"/>
                  </a:lnTo>
                  <a:lnTo>
                    <a:pt x="725424" y="67055"/>
                  </a:lnTo>
                  <a:lnTo>
                    <a:pt x="725424" y="0"/>
                  </a:lnTo>
                  <a:lnTo>
                    <a:pt x="859536" y="134111"/>
                  </a:lnTo>
                  <a:lnTo>
                    <a:pt x="725424" y="268223"/>
                  </a:lnTo>
                  <a:lnTo>
                    <a:pt x="725424" y="201167"/>
                  </a:lnTo>
                  <a:lnTo>
                    <a:pt x="134112" y="201167"/>
                  </a:lnTo>
                  <a:lnTo>
                    <a:pt x="134112" y="268223"/>
                  </a:lnTo>
                  <a:lnTo>
                    <a:pt x="0" y="134111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75"/>
            <p:cNvSpPr/>
            <p:nvPr/>
          </p:nvSpPr>
          <p:spPr>
            <a:xfrm>
              <a:off x="7360920" y="4532376"/>
              <a:ext cx="701040" cy="317500"/>
            </a:xfrm>
            <a:custGeom>
              <a:rect b="b" l="l" r="r" t="t"/>
              <a:pathLst>
                <a:path extrusionOk="0" h="317500" w="701040">
                  <a:moveTo>
                    <a:pt x="542544" y="0"/>
                  </a:moveTo>
                  <a:lnTo>
                    <a:pt x="542544" y="79248"/>
                  </a:lnTo>
                  <a:lnTo>
                    <a:pt x="158496" y="79248"/>
                  </a:lnTo>
                  <a:lnTo>
                    <a:pt x="158496" y="0"/>
                  </a:lnTo>
                  <a:lnTo>
                    <a:pt x="0" y="158496"/>
                  </a:lnTo>
                  <a:lnTo>
                    <a:pt x="158496" y="316992"/>
                  </a:lnTo>
                  <a:lnTo>
                    <a:pt x="158496" y="237744"/>
                  </a:lnTo>
                  <a:lnTo>
                    <a:pt x="542544" y="237744"/>
                  </a:lnTo>
                  <a:lnTo>
                    <a:pt x="542544" y="316992"/>
                  </a:lnTo>
                  <a:lnTo>
                    <a:pt x="701039" y="158496"/>
                  </a:lnTo>
                  <a:lnTo>
                    <a:pt x="5425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75"/>
            <p:cNvSpPr/>
            <p:nvPr/>
          </p:nvSpPr>
          <p:spPr>
            <a:xfrm>
              <a:off x="7360920" y="4532376"/>
              <a:ext cx="701040" cy="317500"/>
            </a:xfrm>
            <a:custGeom>
              <a:rect b="b" l="l" r="r" t="t"/>
              <a:pathLst>
                <a:path extrusionOk="0" h="317500" w="701040">
                  <a:moveTo>
                    <a:pt x="0" y="158496"/>
                  </a:moveTo>
                  <a:lnTo>
                    <a:pt x="158496" y="0"/>
                  </a:lnTo>
                  <a:lnTo>
                    <a:pt x="158496" y="79248"/>
                  </a:lnTo>
                  <a:lnTo>
                    <a:pt x="542544" y="79248"/>
                  </a:lnTo>
                  <a:lnTo>
                    <a:pt x="542544" y="0"/>
                  </a:lnTo>
                  <a:lnTo>
                    <a:pt x="701039" y="158496"/>
                  </a:lnTo>
                  <a:lnTo>
                    <a:pt x="542544" y="316992"/>
                  </a:lnTo>
                  <a:lnTo>
                    <a:pt x="542544" y="237744"/>
                  </a:lnTo>
                  <a:lnTo>
                    <a:pt x="158496" y="237744"/>
                  </a:lnTo>
                  <a:lnTo>
                    <a:pt x="158496" y="316992"/>
                  </a:lnTo>
                  <a:lnTo>
                    <a:pt x="0" y="158496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1" name="Google Shape;901;p75"/>
          <p:cNvSpPr txBox="1"/>
          <p:nvPr/>
        </p:nvSpPr>
        <p:spPr>
          <a:xfrm>
            <a:off x="821537" y="4594986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75"/>
          <p:cNvSpPr txBox="1"/>
          <p:nvPr/>
        </p:nvSpPr>
        <p:spPr>
          <a:xfrm>
            <a:off x="8219693" y="4594986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5"/>
          <p:cNvSpPr/>
          <p:nvPr/>
        </p:nvSpPr>
        <p:spPr>
          <a:xfrm>
            <a:off x="4573523" y="1525524"/>
            <a:ext cx="0" cy="4876800"/>
          </a:xfrm>
          <a:custGeom>
            <a:rect b="b" l="l" r="r" t="t"/>
            <a:pathLst>
              <a:path extrusionOk="0" h="4876800" w="120000">
                <a:moveTo>
                  <a:pt x="0" y="0"/>
                </a:moveTo>
                <a:lnTo>
                  <a:pt x="0" y="487680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75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6"/>
          <p:cNvSpPr txBox="1"/>
          <p:nvPr/>
        </p:nvSpPr>
        <p:spPr>
          <a:xfrm>
            <a:off x="4582414" y="6629501"/>
            <a:ext cx="4478020" cy="19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Pilani, Deemed to be University under Section 3 of UGC Act, 1956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10" name="Google Shape;910;p76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911" name="Google Shape;911;p76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76"/>
            <p:cNvSpPr/>
            <p:nvPr/>
          </p:nvSpPr>
          <p:spPr>
            <a:xfrm>
              <a:off x="6906767" y="6550152"/>
              <a:ext cx="2237740" cy="45720"/>
            </a:xfrm>
            <a:custGeom>
              <a:rect b="b" l="l" r="r" t="t"/>
              <a:pathLst>
                <a:path extrusionOk="0" h="45720" w="2237740">
                  <a:moveTo>
                    <a:pt x="22372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7231" y="45720"/>
                  </a:lnTo>
                  <a:lnTo>
                    <a:pt x="2237231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76"/>
            <p:cNvSpPr/>
            <p:nvPr/>
          </p:nvSpPr>
          <p:spPr>
            <a:xfrm>
              <a:off x="2084832" y="6550152"/>
              <a:ext cx="2578735" cy="48895"/>
            </a:xfrm>
            <a:custGeom>
              <a:rect b="b" l="l" r="r" t="t"/>
              <a:pathLst>
                <a:path extrusionOk="0" h="48895" w="2578735">
                  <a:moveTo>
                    <a:pt x="2578608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78608" y="48768"/>
                  </a:lnTo>
                  <a:lnTo>
                    <a:pt x="2578608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76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76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76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17" name="Google Shape;91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1511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8" name="Google Shape;918;p76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919" name="Google Shape;919;p76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76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76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2" name="Google Shape;922;p76"/>
          <p:cNvSpPr txBox="1"/>
          <p:nvPr/>
        </p:nvSpPr>
        <p:spPr>
          <a:xfrm>
            <a:off x="673404" y="3342843"/>
            <a:ext cx="3534410" cy="997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rgbClr val="6F2F9F"/>
                </a:solidFill>
                <a:latin typeface="Calibri"/>
                <a:ea typeface="Calibri"/>
                <a:cs typeface="Calibri"/>
                <a:sym typeface="Calibri"/>
              </a:rPr>
              <a:t>Gaming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rgbClr val="6F2F9F"/>
                </a:solidFill>
                <a:latin typeface="Calibri"/>
                <a:ea typeface="Calibri"/>
                <a:cs typeface="Calibri"/>
                <a:sym typeface="Calibri"/>
              </a:rPr>
              <a:t>(Imperfect Decisions)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8" name="Google Shape;928;p77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929" name="Google Shape;929;p77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77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77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2" name="Google Shape;932;p77"/>
          <p:cNvSpPr txBox="1"/>
          <p:nvPr/>
        </p:nvSpPr>
        <p:spPr>
          <a:xfrm>
            <a:off x="383540" y="1515617"/>
            <a:ext cx="66909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games can be designed to handle imperfect decisions in real-time?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77"/>
          <p:cNvSpPr txBox="1"/>
          <p:nvPr/>
        </p:nvSpPr>
        <p:spPr>
          <a:xfrm>
            <a:off x="383540" y="543509"/>
            <a:ext cx="318706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Computational Efficiency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4" name="Google Shape;93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0536" y="3657600"/>
            <a:ext cx="4757655" cy="20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7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78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941" name="Google Shape;941;p78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78"/>
            <p:cNvSpPr/>
            <p:nvPr/>
          </p:nvSpPr>
          <p:spPr>
            <a:xfrm>
              <a:off x="6909816" y="6550152"/>
              <a:ext cx="2234565" cy="45720"/>
            </a:xfrm>
            <a:custGeom>
              <a:rect b="b" l="l" r="r" t="t"/>
              <a:pathLst>
                <a:path extrusionOk="0" h="45720" w="2234565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78"/>
            <p:cNvSpPr/>
            <p:nvPr/>
          </p:nvSpPr>
          <p:spPr>
            <a:xfrm>
              <a:off x="2084832" y="6550152"/>
              <a:ext cx="2581910" cy="48895"/>
            </a:xfrm>
            <a:custGeom>
              <a:rect b="b" l="l" r="r" t="t"/>
              <a:pathLst>
                <a:path extrusionOk="0" h="48895" w="2581910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78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78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78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47" name="Google Shape;94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8" name="Google Shape;948;p78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949" name="Google Shape;949;p78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78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78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2" name="Google Shape;952;p78"/>
          <p:cNvSpPr txBox="1"/>
          <p:nvPr/>
        </p:nvSpPr>
        <p:spPr>
          <a:xfrm>
            <a:off x="383540" y="1467219"/>
            <a:ext cx="2889885" cy="149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 : Chance Node: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Holds the expected values that  are computed as a sum of all  outcomes weighted by their  probability (of dice roll)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78"/>
          <p:cNvSpPr txBox="1"/>
          <p:nvPr>
            <p:ph type="title"/>
          </p:nvPr>
        </p:nvSpPr>
        <p:spPr>
          <a:xfrm>
            <a:off x="383540" y="543509"/>
            <a:ext cx="318706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Computational Efficiency</a:t>
            </a:r>
            <a:endParaRPr/>
          </a:p>
        </p:txBody>
      </p:sp>
      <p:pic>
        <p:nvPicPr>
          <p:cNvPr id="954" name="Google Shape;954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4586" y="1881016"/>
            <a:ext cx="5368519" cy="4266571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8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1" name="Google Shape;961;p79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962" name="Google Shape;962;p79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79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79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5" name="Google Shape;965;p79"/>
          <p:cNvSpPr txBox="1"/>
          <p:nvPr>
            <p:ph type="title"/>
          </p:nvPr>
        </p:nvSpPr>
        <p:spPr>
          <a:xfrm>
            <a:off x="383540" y="543509"/>
            <a:ext cx="355155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Expecti Mini Max Algorithm</a:t>
            </a:r>
            <a:endParaRPr/>
          </a:p>
        </p:txBody>
      </p:sp>
      <p:pic>
        <p:nvPicPr>
          <p:cNvPr id="966" name="Google Shape;96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6" y="1560575"/>
            <a:ext cx="7788322" cy="4773168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9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3" name="Google Shape;973;p80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974" name="Google Shape;974;p80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80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80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7" name="Google Shape;977;p80"/>
          <p:cNvSpPr txBox="1"/>
          <p:nvPr>
            <p:ph type="title"/>
          </p:nvPr>
        </p:nvSpPr>
        <p:spPr>
          <a:xfrm>
            <a:off x="383540" y="543509"/>
            <a:ext cx="3551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Expecti Min Max Algorithm</a:t>
            </a:r>
            <a:endParaRPr/>
          </a:p>
        </p:txBody>
      </p:sp>
      <p:pic>
        <p:nvPicPr>
          <p:cNvPr id="978" name="Google Shape;978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5" y="1727286"/>
            <a:ext cx="5345620" cy="4178181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0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81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985" name="Google Shape;985;p81"/>
            <p:cNvSpPr/>
            <p:nvPr/>
          </p:nvSpPr>
          <p:spPr>
            <a:xfrm>
              <a:off x="6909816" y="6550152"/>
              <a:ext cx="2234565" cy="45720"/>
            </a:xfrm>
            <a:custGeom>
              <a:rect b="b" l="l" r="r" t="t"/>
              <a:pathLst>
                <a:path extrusionOk="0" h="45720" w="2234565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81"/>
            <p:cNvSpPr/>
            <p:nvPr/>
          </p:nvSpPr>
          <p:spPr>
            <a:xfrm>
              <a:off x="2084832" y="6550152"/>
              <a:ext cx="2581910" cy="48895"/>
            </a:xfrm>
            <a:custGeom>
              <a:rect b="b" l="l" r="r" t="t"/>
              <a:pathLst>
                <a:path extrusionOk="0" h="48895" w="2581910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81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81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81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90" name="Google Shape;99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1" name="Google Shape;991;p81"/>
          <p:cNvGrpSpPr/>
          <p:nvPr/>
        </p:nvGrpSpPr>
        <p:grpSpPr>
          <a:xfrm>
            <a:off x="0" y="1295400"/>
            <a:ext cx="7010908" cy="3534918"/>
            <a:chOff x="0" y="1295400"/>
            <a:chExt cx="7010908" cy="3534918"/>
          </a:xfrm>
        </p:grpSpPr>
        <p:sp>
          <p:nvSpPr>
            <p:cNvPr id="992" name="Google Shape;992;p81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81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81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81"/>
            <p:cNvSpPr/>
            <p:nvPr/>
          </p:nvSpPr>
          <p:spPr>
            <a:xfrm>
              <a:off x="2532888" y="2569463"/>
              <a:ext cx="2131060" cy="1524000"/>
            </a:xfrm>
            <a:custGeom>
              <a:rect b="b" l="l" r="r" t="t"/>
              <a:pathLst>
                <a:path extrusionOk="0" h="1524000" w="2131060">
                  <a:moveTo>
                    <a:pt x="0" y="1524000"/>
                  </a:moveTo>
                  <a:lnTo>
                    <a:pt x="685800" y="1524000"/>
                  </a:lnTo>
                  <a:lnTo>
                    <a:pt x="685800" y="1143000"/>
                  </a:lnTo>
                  <a:lnTo>
                    <a:pt x="0" y="1143000"/>
                  </a:lnTo>
                  <a:lnTo>
                    <a:pt x="0" y="1524000"/>
                  </a:lnTo>
                  <a:close/>
                </a:path>
                <a:path extrusionOk="0" h="1524000" w="2131060">
                  <a:moveTo>
                    <a:pt x="1584960" y="266700"/>
                  </a:moveTo>
                  <a:lnTo>
                    <a:pt x="1589356" y="218753"/>
                  </a:lnTo>
                  <a:lnTo>
                    <a:pt x="1602031" y="173629"/>
                  </a:lnTo>
                  <a:lnTo>
                    <a:pt x="1622213" y="132080"/>
                  </a:lnTo>
                  <a:lnTo>
                    <a:pt x="1649131" y="94858"/>
                  </a:lnTo>
                  <a:lnTo>
                    <a:pt x="1682013" y="62716"/>
                  </a:lnTo>
                  <a:lnTo>
                    <a:pt x="1720087" y="36406"/>
                  </a:lnTo>
                  <a:lnTo>
                    <a:pt x="1762584" y="16682"/>
                  </a:lnTo>
                  <a:lnTo>
                    <a:pt x="1808730" y="4296"/>
                  </a:lnTo>
                  <a:lnTo>
                    <a:pt x="1857756" y="0"/>
                  </a:lnTo>
                  <a:lnTo>
                    <a:pt x="1906781" y="4296"/>
                  </a:lnTo>
                  <a:lnTo>
                    <a:pt x="1952927" y="16682"/>
                  </a:lnTo>
                  <a:lnTo>
                    <a:pt x="1995424" y="36406"/>
                  </a:lnTo>
                  <a:lnTo>
                    <a:pt x="2033498" y="62716"/>
                  </a:lnTo>
                  <a:lnTo>
                    <a:pt x="2066380" y="94858"/>
                  </a:lnTo>
                  <a:lnTo>
                    <a:pt x="2093298" y="132079"/>
                  </a:lnTo>
                  <a:lnTo>
                    <a:pt x="2113480" y="173629"/>
                  </a:lnTo>
                  <a:lnTo>
                    <a:pt x="2126155" y="218753"/>
                  </a:lnTo>
                  <a:lnTo>
                    <a:pt x="2130552" y="266700"/>
                  </a:lnTo>
                  <a:lnTo>
                    <a:pt x="2126155" y="314646"/>
                  </a:lnTo>
                  <a:lnTo>
                    <a:pt x="2113480" y="359770"/>
                  </a:lnTo>
                  <a:lnTo>
                    <a:pt x="2093298" y="401319"/>
                  </a:lnTo>
                  <a:lnTo>
                    <a:pt x="2066380" y="438541"/>
                  </a:lnTo>
                  <a:lnTo>
                    <a:pt x="2033498" y="470683"/>
                  </a:lnTo>
                  <a:lnTo>
                    <a:pt x="1995424" y="496993"/>
                  </a:lnTo>
                  <a:lnTo>
                    <a:pt x="1952927" y="516717"/>
                  </a:lnTo>
                  <a:lnTo>
                    <a:pt x="1906781" y="529103"/>
                  </a:lnTo>
                  <a:lnTo>
                    <a:pt x="1857756" y="533400"/>
                  </a:lnTo>
                  <a:lnTo>
                    <a:pt x="1808730" y="529103"/>
                  </a:lnTo>
                  <a:lnTo>
                    <a:pt x="1762584" y="516717"/>
                  </a:lnTo>
                  <a:lnTo>
                    <a:pt x="1720088" y="496993"/>
                  </a:lnTo>
                  <a:lnTo>
                    <a:pt x="1682013" y="470683"/>
                  </a:lnTo>
                  <a:lnTo>
                    <a:pt x="1649131" y="438541"/>
                  </a:lnTo>
                  <a:lnTo>
                    <a:pt x="1622213" y="401320"/>
                  </a:lnTo>
                  <a:lnTo>
                    <a:pt x="1602031" y="359770"/>
                  </a:lnTo>
                  <a:lnTo>
                    <a:pt x="1589356" y="314646"/>
                  </a:lnTo>
                  <a:lnTo>
                    <a:pt x="158496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81"/>
            <p:cNvSpPr/>
            <p:nvPr/>
          </p:nvSpPr>
          <p:spPr>
            <a:xfrm>
              <a:off x="1627632" y="2569463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272795" y="0"/>
                  </a:moveTo>
                  <a:lnTo>
                    <a:pt x="223770" y="4296"/>
                  </a:lnTo>
                  <a:lnTo>
                    <a:pt x="177624" y="16682"/>
                  </a:lnTo>
                  <a:lnTo>
                    <a:pt x="135127" y="36406"/>
                  </a:lnTo>
                  <a:lnTo>
                    <a:pt x="97053" y="62716"/>
                  </a:lnTo>
                  <a:lnTo>
                    <a:pt x="64171" y="94858"/>
                  </a:lnTo>
                  <a:lnTo>
                    <a:pt x="37253" y="132080"/>
                  </a:lnTo>
                  <a:lnTo>
                    <a:pt x="17071" y="173629"/>
                  </a:lnTo>
                  <a:lnTo>
                    <a:pt x="4396" y="218753"/>
                  </a:lnTo>
                  <a:lnTo>
                    <a:pt x="0" y="266700"/>
                  </a:lnTo>
                  <a:lnTo>
                    <a:pt x="4396" y="314646"/>
                  </a:lnTo>
                  <a:lnTo>
                    <a:pt x="17071" y="359770"/>
                  </a:lnTo>
                  <a:lnTo>
                    <a:pt x="37253" y="401320"/>
                  </a:lnTo>
                  <a:lnTo>
                    <a:pt x="64171" y="438541"/>
                  </a:lnTo>
                  <a:lnTo>
                    <a:pt x="97053" y="470683"/>
                  </a:lnTo>
                  <a:lnTo>
                    <a:pt x="135127" y="496993"/>
                  </a:lnTo>
                  <a:lnTo>
                    <a:pt x="177624" y="516717"/>
                  </a:lnTo>
                  <a:lnTo>
                    <a:pt x="223770" y="529103"/>
                  </a:lnTo>
                  <a:lnTo>
                    <a:pt x="272795" y="533400"/>
                  </a:lnTo>
                  <a:lnTo>
                    <a:pt x="321821" y="529103"/>
                  </a:lnTo>
                  <a:lnTo>
                    <a:pt x="367967" y="516717"/>
                  </a:lnTo>
                  <a:lnTo>
                    <a:pt x="410463" y="496993"/>
                  </a:lnTo>
                  <a:lnTo>
                    <a:pt x="448538" y="470683"/>
                  </a:lnTo>
                  <a:lnTo>
                    <a:pt x="481420" y="438541"/>
                  </a:lnTo>
                  <a:lnTo>
                    <a:pt x="508338" y="401319"/>
                  </a:lnTo>
                  <a:lnTo>
                    <a:pt x="528520" y="359770"/>
                  </a:lnTo>
                  <a:lnTo>
                    <a:pt x="541195" y="314646"/>
                  </a:lnTo>
                  <a:lnTo>
                    <a:pt x="545592" y="266700"/>
                  </a:lnTo>
                  <a:lnTo>
                    <a:pt x="541195" y="218753"/>
                  </a:lnTo>
                  <a:lnTo>
                    <a:pt x="528520" y="173629"/>
                  </a:lnTo>
                  <a:lnTo>
                    <a:pt x="508338" y="132079"/>
                  </a:lnTo>
                  <a:lnTo>
                    <a:pt x="481420" y="94858"/>
                  </a:lnTo>
                  <a:lnTo>
                    <a:pt x="448538" y="62716"/>
                  </a:lnTo>
                  <a:lnTo>
                    <a:pt x="410464" y="36406"/>
                  </a:lnTo>
                  <a:lnTo>
                    <a:pt x="367967" y="16682"/>
                  </a:lnTo>
                  <a:lnTo>
                    <a:pt x="321821" y="4296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81"/>
            <p:cNvSpPr/>
            <p:nvPr/>
          </p:nvSpPr>
          <p:spPr>
            <a:xfrm>
              <a:off x="1627632" y="2569463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5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4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2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3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5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7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81"/>
            <p:cNvSpPr/>
            <p:nvPr/>
          </p:nvSpPr>
          <p:spPr>
            <a:xfrm>
              <a:off x="1175003" y="1793748"/>
              <a:ext cx="3220085" cy="1920239"/>
            </a:xfrm>
            <a:custGeom>
              <a:rect b="b" l="l" r="r" t="t"/>
              <a:pathLst>
                <a:path extrusionOk="0" h="1920239" w="3220085">
                  <a:moveTo>
                    <a:pt x="2393442" y="0"/>
                  </a:moveTo>
                  <a:lnTo>
                    <a:pt x="725423" y="776986"/>
                  </a:lnTo>
                </a:path>
                <a:path extrusionOk="0" h="1920239" w="3220085">
                  <a:moveTo>
                    <a:pt x="2395728" y="0"/>
                  </a:moveTo>
                  <a:lnTo>
                    <a:pt x="3219577" y="776986"/>
                  </a:lnTo>
                </a:path>
                <a:path extrusionOk="0" h="1920239" w="3220085">
                  <a:moveTo>
                    <a:pt x="533654" y="1234439"/>
                  </a:moveTo>
                  <a:lnTo>
                    <a:pt x="0" y="1864487"/>
                  </a:lnTo>
                </a:path>
                <a:path extrusionOk="0" h="1920239" w="3220085">
                  <a:moveTo>
                    <a:pt x="920496" y="1234439"/>
                  </a:moveTo>
                  <a:lnTo>
                    <a:pt x="1702943" y="1919985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81"/>
            <p:cNvSpPr/>
            <p:nvPr/>
          </p:nvSpPr>
          <p:spPr>
            <a:xfrm>
              <a:off x="4075176" y="3767327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1000"/>
                  </a:moveTo>
                  <a:lnTo>
                    <a:pt x="685800" y="381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81"/>
            <p:cNvSpPr/>
            <p:nvPr/>
          </p:nvSpPr>
          <p:spPr>
            <a:xfrm>
              <a:off x="4201667" y="3028188"/>
              <a:ext cx="220345" cy="742315"/>
            </a:xfrm>
            <a:custGeom>
              <a:rect b="b" l="l" r="r" t="t"/>
              <a:pathLst>
                <a:path extrusionOk="0" h="742314" w="220345">
                  <a:moveTo>
                    <a:pt x="0" y="0"/>
                  </a:moveTo>
                  <a:lnTo>
                    <a:pt x="219837" y="741934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81"/>
            <p:cNvSpPr/>
            <p:nvPr/>
          </p:nvSpPr>
          <p:spPr>
            <a:xfrm>
              <a:off x="5321808" y="3660648"/>
              <a:ext cx="685800" cy="381000"/>
            </a:xfrm>
            <a:custGeom>
              <a:rect b="b" l="l" r="r" t="t"/>
              <a:pathLst>
                <a:path extrusionOk="0" h="381000" w="685800">
                  <a:moveTo>
                    <a:pt x="0" y="381000"/>
                  </a:moveTo>
                  <a:lnTo>
                    <a:pt x="685800" y="381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81"/>
            <p:cNvSpPr/>
            <p:nvPr/>
          </p:nvSpPr>
          <p:spPr>
            <a:xfrm>
              <a:off x="528827" y="3028188"/>
              <a:ext cx="5137785" cy="1802130"/>
            </a:xfrm>
            <a:custGeom>
              <a:rect b="b" l="l" r="r" t="t"/>
              <a:pathLst>
                <a:path extrusionOk="0" h="1802129" w="5137785">
                  <a:moveTo>
                    <a:pt x="4056888" y="0"/>
                  </a:moveTo>
                  <a:lnTo>
                    <a:pt x="5137531" y="635762"/>
                  </a:lnTo>
                </a:path>
                <a:path extrusionOk="0" h="1802129" w="5137785">
                  <a:moveTo>
                    <a:pt x="645579" y="1008888"/>
                  </a:moveTo>
                  <a:lnTo>
                    <a:pt x="0" y="1785874"/>
                  </a:lnTo>
                </a:path>
                <a:path extrusionOk="0" h="1802129" w="5137785">
                  <a:moveTo>
                    <a:pt x="646176" y="1008888"/>
                  </a:moveTo>
                  <a:lnTo>
                    <a:pt x="989076" y="1788160"/>
                  </a:lnTo>
                </a:path>
                <a:path extrusionOk="0" h="1802129" w="5137785">
                  <a:moveTo>
                    <a:pt x="2347976" y="1066800"/>
                  </a:moveTo>
                  <a:lnTo>
                    <a:pt x="1877567" y="1801749"/>
                  </a:lnTo>
                </a:path>
                <a:path extrusionOk="0" h="1802129" w="5137785">
                  <a:moveTo>
                    <a:pt x="2346960" y="1066800"/>
                  </a:moveTo>
                  <a:lnTo>
                    <a:pt x="3039618" y="1788287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003" name="Google Shape;1003;p81"/>
          <p:cNvGraphicFramePr/>
          <p:nvPr/>
        </p:nvGraphicFramePr>
        <p:xfrm>
          <a:off x="134112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685800"/>
                <a:gridCol w="1311900"/>
                <a:gridCol w="792475"/>
                <a:gridCol w="713100"/>
              </a:tblGrid>
              <a:tr h="381000">
                <a:tc>
                  <a:txBody>
                    <a:bodyPr/>
                    <a:lstStyle/>
                    <a:p>
                      <a:pPr indent="0" lvl="0" marL="1416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L cap="flat" cmpd="sng" w="28575">
                      <a:solidFill>
                        <a:srgbClr val="395E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95E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95E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95E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812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L cap="flat" cmpd="sng" w="28575">
                      <a:solidFill>
                        <a:srgbClr val="395E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/>
                </a:tc>
                <a:tc>
                  <a:txBody>
                    <a:bodyPr/>
                    <a:lstStyle/>
                    <a:p>
                      <a:pPr indent="0" lvl="0" marL="469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/>
                </a:tc>
              </a:tr>
            </a:tbl>
          </a:graphicData>
        </a:graphic>
      </p:graphicFrame>
      <p:graphicFrame>
        <p:nvGraphicFramePr>
          <p:cNvPr id="1004" name="Google Shape;1004;p81"/>
          <p:cNvGraphicFramePr/>
          <p:nvPr/>
        </p:nvGraphicFramePr>
        <p:xfrm>
          <a:off x="2299842" y="2003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775975"/>
                <a:gridCol w="1558300"/>
                <a:gridCol w="1481450"/>
                <a:gridCol w="696600"/>
              </a:tblGrid>
              <a:tr h="2289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556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186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78765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005" name="Google Shape;1005;p81"/>
          <p:cNvGraphicFramePr/>
          <p:nvPr/>
        </p:nvGraphicFramePr>
        <p:xfrm>
          <a:off x="346049" y="43682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{A8780510-CEC6-474C-818E-3332610AC72E}</a:tableStyleId>
              </a:tblPr>
              <a:tblGrid>
                <a:gridCol w="775975"/>
                <a:gridCol w="2086600"/>
                <a:gridCol w="2025025"/>
                <a:gridCol w="790575"/>
                <a:gridCol w="948050"/>
                <a:gridCol w="984250"/>
              </a:tblGrid>
              <a:tr h="2286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56235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460375" rtl="0" algn="r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67994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25475" marR="0" rtl="0" algn="l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pSp>
        <p:nvGrpSpPr>
          <p:cNvPr id="1006" name="Google Shape;1006;p81"/>
          <p:cNvGrpSpPr/>
          <p:nvPr/>
        </p:nvGrpSpPr>
        <p:grpSpPr>
          <a:xfrm>
            <a:off x="899159" y="405383"/>
            <a:ext cx="6665214" cy="3837940"/>
            <a:chOff x="899159" y="405383"/>
            <a:chExt cx="6665214" cy="3837940"/>
          </a:xfrm>
        </p:grpSpPr>
        <p:sp>
          <p:nvSpPr>
            <p:cNvPr id="1007" name="Google Shape;1007;p81"/>
            <p:cNvSpPr/>
            <p:nvPr/>
          </p:nvSpPr>
          <p:spPr>
            <a:xfrm>
              <a:off x="5839967" y="2630424"/>
              <a:ext cx="546100" cy="533400"/>
            </a:xfrm>
            <a:custGeom>
              <a:rect b="b" l="l" r="r" t="t"/>
              <a:pathLst>
                <a:path extrusionOk="0" h="533400" w="546100">
                  <a:moveTo>
                    <a:pt x="0" y="266700"/>
                  </a:moveTo>
                  <a:lnTo>
                    <a:pt x="4396" y="218753"/>
                  </a:lnTo>
                  <a:lnTo>
                    <a:pt x="17071" y="173629"/>
                  </a:lnTo>
                  <a:lnTo>
                    <a:pt x="37253" y="132080"/>
                  </a:lnTo>
                  <a:lnTo>
                    <a:pt x="64171" y="94858"/>
                  </a:lnTo>
                  <a:lnTo>
                    <a:pt x="97053" y="62716"/>
                  </a:lnTo>
                  <a:lnTo>
                    <a:pt x="135127" y="36406"/>
                  </a:lnTo>
                  <a:lnTo>
                    <a:pt x="177624" y="16682"/>
                  </a:lnTo>
                  <a:lnTo>
                    <a:pt x="223770" y="4296"/>
                  </a:lnTo>
                  <a:lnTo>
                    <a:pt x="272796" y="0"/>
                  </a:lnTo>
                  <a:lnTo>
                    <a:pt x="321821" y="4296"/>
                  </a:lnTo>
                  <a:lnTo>
                    <a:pt x="367967" y="16682"/>
                  </a:lnTo>
                  <a:lnTo>
                    <a:pt x="410463" y="36406"/>
                  </a:lnTo>
                  <a:lnTo>
                    <a:pt x="448538" y="62716"/>
                  </a:lnTo>
                  <a:lnTo>
                    <a:pt x="481420" y="94858"/>
                  </a:lnTo>
                  <a:lnTo>
                    <a:pt x="508338" y="132079"/>
                  </a:lnTo>
                  <a:lnTo>
                    <a:pt x="528520" y="173629"/>
                  </a:lnTo>
                  <a:lnTo>
                    <a:pt x="541195" y="218753"/>
                  </a:lnTo>
                  <a:lnTo>
                    <a:pt x="545592" y="266700"/>
                  </a:lnTo>
                  <a:lnTo>
                    <a:pt x="541195" y="314646"/>
                  </a:lnTo>
                  <a:lnTo>
                    <a:pt x="528520" y="359770"/>
                  </a:lnTo>
                  <a:lnTo>
                    <a:pt x="508338" y="401319"/>
                  </a:lnTo>
                  <a:lnTo>
                    <a:pt x="481420" y="438541"/>
                  </a:lnTo>
                  <a:lnTo>
                    <a:pt x="448538" y="470683"/>
                  </a:lnTo>
                  <a:lnTo>
                    <a:pt x="410464" y="496993"/>
                  </a:lnTo>
                  <a:lnTo>
                    <a:pt x="367967" y="516717"/>
                  </a:lnTo>
                  <a:lnTo>
                    <a:pt x="321821" y="529103"/>
                  </a:lnTo>
                  <a:lnTo>
                    <a:pt x="272796" y="533400"/>
                  </a:lnTo>
                  <a:lnTo>
                    <a:pt x="223770" y="529103"/>
                  </a:lnTo>
                  <a:lnTo>
                    <a:pt x="177624" y="516717"/>
                  </a:lnTo>
                  <a:lnTo>
                    <a:pt x="135128" y="496993"/>
                  </a:lnTo>
                  <a:lnTo>
                    <a:pt x="97053" y="470683"/>
                  </a:lnTo>
                  <a:lnTo>
                    <a:pt x="64171" y="438541"/>
                  </a:lnTo>
                  <a:lnTo>
                    <a:pt x="37253" y="401320"/>
                  </a:lnTo>
                  <a:lnTo>
                    <a:pt x="17071" y="359770"/>
                  </a:lnTo>
                  <a:lnTo>
                    <a:pt x="4396" y="31464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81"/>
            <p:cNvSpPr/>
            <p:nvPr/>
          </p:nvSpPr>
          <p:spPr>
            <a:xfrm>
              <a:off x="5679947" y="1866900"/>
              <a:ext cx="243840" cy="844550"/>
            </a:xfrm>
            <a:custGeom>
              <a:rect b="b" l="l" r="r" t="t"/>
              <a:pathLst>
                <a:path extrusionOk="0" h="844550" w="243839">
                  <a:moveTo>
                    <a:pt x="0" y="0"/>
                  </a:moveTo>
                  <a:lnTo>
                    <a:pt x="243586" y="84455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81"/>
            <p:cNvSpPr/>
            <p:nvPr/>
          </p:nvSpPr>
          <p:spPr>
            <a:xfrm>
              <a:off x="899159" y="3581399"/>
              <a:ext cx="542925" cy="490855"/>
            </a:xfrm>
            <a:custGeom>
              <a:rect b="b" l="l" r="r" t="t"/>
              <a:pathLst>
                <a:path extrusionOk="0" h="490854" w="542925">
                  <a:moveTo>
                    <a:pt x="364756" y="0"/>
                  </a:moveTo>
                  <a:lnTo>
                    <a:pt x="271272" y="131825"/>
                  </a:lnTo>
                  <a:lnTo>
                    <a:pt x="209778" y="52197"/>
                  </a:lnTo>
                  <a:lnTo>
                    <a:pt x="183667" y="143637"/>
                  </a:lnTo>
                  <a:lnTo>
                    <a:pt x="9296" y="52197"/>
                  </a:lnTo>
                  <a:lnTo>
                    <a:pt x="116217" y="173100"/>
                  </a:lnTo>
                  <a:lnTo>
                    <a:pt x="0" y="195706"/>
                  </a:lnTo>
                  <a:lnTo>
                    <a:pt x="93484" y="267462"/>
                  </a:lnTo>
                  <a:lnTo>
                    <a:pt x="3390" y="331343"/>
                  </a:lnTo>
                  <a:lnTo>
                    <a:pt x="142341" y="316611"/>
                  </a:lnTo>
                  <a:lnTo>
                    <a:pt x="119608" y="400176"/>
                  </a:lnTo>
                  <a:lnTo>
                    <a:pt x="193789" y="354964"/>
                  </a:lnTo>
                  <a:lnTo>
                    <a:pt x="213118" y="490727"/>
                  </a:lnTo>
                  <a:lnTo>
                    <a:pt x="264541" y="339344"/>
                  </a:lnTo>
                  <a:lnTo>
                    <a:pt x="332740" y="448437"/>
                  </a:lnTo>
                  <a:lnTo>
                    <a:pt x="352145" y="328422"/>
                  </a:lnTo>
                  <a:lnTo>
                    <a:pt x="455803" y="411099"/>
                  </a:lnTo>
                  <a:lnTo>
                    <a:pt x="422909" y="294005"/>
                  </a:lnTo>
                  <a:lnTo>
                    <a:pt x="542544" y="301879"/>
                  </a:lnTo>
                  <a:lnTo>
                    <a:pt x="442214" y="237998"/>
                  </a:lnTo>
                  <a:lnTo>
                    <a:pt x="529971" y="184912"/>
                  </a:lnTo>
                  <a:lnTo>
                    <a:pt x="419481" y="166243"/>
                  </a:lnTo>
                  <a:lnTo>
                    <a:pt x="461645" y="101218"/>
                  </a:lnTo>
                  <a:lnTo>
                    <a:pt x="355536" y="121031"/>
                  </a:lnTo>
                  <a:lnTo>
                    <a:pt x="364756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81"/>
            <p:cNvSpPr/>
            <p:nvPr/>
          </p:nvSpPr>
          <p:spPr>
            <a:xfrm>
              <a:off x="899159" y="3581399"/>
              <a:ext cx="542925" cy="490855"/>
            </a:xfrm>
            <a:custGeom>
              <a:rect b="b" l="l" r="r" t="t"/>
              <a:pathLst>
                <a:path extrusionOk="0" h="490854" w="542925">
                  <a:moveTo>
                    <a:pt x="271272" y="131825"/>
                  </a:moveTo>
                  <a:lnTo>
                    <a:pt x="364756" y="0"/>
                  </a:lnTo>
                  <a:lnTo>
                    <a:pt x="355536" y="121031"/>
                  </a:lnTo>
                  <a:lnTo>
                    <a:pt x="461645" y="101218"/>
                  </a:lnTo>
                  <a:lnTo>
                    <a:pt x="419481" y="166243"/>
                  </a:lnTo>
                  <a:lnTo>
                    <a:pt x="529971" y="184912"/>
                  </a:lnTo>
                  <a:lnTo>
                    <a:pt x="442214" y="237998"/>
                  </a:lnTo>
                  <a:lnTo>
                    <a:pt x="542544" y="301879"/>
                  </a:lnTo>
                  <a:lnTo>
                    <a:pt x="422909" y="294005"/>
                  </a:lnTo>
                  <a:lnTo>
                    <a:pt x="455803" y="411099"/>
                  </a:lnTo>
                  <a:lnTo>
                    <a:pt x="352145" y="328422"/>
                  </a:lnTo>
                  <a:lnTo>
                    <a:pt x="332740" y="448437"/>
                  </a:lnTo>
                  <a:lnTo>
                    <a:pt x="264541" y="339344"/>
                  </a:lnTo>
                  <a:lnTo>
                    <a:pt x="213118" y="490727"/>
                  </a:lnTo>
                  <a:lnTo>
                    <a:pt x="193789" y="354964"/>
                  </a:lnTo>
                  <a:lnTo>
                    <a:pt x="119608" y="400176"/>
                  </a:lnTo>
                  <a:lnTo>
                    <a:pt x="142341" y="316611"/>
                  </a:lnTo>
                  <a:lnTo>
                    <a:pt x="3390" y="331343"/>
                  </a:lnTo>
                  <a:lnTo>
                    <a:pt x="93484" y="267462"/>
                  </a:lnTo>
                  <a:lnTo>
                    <a:pt x="0" y="195706"/>
                  </a:lnTo>
                  <a:lnTo>
                    <a:pt x="116217" y="173100"/>
                  </a:lnTo>
                  <a:lnTo>
                    <a:pt x="9296" y="52197"/>
                  </a:lnTo>
                  <a:lnTo>
                    <a:pt x="183667" y="143637"/>
                  </a:lnTo>
                  <a:lnTo>
                    <a:pt x="209778" y="52197"/>
                  </a:lnTo>
                  <a:lnTo>
                    <a:pt x="271272" y="131825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81"/>
            <p:cNvSpPr/>
            <p:nvPr/>
          </p:nvSpPr>
          <p:spPr>
            <a:xfrm>
              <a:off x="3349751" y="1371600"/>
              <a:ext cx="542925" cy="494030"/>
            </a:xfrm>
            <a:custGeom>
              <a:rect b="b" l="l" r="r" t="t"/>
              <a:pathLst>
                <a:path extrusionOk="0" h="494030" w="542925">
                  <a:moveTo>
                    <a:pt x="364744" y="0"/>
                  </a:moveTo>
                  <a:lnTo>
                    <a:pt x="271272" y="132587"/>
                  </a:lnTo>
                  <a:lnTo>
                    <a:pt x="209803" y="52450"/>
                  </a:lnTo>
                  <a:lnTo>
                    <a:pt x="183642" y="144525"/>
                  </a:lnTo>
                  <a:lnTo>
                    <a:pt x="9271" y="52450"/>
                  </a:lnTo>
                  <a:lnTo>
                    <a:pt x="116205" y="174116"/>
                  </a:lnTo>
                  <a:lnTo>
                    <a:pt x="0" y="196976"/>
                  </a:lnTo>
                  <a:lnTo>
                    <a:pt x="93472" y="269239"/>
                  </a:lnTo>
                  <a:lnTo>
                    <a:pt x="3428" y="333501"/>
                  </a:lnTo>
                  <a:lnTo>
                    <a:pt x="142367" y="318642"/>
                  </a:lnTo>
                  <a:lnTo>
                    <a:pt x="119634" y="402716"/>
                  </a:lnTo>
                  <a:lnTo>
                    <a:pt x="193801" y="357250"/>
                  </a:lnTo>
                  <a:lnTo>
                    <a:pt x="213106" y="493775"/>
                  </a:lnTo>
                  <a:lnTo>
                    <a:pt x="264540" y="341375"/>
                  </a:lnTo>
                  <a:lnTo>
                    <a:pt x="332739" y="451230"/>
                  </a:lnTo>
                  <a:lnTo>
                    <a:pt x="352171" y="330453"/>
                  </a:lnTo>
                  <a:lnTo>
                    <a:pt x="455802" y="413638"/>
                  </a:lnTo>
                  <a:lnTo>
                    <a:pt x="422910" y="295910"/>
                  </a:lnTo>
                  <a:lnTo>
                    <a:pt x="542544" y="303784"/>
                  </a:lnTo>
                  <a:lnTo>
                    <a:pt x="442213" y="239395"/>
                  </a:lnTo>
                  <a:lnTo>
                    <a:pt x="529971" y="186054"/>
                  </a:lnTo>
                  <a:lnTo>
                    <a:pt x="419481" y="167259"/>
                  </a:lnTo>
                  <a:lnTo>
                    <a:pt x="461645" y="101853"/>
                  </a:lnTo>
                  <a:lnTo>
                    <a:pt x="355600" y="121665"/>
                  </a:lnTo>
                  <a:lnTo>
                    <a:pt x="364744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81"/>
            <p:cNvSpPr/>
            <p:nvPr/>
          </p:nvSpPr>
          <p:spPr>
            <a:xfrm>
              <a:off x="3349751" y="405383"/>
              <a:ext cx="1645920" cy="1460500"/>
            </a:xfrm>
            <a:custGeom>
              <a:rect b="b" l="l" r="r" t="t"/>
              <a:pathLst>
                <a:path extrusionOk="0" h="1460500" w="1645920">
                  <a:moveTo>
                    <a:pt x="271272" y="1098803"/>
                  </a:moveTo>
                  <a:lnTo>
                    <a:pt x="364744" y="966215"/>
                  </a:lnTo>
                  <a:lnTo>
                    <a:pt x="355600" y="1087881"/>
                  </a:lnTo>
                  <a:lnTo>
                    <a:pt x="461645" y="1068069"/>
                  </a:lnTo>
                  <a:lnTo>
                    <a:pt x="419481" y="1133475"/>
                  </a:lnTo>
                  <a:lnTo>
                    <a:pt x="529971" y="1152270"/>
                  </a:lnTo>
                  <a:lnTo>
                    <a:pt x="442213" y="1205611"/>
                  </a:lnTo>
                  <a:lnTo>
                    <a:pt x="542544" y="1270000"/>
                  </a:lnTo>
                  <a:lnTo>
                    <a:pt x="422910" y="1262126"/>
                  </a:lnTo>
                  <a:lnTo>
                    <a:pt x="455802" y="1379854"/>
                  </a:lnTo>
                  <a:lnTo>
                    <a:pt x="352171" y="1296669"/>
                  </a:lnTo>
                  <a:lnTo>
                    <a:pt x="332739" y="1417446"/>
                  </a:lnTo>
                  <a:lnTo>
                    <a:pt x="264540" y="1307591"/>
                  </a:lnTo>
                  <a:lnTo>
                    <a:pt x="213106" y="1459991"/>
                  </a:lnTo>
                  <a:lnTo>
                    <a:pt x="193801" y="1323466"/>
                  </a:lnTo>
                  <a:lnTo>
                    <a:pt x="119634" y="1368932"/>
                  </a:lnTo>
                  <a:lnTo>
                    <a:pt x="142367" y="1284858"/>
                  </a:lnTo>
                  <a:lnTo>
                    <a:pt x="3428" y="1299717"/>
                  </a:lnTo>
                  <a:lnTo>
                    <a:pt x="93472" y="1235455"/>
                  </a:lnTo>
                  <a:lnTo>
                    <a:pt x="0" y="1163192"/>
                  </a:lnTo>
                  <a:lnTo>
                    <a:pt x="116205" y="1140332"/>
                  </a:lnTo>
                  <a:lnTo>
                    <a:pt x="9271" y="1018666"/>
                  </a:lnTo>
                  <a:lnTo>
                    <a:pt x="183642" y="1110741"/>
                  </a:lnTo>
                  <a:lnTo>
                    <a:pt x="209803" y="1018666"/>
                  </a:lnTo>
                  <a:lnTo>
                    <a:pt x="271272" y="1098803"/>
                  </a:lnTo>
                  <a:close/>
                </a:path>
                <a:path extrusionOk="0" h="1460500" w="1645920">
                  <a:moveTo>
                    <a:pt x="960120" y="381000"/>
                  </a:moveTo>
                  <a:lnTo>
                    <a:pt x="1645920" y="381000"/>
                  </a:lnTo>
                  <a:lnTo>
                    <a:pt x="1645920" y="0"/>
                  </a:lnTo>
                  <a:lnTo>
                    <a:pt x="960120" y="0"/>
                  </a:lnTo>
                  <a:lnTo>
                    <a:pt x="960120" y="381000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81"/>
            <p:cNvSpPr/>
            <p:nvPr/>
          </p:nvSpPr>
          <p:spPr>
            <a:xfrm>
              <a:off x="3811523" y="800100"/>
              <a:ext cx="534035" cy="629920"/>
            </a:xfrm>
            <a:custGeom>
              <a:rect b="b" l="l" r="r" t="t"/>
              <a:pathLst>
                <a:path extrusionOk="0" h="629919" w="534035">
                  <a:moveTo>
                    <a:pt x="533526" y="0"/>
                  </a:moveTo>
                  <a:lnTo>
                    <a:pt x="0" y="62992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81"/>
            <p:cNvSpPr/>
            <p:nvPr/>
          </p:nvSpPr>
          <p:spPr>
            <a:xfrm>
              <a:off x="5312664" y="1380744"/>
              <a:ext cx="539750" cy="490855"/>
            </a:xfrm>
            <a:custGeom>
              <a:rect b="b" l="l" r="r" t="t"/>
              <a:pathLst>
                <a:path extrusionOk="0" h="490855" w="539750">
                  <a:moveTo>
                    <a:pt x="362712" y="0"/>
                  </a:moveTo>
                  <a:lnTo>
                    <a:pt x="269748" y="131825"/>
                  </a:lnTo>
                  <a:lnTo>
                    <a:pt x="208661" y="52196"/>
                  </a:lnTo>
                  <a:lnTo>
                    <a:pt x="182625" y="143636"/>
                  </a:lnTo>
                  <a:lnTo>
                    <a:pt x="9271" y="52196"/>
                  </a:lnTo>
                  <a:lnTo>
                    <a:pt x="115570" y="173100"/>
                  </a:lnTo>
                  <a:lnTo>
                    <a:pt x="0" y="195706"/>
                  </a:lnTo>
                  <a:lnTo>
                    <a:pt x="92963" y="267461"/>
                  </a:lnTo>
                  <a:lnTo>
                    <a:pt x="3428" y="331342"/>
                  </a:lnTo>
                  <a:lnTo>
                    <a:pt x="141605" y="316610"/>
                  </a:lnTo>
                  <a:lnTo>
                    <a:pt x="118999" y="400176"/>
                  </a:lnTo>
                  <a:lnTo>
                    <a:pt x="192659" y="354964"/>
                  </a:lnTo>
                  <a:lnTo>
                    <a:pt x="211962" y="490727"/>
                  </a:lnTo>
                  <a:lnTo>
                    <a:pt x="263016" y="339343"/>
                  </a:lnTo>
                  <a:lnTo>
                    <a:pt x="330835" y="448436"/>
                  </a:lnTo>
                  <a:lnTo>
                    <a:pt x="350138" y="328421"/>
                  </a:lnTo>
                  <a:lnTo>
                    <a:pt x="453263" y="411098"/>
                  </a:lnTo>
                  <a:lnTo>
                    <a:pt x="420497" y="294004"/>
                  </a:lnTo>
                  <a:lnTo>
                    <a:pt x="539496" y="301878"/>
                  </a:lnTo>
                  <a:lnTo>
                    <a:pt x="439800" y="237997"/>
                  </a:lnTo>
                  <a:lnTo>
                    <a:pt x="526923" y="184911"/>
                  </a:lnTo>
                  <a:lnTo>
                    <a:pt x="417195" y="166242"/>
                  </a:lnTo>
                  <a:lnTo>
                    <a:pt x="459105" y="101218"/>
                  </a:lnTo>
                  <a:lnTo>
                    <a:pt x="353568" y="121030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81"/>
            <p:cNvSpPr/>
            <p:nvPr/>
          </p:nvSpPr>
          <p:spPr>
            <a:xfrm>
              <a:off x="5312664" y="1380744"/>
              <a:ext cx="1884045" cy="1807845"/>
            </a:xfrm>
            <a:custGeom>
              <a:rect b="b" l="l" r="r" t="t"/>
              <a:pathLst>
                <a:path extrusionOk="0" h="1807845" w="1884045">
                  <a:moveTo>
                    <a:pt x="269748" y="131825"/>
                  </a:moveTo>
                  <a:lnTo>
                    <a:pt x="362712" y="0"/>
                  </a:lnTo>
                  <a:lnTo>
                    <a:pt x="353568" y="121030"/>
                  </a:lnTo>
                  <a:lnTo>
                    <a:pt x="459105" y="101218"/>
                  </a:lnTo>
                  <a:lnTo>
                    <a:pt x="417195" y="166242"/>
                  </a:lnTo>
                  <a:lnTo>
                    <a:pt x="526923" y="184911"/>
                  </a:lnTo>
                  <a:lnTo>
                    <a:pt x="439800" y="237997"/>
                  </a:lnTo>
                  <a:lnTo>
                    <a:pt x="539496" y="301878"/>
                  </a:lnTo>
                  <a:lnTo>
                    <a:pt x="420497" y="294004"/>
                  </a:lnTo>
                  <a:lnTo>
                    <a:pt x="453263" y="411098"/>
                  </a:lnTo>
                  <a:lnTo>
                    <a:pt x="350138" y="328421"/>
                  </a:lnTo>
                  <a:lnTo>
                    <a:pt x="330835" y="448436"/>
                  </a:lnTo>
                  <a:lnTo>
                    <a:pt x="263016" y="339343"/>
                  </a:lnTo>
                  <a:lnTo>
                    <a:pt x="211962" y="490727"/>
                  </a:lnTo>
                  <a:lnTo>
                    <a:pt x="192659" y="354964"/>
                  </a:lnTo>
                  <a:lnTo>
                    <a:pt x="118999" y="400176"/>
                  </a:lnTo>
                  <a:lnTo>
                    <a:pt x="141605" y="316610"/>
                  </a:lnTo>
                  <a:lnTo>
                    <a:pt x="3428" y="331342"/>
                  </a:lnTo>
                  <a:lnTo>
                    <a:pt x="92963" y="267461"/>
                  </a:lnTo>
                  <a:lnTo>
                    <a:pt x="0" y="195706"/>
                  </a:lnTo>
                  <a:lnTo>
                    <a:pt x="115570" y="173100"/>
                  </a:lnTo>
                  <a:lnTo>
                    <a:pt x="9271" y="52196"/>
                  </a:lnTo>
                  <a:lnTo>
                    <a:pt x="182625" y="143636"/>
                  </a:lnTo>
                  <a:lnTo>
                    <a:pt x="208661" y="52196"/>
                  </a:lnTo>
                  <a:lnTo>
                    <a:pt x="269748" y="131825"/>
                  </a:lnTo>
                  <a:close/>
                </a:path>
                <a:path extrusionOk="0" h="1807845" w="1884045">
                  <a:moveTo>
                    <a:pt x="1338071" y="1540764"/>
                  </a:moveTo>
                  <a:lnTo>
                    <a:pt x="1342468" y="1492817"/>
                  </a:lnTo>
                  <a:lnTo>
                    <a:pt x="1355143" y="1447693"/>
                  </a:lnTo>
                  <a:lnTo>
                    <a:pt x="1375325" y="1406144"/>
                  </a:lnTo>
                  <a:lnTo>
                    <a:pt x="1402243" y="1368922"/>
                  </a:lnTo>
                  <a:lnTo>
                    <a:pt x="1435125" y="1336780"/>
                  </a:lnTo>
                  <a:lnTo>
                    <a:pt x="1473200" y="1310470"/>
                  </a:lnTo>
                  <a:lnTo>
                    <a:pt x="1515696" y="1290746"/>
                  </a:lnTo>
                  <a:lnTo>
                    <a:pt x="1561842" y="1278360"/>
                  </a:lnTo>
                  <a:lnTo>
                    <a:pt x="1610867" y="1274064"/>
                  </a:lnTo>
                  <a:lnTo>
                    <a:pt x="1659893" y="1278360"/>
                  </a:lnTo>
                  <a:lnTo>
                    <a:pt x="1706039" y="1290746"/>
                  </a:lnTo>
                  <a:lnTo>
                    <a:pt x="1748535" y="1310470"/>
                  </a:lnTo>
                  <a:lnTo>
                    <a:pt x="1786610" y="1336780"/>
                  </a:lnTo>
                  <a:lnTo>
                    <a:pt x="1819492" y="1368922"/>
                  </a:lnTo>
                  <a:lnTo>
                    <a:pt x="1846410" y="1406143"/>
                  </a:lnTo>
                  <a:lnTo>
                    <a:pt x="1866592" y="1447693"/>
                  </a:lnTo>
                  <a:lnTo>
                    <a:pt x="1879267" y="1492817"/>
                  </a:lnTo>
                  <a:lnTo>
                    <a:pt x="1883664" y="1540764"/>
                  </a:lnTo>
                  <a:lnTo>
                    <a:pt x="1879267" y="1588710"/>
                  </a:lnTo>
                  <a:lnTo>
                    <a:pt x="1866592" y="1633834"/>
                  </a:lnTo>
                  <a:lnTo>
                    <a:pt x="1846410" y="1675383"/>
                  </a:lnTo>
                  <a:lnTo>
                    <a:pt x="1819492" y="1712605"/>
                  </a:lnTo>
                  <a:lnTo>
                    <a:pt x="1786610" y="1744747"/>
                  </a:lnTo>
                  <a:lnTo>
                    <a:pt x="1748535" y="1771057"/>
                  </a:lnTo>
                  <a:lnTo>
                    <a:pt x="1706039" y="1790781"/>
                  </a:lnTo>
                  <a:lnTo>
                    <a:pt x="1659893" y="1803167"/>
                  </a:lnTo>
                  <a:lnTo>
                    <a:pt x="1610867" y="1807464"/>
                  </a:lnTo>
                  <a:lnTo>
                    <a:pt x="1561842" y="1803167"/>
                  </a:lnTo>
                  <a:lnTo>
                    <a:pt x="1515696" y="1790781"/>
                  </a:lnTo>
                  <a:lnTo>
                    <a:pt x="1473200" y="1771057"/>
                  </a:lnTo>
                  <a:lnTo>
                    <a:pt x="1435125" y="1744747"/>
                  </a:lnTo>
                  <a:lnTo>
                    <a:pt x="1402243" y="1712605"/>
                  </a:lnTo>
                  <a:lnTo>
                    <a:pt x="1375325" y="1675384"/>
                  </a:lnTo>
                  <a:lnTo>
                    <a:pt x="1355143" y="1633834"/>
                  </a:lnTo>
                  <a:lnTo>
                    <a:pt x="1342468" y="1588710"/>
                  </a:lnTo>
                  <a:lnTo>
                    <a:pt x="1338071" y="1540764"/>
                  </a:lnTo>
                  <a:close/>
                </a:path>
              </a:pathLst>
            </a:custGeom>
            <a:noFill/>
            <a:ln cap="flat" cmpd="sng" w="24375">
              <a:solidFill>
                <a:srgbClr val="39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81"/>
            <p:cNvSpPr/>
            <p:nvPr/>
          </p:nvSpPr>
          <p:spPr>
            <a:xfrm>
              <a:off x="4832603" y="748283"/>
              <a:ext cx="2731770" cy="3495040"/>
            </a:xfrm>
            <a:custGeom>
              <a:rect b="b" l="l" r="r" t="t"/>
              <a:pathLst>
                <a:path extrusionOk="0" h="3495040" w="2731770">
                  <a:moveTo>
                    <a:pt x="883920" y="1045463"/>
                  </a:moveTo>
                  <a:lnTo>
                    <a:pt x="1900301" y="1985644"/>
                  </a:lnTo>
                </a:path>
                <a:path extrusionOk="0" h="3495040" w="2731770">
                  <a:moveTo>
                    <a:pt x="0" y="0"/>
                  </a:moveTo>
                  <a:lnTo>
                    <a:pt x="629031" y="629285"/>
                  </a:lnTo>
                </a:path>
                <a:path extrusionOk="0" h="3495040" w="2731770">
                  <a:moveTo>
                    <a:pt x="1283208" y="2417064"/>
                  </a:moveTo>
                  <a:lnTo>
                    <a:pt x="1478153" y="3493134"/>
                  </a:lnTo>
                </a:path>
                <a:path extrusionOk="0" h="3495040" w="2731770">
                  <a:moveTo>
                    <a:pt x="2286000" y="2365248"/>
                  </a:moveTo>
                  <a:lnTo>
                    <a:pt x="2731770" y="3495040"/>
                  </a:lnTo>
                </a:path>
              </a:pathLst>
            </a:custGeom>
            <a:noFill/>
            <a:ln cap="flat" cmpd="sng" w="9525">
              <a:solidFill>
                <a:srgbClr val="49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7" name="Google Shape;1017;p81"/>
          <p:cNvSpPr txBox="1"/>
          <p:nvPr/>
        </p:nvSpPr>
        <p:spPr>
          <a:xfrm>
            <a:off x="223824" y="2289429"/>
            <a:ext cx="1856105" cy="664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 ( 4(0.8)+6(0.2) , 6)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min (4.4, 6)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4.4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8" name="Google Shape;1018;p81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019" name="Google Shape;1019;p81"/>
          <p:cNvSpPr txBox="1"/>
          <p:nvPr/>
        </p:nvSpPr>
        <p:spPr>
          <a:xfrm>
            <a:off x="1807845" y="1385443"/>
            <a:ext cx="1496060" cy="45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4.4 (0.3) + 3(0.7)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3.42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5974460" y="1317701"/>
            <a:ext cx="11423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4(0.6)+10(0.4)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=6.4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oogle Shape;1025;p82"/>
          <p:cNvGrpSpPr/>
          <p:nvPr/>
        </p:nvGrpSpPr>
        <p:grpSpPr>
          <a:xfrm>
            <a:off x="2084832" y="6550152"/>
            <a:ext cx="7059676" cy="48895"/>
            <a:chOff x="2084832" y="6550152"/>
            <a:chExt cx="7059676" cy="48895"/>
          </a:xfrm>
        </p:grpSpPr>
        <p:sp>
          <p:nvSpPr>
            <p:cNvPr id="1026" name="Google Shape;1026;p82"/>
            <p:cNvSpPr/>
            <p:nvPr/>
          </p:nvSpPr>
          <p:spPr>
            <a:xfrm>
              <a:off x="4629911" y="6550152"/>
              <a:ext cx="2329180" cy="48895"/>
            </a:xfrm>
            <a:custGeom>
              <a:rect b="b" l="l" r="r" t="t"/>
              <a:pathLst>
                <a:path extrusionOk="0" h="48895" w="2329179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82"/>
            <p:cNvSpPr/>
            <p:nvPr/>
          </p:nvSpPr>
          <p:spPr>
            <a:xfrm>
              <a:off x="6906767" y="6550152"/>
              <a:ext cx="2237740" cy="45720"/>
            </a:xfrm>
            <a:custGeom>
              <a:rect b="b" l="l" r="r" t="t"/>
              <a:pathLst>
                <a:path extrusionOk="0" h="45720" w="2237740">
                  <a:moveTo>
                    <a:pt x="22372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7231" y="45720"/>
                  </a:lnTo>
                  <a:lnTo>
                    <a:pt x="2237231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82"/>
            <p:cNvSpPr/>
            <p:nvPr/>
          </p:nvSpPr>
          <p:spPr>
            <a:xfrm>
              <a:off x="2084832" y="6550152"/>
              <a:ext cx="2578735" cy="48895"/>
            </a:xfrm>
            <a:custGeom>
              <a:rect b="b" l="l" r="r" t="t"/>
              <a:pathLst>
                <a:path extrusionOk="0" h="48895" w="2578735">
                  <a:moveTo>
                    <a:pt x="2578608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78608" y="48768"/>
                  </a:lnTo>
                  <a:lnTo>
                    <a:pt x="2578608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82"/>
            <p:cNvSpPr/>
            <p:nvPr/>
          </p:nvSpPr>
          <p:spPr>
            <a:xfrm>
              <a:off x="4495800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82"/>
            <p:cNvSpPr/>
            <p:nvPr/>
          </p:nvSpPr>
          <p:spPr>
            <a:xfrm>
              <a:off x="2133600" y="6553200"/>
              <a:ext cx="2362200" cy="45720"/>
            </a:xfrm>
            <a:custGeom>
              <a:rect b="b" l="l" r="r" t="t"/>
              <a:pathLst>
                <a:path extrusionOk="0" h="45720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82"/>
            <p:cNvSpPr/>
            <p:nvPr/>
          </p:nvSpPr>
          <p:spPr>
            <a:xfrm>
              <a:off x="6815328" y="6553200"/>
              <a:ext cx="2329180" cy="45720"/>
            </a:xfrm>
            <a:custGeom>
              <a:rect b="b" l="l" r="r" t="t"/>
              <a:pathLst>
                <a:path extrusionOk="0" h="45720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32" name="Google Shape;103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1511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3" name="Google Shape;1033;p82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1034" name="Google Shape;1034;p82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82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82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7" name="Google Shape;1037;p82"/>
          <p:cNvSpPr txBox="1"/>
          <p:nvPr>
            <p:ph type="title"/>
          </p:nvPr>
        </p:nvSpPr>
        <p:spPr>
          <a:xfrm>
            <a:off x="673404" y="3342843"/>
            <a:ext cx="4223385" cy="997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12700" marR="508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>
                <a:solidFill>
                  <a:srgbClr val="6F2F9F"/>
                </a:solidFill>
                <a:latin typeface="Calibri"/>
                <a:ea typeface="Calibri"/>
                <a:cs typeface="Calibri"/>
                <a:sym typeface="Calibri"/>
              </a:rPr>
              <a:t>Game Playing  (Interesting Case Studies)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82"/>
          <p:cNvSpPr txBox="1"/>
          <p:nvPr/>
        </p:nvSpPr>
        <p:spPr>
          <a:xfrm>
            <a:off x="4582414" y="6642782"/>
            <a:ext cx="44780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Pilani, Deemed to be University under Section 3 of UGC Act, 1956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3"/>
          <p:cNvSpPr txBox="1"/>
          <p:nvPr>
            <p:ph type="title"/>
          </p:nvPr>
        </p:nvSpPr>
        <p:spPr>
          <a:xfrm>
            <a:off x="383540" y="522173"/>
            <a:ext cx="301117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Games in Image Processing</a:t>
            </a:r>
            <a:endParaRPr/>
          </a:p>
        </p:txBody>
      </p:sp>
      <p:sp>
        <p:nvSpPr>
          <p:cNvPr id="1044" name="Google Shape;1044;p83"/>
          <p:cNvSpPr txBox="1"/>
          <p:nvPr/>
        </p:nvSpPr>
        <p:spPr>
          <a:xfrm>
            <a:off x="383540" y="5096941"/>
            <a:ext cx="7091045" cy="1035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 Credit: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None/>
            </a:pPr>
            <a:r>
              <a:rPr b="0" i="0" lang="en-IN" sz="15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2019 - Analyzing and Improving the Image Quality of StyleGAN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None/>
            </a:pPr>
            <a:r>
              <a:rPr b="0" i="0" lang="en-IN" sz="15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Tero Karras, Samuli Laine, Miika Aittala, Janne Hellsten, Jaakko Lehtinen, Timo Aila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None/>
            </a:pPr>
            <a:r>
              <a:rPr b="0" i="0" lang="en-IN" sz="15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https://thispersondoesnotexist.com/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5" name="Google Shape;1045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0" y="1493519"/>
            <a:ext cx="4416552" cy="312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3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Google Shape;105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2" name="Google Shape;1052;p84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1053" name="Google Shape;1053;p84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84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84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6" name="Google Shape;1056;p84"/>
          <p:cNvSpPr txBox="1"/>
          <p:nvPr>
            <p:ph type="title"/>
          </p:nvPr>
        </p:nvSpPr>
        <p:spPr>
          <a:xfrm>
            <a:off x="383540" y="522173"/>
            <a:ext cx="330200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Games in Feature Engineering</a:t>
            </a:r>
            <a:endParaRPr/>
          </a:p>
        </p:txBody>
      </p:sp>
      <p:pic>
        <p:nvPicPr>
          <p:cNvPr id="1057" name="Google Shape;1057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47" y="1441703"/>
            <a:ext cx="3313176" cy="1984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9664" y="1441703"/>
            <a:ext cx="4471360" cy="1813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4"/>
          <p:cNvSpPr txBox="1"/>
          <p:nvPr/>
        </p:nvSpPr>
        <p:spPr>
          <a:xfrm>
            <a:off x="383540" y="5124789"/>
            <a:ext cx="741616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 Credit: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https://deepmind.com/blog/article/EigenGame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2021 - EigenGame: PCA as a Nash Equilibrium , Ian Gemp, Brian McWilliams, Claire Vernade, Thore Graepel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0" name="Google Shape;1060;p84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6" name="Google Shape;1066;p85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1067" name="Google Shape;1067;p85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85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85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0" name="Google Shape;1070;p85"/>
          <p:cNvSpPr txBox="1"/>
          <p:nvPr>
            <p:ph type="title"/>
          </p:nvPr>
        </p:nvSpPr>
        <p:spPr>
          <a:xfrm>
            <a:off x="383540" y="522173"/>
            <a:ext cx="330200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Games in Feature Engineering</a:t>
            </a:r>
            <a:endParaRPr/>
          </a:p>
        </p:txBody>
      </p:sp>
      <p:pic>
        <p:nvPicPr>
          <p:cNvPr id="1071" name="Google Shape;1071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987" y="1792638"/>
            <a:ext cx="5230774" cy="134068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5"/>
          <p:cNvSpPr txBox="1"/>
          <p:nvPr/>
        </p:nvSpPr>
        <p:spPr>
          <a:xfrm>
            <a:off x="383540" y="5124789"/>
            <a:ext cx="741616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 Credit: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https://deepmind.com/blog/article/EigenGame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2021 - EigenGame: PCA as a Nash Equilibrium , Ian Gemp, Brian McWilliams, Claire Vernade, Thore Graepel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3" name="Google Shape;1073;p85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0"/>
            <a:ext cx="2194559" cy="69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9" name="Google Shape;1079;p86"/>
          <p:cNvGrpSpPr/>
          <p:nvPr/>
        </p:nvGrpSpPr>
        <p:grpSpPr>
          <a:xfrm>
            <a:off x="0" y="1295400"/>
            <a:ext cx="7010908" cy="45720"/>
            <a:chOff x="0" y="1295400"/>
            <a:chExt cx="7010908" cy="45720"/>
          </a:xfrm>
        </p:grpSpPr>
        <p:sp>
          <p:nvSpPr>
            <p:cNvPr id="1080" name="Google Shape;1080;p86"/>
            <p:cNvSpPr/>
            <p:nvPr/>
          </p:nvSpPr>
          <p:spPr>
            <a:xfrm>
              <a:off x="2362200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86"/>
            <p:cNvSpPr/>
            <p:nvPr/>
          </p:nvSpPr>
          <p:spPr>
            <a:xfrm>
              <a:off x="0" y="1295400"/>
              <a:ext cx="2362200" cy="45720"/>
            </a:xfrm>
            <a:custGeom>
              <a:rect b="b" l="l" r="r" t="t"/>
              <a:pathLst>
                <a:path extrusionOk="0" h="45719" w="236220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86"/>
            <p:cNvSpPr/>
            <p:nvPr/>
          </p:nvSpPr>
          <p:spPr>
            <a:xfrm>
              <a:off x="4681728" y="1295400"/>
              <a:ext cx="2329180" cy="45720"/>
            </a:xfrm>
            <a:custGeom>
              <a:rect b="b" l="l" r="r" t="t"/>
              <a:pathLst>
                <a:path extrusionOk="0" h="45719" w="232917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3" name="Google Shape;1083;p86"/>
          <p:cNvSpPr txBox="1"/>
          <p:nvPr/>
        </p:nvSpPr>
        <p:spPr>
          <a:xfrm>
            <a:off x="383540" y="2357755"/>
            <a:ext cx="43554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Reading: AIMA - Chapter # 4.1, #4.2, #5.1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86"/>
          <p:cNvSpPr txBox="1"/>
          <p:nvPr>
            <p:ph idx="11" type="ftr"/>
          </p:nvPr>
        </p:nvSpPr>
        <p:spPr>
          <a:xfrm>
            <a:off x="7356729" y="6642478"/>
            <a:ext cx="170942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IN" sz="1100" u="none" cap="none" strike="noStrike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085" name="Google Shape;1085;p86"/>
          <p:cNvSpPr txBox="1"/>
          <p:nvPr/>
        </p:nvSpPr>
        <p:spPr>
          <a:xfrm>
            <a:off x="383540" y="5132273"/>
            <a:ext cx="494284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 : Some of the slides are adopted from AIMA TB materials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86"/>
          <p:cNvSpPr txBox="1"/>
          <p:nvPr/>
        </p:nvSpPr>
        <p:spPr>
          <a:xfrm>
            <a:off x="4778755" y="4447108"/>
            <a:ext cx="3992879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 for all your Attention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bits-14-14</dc:creator>
</cp:coreProperties>
</file>