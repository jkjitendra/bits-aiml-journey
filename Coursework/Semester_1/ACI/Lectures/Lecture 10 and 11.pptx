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2.jpg" ContentType="image/jpeg"/>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jpeg"/>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9" r:id="rId3"/>
    <p:sldMasterId id="2147483696" r:id="rId4"/>
    <p:sldMasterId id="2147483702" r:id="rId5"/>
    <p:sldMasterId id="2147483708" r:id="rId6"/>
  </p:sldMasterIdLst>
  <p:notesMasterIdLst>
    <p:notesMasterId r:id="rId65"/>
  </p:notesMasterIdLst>
  <p:sldIdLst>
    <p:sldId id="294" r:id="rId7"/>
    <p:sldId id="295" r:id="rId8"/>
    <p:sldId id="257" r:id="rId9"/>
    <p:sldId id="268" r:id="rId10"/>
    <p:sldId id="269" r:id="rId11"/>
    <p:sldId id="270" r:id="rId12"/>
    <p:sldId id="271" r:id="rId13"/>
    <p:sldId id="272" r:id="rId14"/>
    <p:sldId id="291" r:id="rId15"/>
    <p:sldId id="292" r:id="rId16"/>
    <p:sldId id="293" r:id="rId17"/>
    <p:sldId id="273" r:id="rId18"/>
    <p:sldId id="274" r:id="rId19"/>
    <p:sldId id="289" r:id="rId20"/>
    <p:sldId id="290" r:id="rId21"/>
    <p:sldId id="279" r:id="rId22"/>
    <p:sldId id="280" r:id="rId23"/>
    <p:sldId id="281" r:id="rId24"/>
    <p:sldId id="282" r:id="rId25"/>
    <p:sldId id="283" r:id="rId26"/>
    <p:sldId id="284" r:id="rId27"/>
    <p:sldId id="285" r:id="rId28"/>
    <p:sldId id="286" r:id="rId29"/>
    <p:sldId id="287"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288" r:id="rId6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65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3-07-29T11:17:30.844"/>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9136 10285 134,'0'0'0,"0"0"-39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ED31F0F-496C-400C-8B79-D36F9A0AB45B}" type="datetimeFigureOut">
              <a:rPr lang="en-US" smtClean="0"/>
              <a:t>8/18/2024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2CADC93-9800-4535-82BE-342F79094AD9}" type="slidenum">
              <a:rPr lang="en-US" smtClean="0"/>
              <a:t>‹#›</a:t>
            </a:fld>
            <a:endParaRPr lang="en-US"/>
          </a:p>
        </p:txBody>
      </p:sp>
    </p:spTree>
    <p:extLst>
      <p:ext uri="{BB962C8B-B14F-4D97-AF65-F5344CB8AC3E}">
        <p14:creationId xmlns:p14="http://schemas.microsoft.com/office/powerpoint/2010/main" val="240493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197" name="Google Shape;197;p1: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68998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42001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ctrTitle"/>
          </p:nvPr>
        </p:nvSpPr>
        <p:spPr>
          <a:xfrm>
            <a:off x="383540" y="293878"/>
            <a:ext cx="8376919" cy="39115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rgbClr val="C0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Slide" type="blank">
  <p:cSld name="Blank Slide">
    <p:spTree>
      <p:nvGrpSpPr>
        <p:cNvPr id="1" name="Shape 19"/>
        <p:cNvGrpSpPr/>
        <p:nvPr/>
      </p:nvGrpSpPr>
      <p:grpSpPr>
        <a:xfrm>
          <a:off x="0" y="0"/>
          <a:ext cx="0" cy="0"/>
          <a:chOff x="0" y="0"/>
          <a:chExt cx="0" cy="0"/>
        </a:xfrm>
      </p:grpSpPr>
    </p:spTree>
    <p:extLst>
      <p:ext uri="{BB962C8B-B14F-4D97-AF65-F5344CB8AC3E}">
        <p14:creationId xmlns:p14="http://schemas.microsoft.com/office/powerpoint/2010/main" val="346489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x">
  <p:cSld name="Title Slide">
    <p:spTree>
      <p:nvGrpSpPr>
        <p:cNvPr id="1" name="Shape 20"/>
        <p:cNvGrpSpPr/>
        <p:nvPr/>
      </p:nvGrpSpPr>
      <p:grpSpPr>
        <a:xfrm>
          <a:off x="0" y="0"/>
          <a:ext cx="0" cy="0"/>
          <a:chOff x="0" y="0"/>
          <a:chExt cx="0" cy="0"/>
        </a:xfrm>
      </p:grpSpPr>
      <p:sp>
        <p:nvSpPr>
          <p:cNvPr id="21" name="Google Shape;21;p20"/>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0"/>
          <p:cNvSpPr txBox="1">
            <a:spLocks noGrp="1"/>
          </p:cNvSpPr>
          <p:nvPr>
            <p:ph type="subTitle" idx="1"/>
          </p:nvPr>
        </p:nvSpPr>
        <p:spPr>
          <a:xfrm>
            <a:off x="457200" y="1600200"/>
            <a:ext cx="8229240" cy="452592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046390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23"/>
        <p:cNvGrpSpPr/>
        <p:nvPr/>
      </p:nvGrpSpPr>
      <p:grpSpPr>
        <a:xfrm>
          <a:off x="0" y="0"/>
          <a:ext cx="0" cy="0"/>
          <a:chOff x="0" y="0"/>
          <a:chExt cx="0" cy="0"/>
        </a:xfrm>
      </p:grpSpPr>
      <p:sp>
        <p:nvSpPr>
          <p:cNvPr id="24" name="Google Shape;24;p21"/>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body" idx="1"/>
          </p:nvPr>
        </p:nvSpPr>
        <p:spPr>
          <a:xfrm>
            <a:off x="457200" y="1600200"/>
            <a:ext cx="8229240" cy="452592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720333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type="twoObj">
  <p:cSld name="Title, 2 Content">
    <p:spTree>
      <p:nvGrpSpPr>
        <p:cNvPr id="1" name="Shape 26"/>
        <p:cNvGrpSpPr/>
        <p:nvPr/>
      </p:nvGrpSpPr>
      <p:grpSpPr>
        <a:xfrm>
          <a:off x="0" y="0"/>
          <a:ext cx="0" cy="0"/>
          <a:chOff x="0" y="0"/>
          <a:chExt cx="0" cy="0"/>
        </a:xfrm>
      </p:grpSpPr>
      <p:sp>
        <p:nvSpPr>
          <p:cNvPr id="27" name="Google Shape;27;p22"/>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body" idx="1"/>
          </p:nvPr>
        </p:nvSpPr>
        <p:spPr>
          <a:xfrm>
            <a:off x="457200" y="1600200"/>
            <a:ext cx="4015800" cy="452592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9" name="Google Shape;29;p22"/>
          <p:cNvSpPr txBox="1">
            <a:spLocks noGrp="1"/>
          </p:cNvSpPr>
          <p:nvPr>
            <p:ph type="body" idx="2"/>
          </p:nvPr>
        </p:nvSpPr>
        <p:spPr>
          <a:xfrm>
            <a:off x="4674240" y="1600200"/>
            <a:ext cx="4015800" cy="452592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678764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53413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entered Text" type="objOnly">
  <p:cSld name="Centered Text">
    <p:spTree>
      <p:nvGrpSpPr>
        <p:cNvPr id="1" name="Shape 32"/>
        <p:cNvGrpSpPr/>
        <p:nvPr/>
      </p:nvGrpSpPr>
      <p:grpSpPr>
        <a:xfrm>
          <a:off x="0" y="0"/>
          <a:ext cx="0" cy="0"/>
          <a:chOff x="0" y="0"/>
          <a:chExt cx="0" cy="0"/>
        </a:xfrm>
      </p:grpSpPr>
      <p:sp>
        <p:nvSpPr>
          <p:cNvPr id="33" name="Google Shape;33;p24"/>
          <p:cNvSpPr txBox="1">
            <a:spLocks noGrp="1"/>
          </p:cNvSpPr>
          <p:nvPr>
            <p:ph type="subTitle" idx="1"/>
          </p:nvPr>
        </p:nvSpPr>
        <p:spPr>
          <a:xfrm>
            <a:off x="395640" y="274680"/>
            <a:ext cx="6120360" cy="3941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92466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itle, 2 Content and Content">
    <p:spTree>
      <p:nvGrpSpPr>
        <p:cNvPr id="1" name="Shape 34"/>
        <p:cNvGrpSpPr/>
        <p:nvPr/>
      </p:nvGrpSpPr>
      <p:grpSpPr>
        <a:xfrm>
          <a:off x="0" y="0"/>
          <a:ext cx="0" cy="0"/>
          <a:chOff x="0" y="0"/>
          <a:chExt cx="0" cy="0"/>
        </a:xfrm>
      </p:grpSpPr>
      <p:sp>
        <p:nvSpPr>
          <p:cNvPr id="35" name="Google Shape;35;p25"/>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5"/>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7" name="Google Shape;37;p25"/>
          <p:cNvSpPr txBox="1">
            <a:spLocks noGrp="1"/>
          </p:cNvSpPr>
          <p:nvPr>
            <p:ph type="body" idx="2"/>
          </p:nvPr>
        </p:nvSpPr>
        <p:spPr>
          <a:xfrm>
            <a:off x="4674240" y="1600200"/>
            <a:ext cx="4015800" cy="452592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8" name="Google Shape;38;p25"/>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40913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Title Content and 2 Content">
    <p:spTree>
      <p:nvGrpSpPr>
        <p:cNvPr id="1" name="Shape 39"/>
        <p:cNvGrpSpPr/>
        <p:nvPr/>
      </p:nvGrpSpPr>
      <p:grpSpPr>
        <a:xfrm>
          <a:off x="0" y="0"/>
          <a:ext cx="0" cy="0"/>
          <a:chOff x="0" y="0"/>
          <a:chExt cx="0" cy="0"/>
        </a:xfrm>
      </p:grpSpPr>
      <p:sp>
        <p:nvSpPr>
          <p:cNvPr id="40" name="Google Shape;40;p26"/>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6"/>
          <p:cNvSpPr txBox="1">
            <a:spLocks noGrp="1"/>
          </p:cNvSpPr>
          <p:nvPr>
            <p:ph type="body" idx="1"/>
          </p:nvPr>
        </p:nvSpPr>
        <p:spPr>
          <a:xfrm>
            <a:off x="457200" y="1600200"/>
            <a:ext cx="4015800" cy="452592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2" name="Google Shape;42;p26"/>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3" name="Google Shape;43;p26"/>
          <p:cNvSpPr txBox="1">
            <a:spLocks noGrp="1"/>
          </p:cNvSpPr>
          <p:nvPr>
            <p:ph type="body" idx="3"/>
          </p:nvPr>
        </p:nvSpPr>
        <p:spPr>
          <a:xfrm>
            <a:off x="4674240" y="396432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03141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itle, 2 Content over Content">
    <p:spTree>
      <p:nvGrpSpPr>
        <p:cNvPr id="1" name="Shape 44"/>
        <p:cNvGrpSpPr/>
        <p:nvPr/>
      </p:nvGrpSpPr>
      <p:grpSpPr>
        <a:xfrm>
          <a:off x="0" y="0"/>
          <a:ext cx="0" cy="0"/>
          <a:chOff x="0" y="0"/>
          <a:chExt cx="0" cy="0"/>
        </a:xfrm>
      </p:grpSpPr>
      <p:sp>
        <p:nvSpPr>
          <p:cNvPr id="45" name="Google Shape;45;p27"/>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7"/>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7" name="Google Shape;47;p27"/>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8" name="Google Shape;48;p27"/>
          <p:cNvSpPr txBox="1">
            <a:spLocks noGrp="1"/>
          </p:cNvSpPr>
          <p:nvPr>
            <p:ph type="body" idx="3"/>
          </p:nvPr>
        </p:nvSpPr>
        <p:spPr>
          <a:xfrm>
            <a:off x="457200" y="3964320"/>
            <a:ext cx="822924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372238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over Content" type="objOverTx">
  <p:cSld name="Title, Content over Content">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8"/>
          <p:cNvSpPr txBox="1">
            <a:spLocks noGrp="1"/>
          </p:cNvSpPr>
          <p:nvPr>
            <p:ph type="body" idx="1"/>
          </p:nvPr>
        </p:nvSpPr>
        <p:spPr>
          <a:xfrm>
            <a:off x="457200" y="1600200"/>
            <a:ext cx="822924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2" name="Google Shape;52;p28"/>
          <p:cNvSpPr txBox="1">
            <a:spLocks noGrp="1"/>
          </p:cNvSpPr>
          <p:nvPr>
            <p:ph type="body" idx="2"/>
          </p:nvPr>
        </p:nvSpPr>
        <p:spPr>
          <a:xfrm>
            <a:off x="457200" y="3964320"/>
            <a:ext cx="822924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42105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4 Content" type="fourObj">
  <p:cSld name="Title, 4 Content">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9"/>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6" name="Google Shape;56;p29"/>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7" name="Google Shape;57;p29"/>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8" name="Google Shape;58;p29"/>
          <p:cNvSpPr txBox="1">
            <a:spLocks noGrp="1"/>
          </p:cNvSpPr>
          <p:nvPr>
            <p:ph type="body" idx="4"/>
          </p:nvPr>
        </p:nvSpPr>
        <p:spPr>
          <a:xfrm>
            <a:off x="4674240" y="3964320"/>
            <a:ext cx="40158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44788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9"/>
        <p:cNvGrpSpPr/>
        <p:nvPr/>
      </p:nvGrpSpPr>
      <p:grpSpPr>
        <a:xfrm>
          <a:off x="0" y="0"/>
          <a:ext cx="0" cy="0"/>
          <a:chOff x="0" y="0"/>
          <a:chExt cx="0" cy="0"/>
        </a:xfrm>
      </p:grpSpPr>
      <p:sp>
        <p:nvSpPr>
          <p:cNvPr id="60" name="Google Shape;60;p30"/>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body" idx="1"/>
          </p:nvPr>
        </p:nvSpPr>
        <p:spPr>
          <a:xfrm>
            <a:off x="457200" y="160020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2" name="Google Shape;62;p30"/>
          <p:cNvSpPr txBox="1">
            <a:spLocks noGrp="1"/>
          </p:cNvSpPr>
          <p:nvPr>
            <p:ph type="body" idx="2"/>
          </p:nvPr>
        </p:nvSpPr>
        <p:spPr>
          <a:xfrm>
            <a:off x="3239640" y="160020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body" idx="3"/>
          </p:nvPr>
        </p:nvSpPr>
        <p:spPr>
          <a:xfrm>
            <a:off x="6022080" y="160020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body" idx="4"/>
          </p:nvPr>
        </p:nvSpPr>
        <p:spPr>
          <a:xfrm>
            <a:off x="457200" y="396432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5" name="Google Shape;65;p30"/>
          <p:cNvSpPr txBox="1">
            <a:spLocks noGrp="1"/>
          </p:cNvSpPr>
          <p:nvPr>
            <p:ph type="body" idx="5"/>
          </p:nvPr>
        </p:nvSpPr>
        <p:spPr>
          <a:xfrm>
            <a:off x="3239640" y="396432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6" name="Google Shape;66;p30"/>
          <p:cNvSpPr txBox="1">
            <a:spLocks noGrp="1"/>
          </p:cNvSpPr>
          <p:nvPr>
            <p:ph type="body" idx="6"/>
          </p:nvPr>
        </p:nvSpPr>
        <p:spPr>
          <a:xfrm>
            <a:off x="6022080" y="3964320"/>
            <a:ext cx="2649600" cy="2158560"/>
          </a:xfrm>
          <a:prstGeom prst="rect">
            <a:avLst/>
          </a:prstGeom>
          <a:noFill/>
          <a:ln>
            <a:noFill/>
          </a:ln>
        </p:spPr>
        <p:txBody>
          <a:bodyPr spcFirstLastPara="1" wrap="square" lIns="0" tIns="0" rIns="0" bIns="0" anchor="b"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71799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type="obj">
  <p:cSld name="Blank">
    <p:bg>
      <p:bgPr>
        <a:solidFill>
          <a:schemeClr val="lt1"/>
        </a:solidFill>
        <a:effectLst/>
      </p:bgPr>
    </p:bg>
    <p:spTree>
      <p:nvGrpSpPr>
        <p:cNvPr id="1" name="Shape 23"/>
        <p:cNvGrpSpPr/>
        <p:nvPr/>
      </p:nvGrpSpPr>
      <p:grpSpPr>
        <a:xfrm>
          <a:off x="0" y="0"/>
          <a:ext cx="0" cy="0"/>
          <a:chOff x="0" y="0"/>
          <a:chExt cx="0" cy="0"/>
        </a:xfrm>
      </p:grpSpPr>
      <p:sp>
        <p:nvSpPr>
          <p:cNvPr id="24" name="Google Shape;24;p77"/>
          <p:cNvSpPr txBox="1">
            <a:spLocks noGrp="1"/>
          </p:cNvSpPr>
          <p:nvPr>
            <p:ph type="ftr" idx="11"/>
          </p:nvPr>
        </p:nvSpPr>
        <p:spPr>
          <a:xfrm>
            <a:off x="7356729" y="6642478"/>
            <a:ext cx="1709420" cy="18224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0F114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100" b="0" i="0" u="none" strike="noStrike" kern="0" cap="none" spc="0" normalizeH="0" baseline="0" noProof="0">
              <a:ln>
                <a:noFill/>
              </a:ln>
              <a:solidFill>
                <a:srgbClr val="0F1141"/>
              </a:solidFill>
              <a:effectLst/>
              <a:uLnTx/>
              <a:uFillTx/>
              <a:latin typeface="Arial"/>
              <a:cs typeface="Arial"/>
              <a:sym typeface="Arial"/>
            </a:endParaRPr>
          </a:p>
        </p:txBody>
      </p:sp>
      <p:sp>
        <p:nvSpPr>
          <p:cNvPr id="25" name="Google Shape;25;p7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888888"/>
              </a:solidFill>
              <a:effectLst/>
              <a:uLnTx/>
              <a:uFillTx/>
              <a:latin typeface="Arial"/>
              <a:cs typeface="Arial"/>
              <a:sym typeface="Arial"/>
            </a:endParaRPr>
          </a:p>
        </p:txBody>
      </p:sp>
      <p:sp>
        <p:nvSpPr>
          <p:cNvPr id="26" name="Google Shape;26;p7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600"/>
              <a:buFont typeface="Arial"/>
              <a:buNone/>
              <a:defRPr sz="1600" b="1"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IN" sz="1600" b="1"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800" b="1"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854862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7"/>
        <p:cNvGrpSpPr/>
        <p:nvPr/>
      </p:nvGrpSpPr>
      <p:grpSpPr>
        <a:xfrm>
          <a:off x="0" y="0"/>
          <a:ext cx="0" cy="0"/>
          <a:chOff x="0" y="0"/>
          <a:chExt cx="0" cy="0"/>
        </a:xfrm>
      </p:grpSpPr>
      <p:sp>
        <p:nvSpPr>
          <p:cNvPr id="28" name="Google Shape;28;p78"/>
          <p:cNvSpPr txBox="1"/>
          <p:nvPr/>
        </p:nvSpPr>
        <p:spPr>
          <a:xfrm>
            <a:off x="3276600" y="6596065"/>
            <a:ext cx="5867400" cy="219291"/>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825"/>
              <a:buFont typeface="Arial"/>
              <a:buNone/>
              <a:tabLst/>
              <a:defRPr/>
            </a:pPr>
            <a:r>
              <a:rPr kumimoji="0" lang="en-IN" sz="825" b="1" i="0" u="none" strike="noStrike" kern="0" cap="none" spc="0" normalizeH="0" baseline="0" noProof="0">
                <a:ln>
                  <a:noFill/>
                </a:ln>
                <a:solidFill>
                  <a:srgbClr val="101141"/>
                </a:solidFill>
                <a:effectLst/>
                <a:uLnTx/>
                <a:uFillTx/>
                <a:latin typeface="Arial"/>
                <a:cs typeface="Arial"/>
                <a:sym typeface="Arial"/>
              </a:rPr>
              <a:t>BITS </a:t>
            </a:r>
            <a:r>
              <a:rPr kumimoji="0" lang="en-IN" sz="825" b="0" i="0" u="none" strike="noStrike" kern="0" cap="none" spc="0" normalizeH="0" baseline="0" noProof="0">
                <a:ln>
                  <a:noFill/>
                </a:ln>
                <a:solidFill>
                  <a:srgbClr val="101141"/>
                </a:solidFill>
                <a:effectLst/>
                <a:uLnTx/>
                <a:uFillTx/>
                <a:latin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9" name="Google Shape;29;p78"/>
          <p:cNvGrpSpPr/>
          <p:nvPr/>
        </p:nvGrpSpPr>
        <p:grpSpPr>
          <a:xfrm>
            <a:off x="2084388" y="6550027"/>
            <a:ext cx="7059612" cy="49213"/>
            <a:chOff x="2083888" y="6550671"/>
            <a:chExt cx="7060112" cy="48665"/>
          </a:xfrm>
        </p:grpSpPr>
        <p:sp>
          <p:nvSpPr>
            <p:cNvPr id="30" name="Google Shape;30;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1" name="Google Shape;31;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2" name="Google Shape;32;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pic>
        <p:nvPicPr>
          <p:cNvPr id="33" name="Google Shape;33;p78" descr="Picture 7.png"/>
          <p:cNvPicPr preferRelativeResize="0"/>
          <p:nvPr/>
        </p:nvPicPr>
        <p:blipFill rotWithShape="1">
          <a:blip r:embed="rId2">
            <a:alphaModFix/>
          </a:blip>
          <a:srcRect l="1923" b="5334"/>
          <a:stretch/>
        </p:blipFill>
        <p:spPr>
          <a:xfrm>
            <a:off x="6629401" y="0"/>
            <a:ext cx="2193925" cy="692150"/>
          </a:xfrm>
          <a:prstGeom prst="rect">
            <a:avLst/>
          </a:prstGeom>
          <a:noFill/>
          <a:ln>
            <a:noFill/>
          </a:ln>
        </p:spPr>
      </p:pic>
      <p:grpSp>
        <p:nvGrpSpPr>
          <p:cNvPr id="34" name="Google Shape;34;p78"/>
          <p:cNvGrpSpPr/>
          <p:nvPr/>
        </p:nvGrpSpPr>
        <p:grpSpPr>
          <a:xfrm>
            <a:off x="2133600" y="6553200"/>
            <a:ext cx="7010400" cy="46038"/>
            <a:chOff x="1905000" y="6553200"/>
            <a:chExt cx="7010400" cy="45719"/>
          </a:xfrm>
        </p:grpSpPr>
        <p:sp>
          <p:nvSpPr>
            <p:cNvPr id="35" name="Google Shape;35;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6" name="Google Shape;36;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7" name="Google Shape;37;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nvGrpSpPr>
          <p:cNvPr id="38" name="Google Shape;38;p78"/>
          <p:cNvGrpSpPr/>
          <p:nvPr/>
        </p:nvGrpSpPr>
        <p:grpSpPr>
          <a:xfrm>
            <a:off x="0" y="1295400"/>
            <a:ext cx="7010400" cy="46038"/>
            <a:chOff x="1905000" y="6553200"/>
            <a:chExt cx="7010400" cy="45719"/>
          </a:xfrm>
        </p:grpSpPr>
        <p:sp>
          <p:nvSpPr>
            <p:cNvPr id="39" name="Google Shape;39;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0" name="Google Shape;40;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1" name="Google Shape;41;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 typeface="Calibri"/>
                <a:buNone/>
                <a:tabLst/>
                <a:defRPr/>
              </a:pPr>
              <a:endParaRPr kumimoji="0" sz="12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42" name="Google Shape;42;p78"/>
          <p:cNvSpPr txBox="1">
            <a:spLocks noGrp="1"/>
          </p:cNvSpPr>
          <p:nvPr>
            <p:ph type="body" idx="1"/>
          </p:nvPr>
        </p:nvSpPr>
        <p:spPr>
          <a:xfrm>
            <a:off x="304800" y="1493839"/>
            <a:ext cx="8229600" cy="1384995"/>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SzPts val="1200"/>
              <a:buFont typeface="Arial"/>
              <a:buChar char="–"/>
              <a:defRPr sz="1200">
                <a:latin typeface="Arial"/>
                <a:ea typeface="Arial"/>
                <a:cs typeface="Arial"/>
                <a:sym typeface="Arial"/>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3" name="Google Shape;43;p78"/>
          <p:cNvSpPr txBox="1">
            <a:spLocks noGrp="1"/>
          </p:cNvSpPr>
          <p:nvPr>
            <p:ph type="body" idx="2"/>
          </p:nvPr>
        </p:nvSpPr>
        <p:spPr>
          <a:xfrm>
            <a:off x="304800" y="152400"/>
            <a:ext cx="6324600" cy="1143000"/>
          </a:xfrm>
          <a:prstGeom prst="rect">
            <a:avLst/>
          </a:prstGeom>
          <a:noFill/>
          <a:ln>
            <a:noFill/>
          </a:ln>
        </p:spPr>
        <p:txBody>
          <a:bodyPr spcFirstLastPara="1" wrap="square" lIns="0" tIns="0" rIns="0" bIns="0" anchor="ctr" anchorCtr="0">
            <a:normAutofit/>
          </a:bodyPr>
          <a:lstStyle>
            <a:lvl1pPr marL="457200" lvl="0" indent="-228600" algn="l">
              <a:lnSpc>
                <a:spcPct val="100000"/>
              </a:lnSpc>
              <a:spcBef>
                <a:spcPts val="0"/>
              </a:spcBef>
              <a:spcAft>
                <a:spcPts val="0"/>
              </a:spcAft>
              <a:buClr>
                <a:schemeClr val="dk1"/>
              </a:buClr>
              <a:buSzPts val="2700"/>
              <a:buFont typeface="Arial"/>
              <a:buNone/>
              <a:defRPr sz="2700" b="1">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622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and Content">
  <p:cSld name="2_Title and Content">
    <p:spTree>
      <p:nvGrpSpPr>
        <p:cNvPr id="1" name="Shape 44"/>
        <p:cNvGrpSpPr/>
        <p:nvPr/>
      </p:nvGrpSpPr>
      <p:grpSpPr>
        <a:xfrm>
          <a:off x="0" y="0"/>
          <a:ext cx="0" cy="0"/>
          <a:chOff x="0" y="0"/>
          <a:chExt cx="0" cy="0"/>
        </a:xfrm>
      </p:grpSpPr>
      <p:sp>
        <p:nvSpPr>
          <p:cNvPr id="45" name="Google Shape;45;p7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100" b="1" i="0" u="none" strike="noStrike" kern="0" cap="none" spc="0" normalizeH="0" baseline="0" noProof="0">
                <a:ln>
                  <a:noFill/>
                </a:ln>
                <a:solidFill>
                  <a:srgbClr val="101141"/>
                </a:solidFill>
                <a:effectLst/>
                <a:uLnTx/>
                <a:uFillTx/>
                <a:latin typeface="Arial"/>
                <a:cs typeface="Arial"/>
                <a:sym typeface="Arial"/>
              </a:rPr>
              <a:t>BITS </a:t>
            </a:r>
            <a:r>
              <a:rPr kumimoji="0" lang="en-IN" sz="1100" b="0" i="0" u="none" strike="noStrike" kern="0" cap="none" spc="0" normalizeH="0" baseline="0" noProof="0">
                <a:ln>
                  <a:noFill/>
                </a:ln>
                <a:solidFill>
                  <a:srgbClr val="101141"/>
                </a:solidFill>
                <a:effectLst/>
                <a:uLnTx/>
                <a:uFillTx/>
                <a:latin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6" name="Google Shape;46;p79"/>
          <p:cNvGrpSpPr/>
          <p:nvPr/>
        </p:nvGrpSpPr>
        <p:grpSpPr>
          <a:xfrm>
            <a:off x="2084388" y="6550025"/>
            <a:ext cx="7059612" cy="49213"/>
            <a:chOff x="2083888" y="6550671"/>
            <a:chExt cx="7060112" cy="48665"/>
          </a:xfrm>
        </p:grpSpPr>
        <p:sp>
          <p:nvSpPr>
            <p:cNvPr id="47" name="Google Shape;47;p79"/>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48" name="Google Shape;48;p79"/>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49" name="Google Shape;49;p79"/>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grpSp>
      <p:pic>
        <p:nvPicPr>
          <p:cNvPr id="50" name="Google Shape;50;p79"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51" name="Google Shape;51;p79"/>
          <p:cNvGrpSpPr/>
          <p:nvPr/>
        </p:nvGrpSpPr>
        <p:grpSpPr>
          <a:xfrm>
            <a:off x="2133600" y="6553200"/>
            <a:ext cx="7010400" cy="46038"/>
            <a:chOff x="1905000" y="6553200"/>
            <a:chExt cx="7010400" cy="45719"/>
          </a:xfrm>
        </p:grpSpPr>
        <p:sp>
          <p:nvSpPr>
            <p:cNvPr id="52" name="Google Shape;52;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53" name="Google Shape;53;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54" name="Google Shape;54;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55" name="Google Shape;55;p79"/>
          <p:cNvGrpSpPr/>
          <p:nvPr/>
        </p:nvGrpSpPr>
        <p:grpSpPr>
          <a:xfrm>
            <a:off x="0" y="1295400"/>
            <a:ext cx="7010400" cy="46038"/>
            <a:chOff x="1905000" y="6553200"/>
            <a:chExt cx="7010400" cy="45719"/>
          </a:xfrm>
        </p:grpSpPr>
        <p:sp>
          <p:nvSpPr>
            <p:cNvPr id="56" name="Google Shape;56;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57" name="Google Shape;5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58" name="Google Shape;58;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grpSp>
      <p:sp>
        <p:nvSpPr>
          <p:cNvPr id="59" name="Google Shape;59;p79"/>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rgbClr val="000000"/>
              </a:buClr>
              <a:buSzPts val="1600"/>
              <a:buFont typeface="Arial"/>
              <a:buChar char="–"/>
              <a:defRPr sz="1600">
                <a:latin typeface="Arial"/>
                <a:ea typeface="Arial"/>
                <a:cs typeface="Arial"/>
                <a:sym typeface="Arial"/>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0" name="Google Shape;60;p7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400"/>
              <a:buNone/>
              <a:defRPr sz="3600" b="1">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747046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1"/>
        <p:cNvGrpSpPr/>
        <p:nvPr/>
      </p:nvGrpSpPr>
      <p:grpSpPr>
        <a:xfrm>
          <a:off x="0" y="0"/>
          <a:ext cx="0" cy="0"/>
          <a:chOff x="0" y="0"/>
          <a:chExt cx="0" cy="0"/>
        </a:xfrm>
      </p:grpSpPr>
      <p:sp>
        <p:nvSpPr>
          <p:cNvPr id="62" name="Google Shape;62;p8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101141"/>
              </a:buClr>
              <a:buSzPts val="1100"/>
              <a:buFont typeface="Arial"/>
              <a:buNone/>
              <a:tabLst/>
              <a:defRPr/>
            </a:pPr>
            <a:r>
              <a:rPr kumimoji="0" lang="en-IN" sz="1100" b="1" i="0" u="none" strike="noStrike" kern="0" cap="none" spc="0" normalizeH="0" baseline="0" noProof="0">
                <a:ln>
                  <a:noFill/>
                </a:ln>
                <a:solidFill>
                  <a:srgbClr val="101141"/>
                </a:solidFill>
                <a:effectLst/>
                <a:uLnTx/>
                <a:uFillTx/>
                <a:latin typeface="Arial"/>
                <a:cs typeface="Arial"/>
                <a:sym typeface="Arial"/>
              </a:rPr>
              <a:t>BITS </a:t>
            </a:r>
            <a:r>
              <a:rPr kumimoji="0" lang="en-IN" sz="1100" b="0" i="0" u="none" strike="noStrike" kern="0" cap="none" spc="0" normalizeH="0" baseline="0" noProof="0">
                <a:ln>
                  <a:noFill/>
                </a:ln>
                <a:solidFill>
                  <a:srgbClr val="101141"/>
                </a:solidFill>
                <a:effectLst/>
                <a:uLnTx/>
                <a:uFillTx/>
                <a:latin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63" name="Google Shape;63;p80"/>
          <p:cNvGrpSpPr/>
          <p:nvPr/>
        </p:nvGrpSpPr>
        <p:grpSpPr>
          <a:xfrm>
            <a:off x="2084388" y="6550025"/>
            <a:ext cx="7059612" cy="49213"/>
            <a:chOff x="2083888" y="6550671"/>
            <a:chExt cx="7060112" cy="48665"/>
          </a:xfrm>
        </p:grpSpPr>
        <p:sp>
          <p:nvSpPr>
            <p:cNvPr id="64" name="Google Shape;64;p8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65" name="Google Shape;65;p8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66" name="Google Shape;66;p8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grpSp>
      <p:pic>
        <p:nvPicPr>
          <p:cNvPr id="67" name="Google Shape;67;p80"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68" name="Google Shape;68;p80"/>
          <p:cNvGrpSpPr/>
          <p:nvPr/>
        </p:nvGrpSpPr>
        <p:grpSpPr>
          <a:xfrm>
            <a:off x="2133600" y="6553200"/>
            <a:ext cx="7010400" cy="46038"/>
            <a:chOff x="1905000" y="6553200"/>
            <a:chExt cx="7010400" cy="45719"/>
          </a:xfrm>
        </p:grpSpPr>
        <p:sp>
          <p:nvSpPr>
            <p:cNvPr id="69" name="Google Shape;69;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70" name="Google Shape;70;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71" name="Google Shape;71;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72" name="Google Shape;72;p80"/>
          <p:cNvGrpSpPr/>
          <p:nvPr/>
        </p:nvGrpSpPr>
        <p:grpSpPr>
          <a:xfrm>
            <a:off x="0" y="1295400"/>
            <a:ext cx="7010400" cy="46038"/>
            <a:chOff x="1905000" y="6553200"/>
            <a:chExt cx="7010400" cy="45719"/>
          </a:xfrm>
        </p:grpSpPr>
        <p:sp>
          <p:nvSpPr>
            <p:cNvPr id="73" name="Google Shape;73;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74" name="Google Shape;74;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sp>
          <p:nvSpPr>
            <p:cNvPr id="75" name="Google Shape;75;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cs typeface="Arial"/>
                <a:sym typeface="Arial"/>
              </a:endParaRPr>
            </a:p>
          </p:txBody>
        </p:sp>
      </p:grpSp>
      <p:sp>
        <p:nvSpPr>
          <p:cNvPr id="76" name="Google Shape;76;p80"/>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rgbClr val="000000"/>
              </a:buClr>
              <a:buSzPts val="1600"/>
              <a:buFont typeface="Arial"/>
              <a:buChar char="–"/>
              <a:defRPr sz="1600">
                <a:latin typeface="Arial"/>
                <a:ea typeface="Arial"/>
                <a:cs typeface="Arial"/>
                <a:sym typeface="Arial"/>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7" name="Google Shape;77;p8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400"/>
              <a:buNone/>
              <a:defRPr sz="3600" b="1">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3547801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x">
  <p:cSld name="Title Slide">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subTitle" idx="1"/>
          </p:nvPr>
        </p:nvSpPr>
        <p:spPr>
          <a:xfrm>
            <a:off x="457200" y="1600200"/>
            <a:ext cx="8229240" cy="452592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7849352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81"/>
        <p:cNvGrpSpPr/>
        <p:nvPr/>
      </p:nvGrpSpPr>
      <p:grpSpPr>
        <a:xfrm>
          <a:off x="0" y="0"/>
          <a:ext cx="0" cy="0"/>
          <a:chOff x="0" y="0"/>
          <a:chExt cx="0" cy="0"/>
        </a:xfrm>
      </p:grpSpPr>
      <p:sp>
        <p:nvSpPr>
          <p:cNvPr id="82" name="Google Shape;82;p81"/>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sz="2400" b="1" i="0">
                <a:solidFill>
                  <a:srgbClr val="C0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1"/>
          <p:cNvSpPr txBox="1">
            <a:spLocks noGrp="1"/>
          </p:cNvSpPr>
          <p:nvPr>
            <p:ph type="ftr" idx="11"/>
          </p:nvPr>
        </p:nvSpPr>
        <p:spPr>
          <a:xfrm>
            <a:off x="3108325" y="6378575"/>
            <a:ext cx="2927350"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100" b="0" i="0" u="none" strike="noStrike" cap="none">
                <a:solidFill>
                  <a:srgbClr val="0E0F4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100" b="0" i="0" u="none" strike="noStrike" kern="0" cap="none" spc="0" normalizeH="0" baseline="0" noProof="0">
              <a:ln>
                <a:noFill/>
              </a:ln>
              <a:solidFill>
                <a:srgbClr val="0E0F40"/>
              </a:solidFill>
              <a:effectLst/>
              <a:uLnTx/>
              <a:uFillTx/>
              <a:latin typeface="Arial"/>
              <a:cs typeface="Arial"/>
              <a:sym typeface="Arial"/>
            </a:endParaRPr>
          </a:p>
        </p:txBody>
      </p:sp>
      <p:sp>
        <p:nvSpPr>
          <p:cNvPr id="84" name="Google Shape;84;p81"/>
          <p:cNvSpPr txBox="1">
            <a:spLocks noGrp="1"/>
          </p:cNvSpPr>
          <p:nvPr>
            <p:ph type="dt" idx="10"/>
          </p:nvPr>
        </p:nvSpPr>
        <p:spPr>
          <a:xfrm>
            <a:off x="457200" y="6378575"/>
            <a:ext cx="2103438" cy="342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888888"/>
              </a:solidFill>
              <a:effectLst/>
              <a:uLnTx/>
              <a:uFillTx/>
              <a:latin typeface="Arial"/>
              <a:cs typeface="Arial"/>
              <a:sym typeface="Arial"/>
            </a:endParaRPr>
          </a:p>
        </p:txBody>
      </p:sp>
      <p:sp>
        <p:nvSpPr>
          <p:cNvPr id="85" name="Google Shape;85;p81"/>
          <p:cNvSpPr txBox="1">
            <a:spLocks noGrp="1"/>
          </p:cNvSpPr>
          <p:nvPr>
            <p:ph type="sldNum" idx="12"/>
          </p:nvPr>
        </p:nvSpPr>
        <p:spPr>
          <a:xfrm>
            <a:off x="8532360" y="6237360"/>
            <a:ext cx="611280" cy="292680"/>
          </a:xfrm>
          <a:prstGeom prst="rect">
            <a:avLst/>
          </a:prstGeom>
          <a:noFill/>
          <a:ln>
            <a:noFill/>
          </a:ln>
        </p:spPr>
        <p:txBody>
          <a:bodyPr spcFirstLastPara="1" wrap="square" lIns="0" tIns="0" rIns="0" bIns="0" anchor="t" anchorCtr="0">
            <a:noAutofit/>
          </a:bodyPr>
          <a:lstStyle>
            <a:lvl1pPr marL="0" lvl="0" indent="0" algn="r">
              <a:lnSpc>
                <a:spcPct val="100000"/>
              </a:lnSpc>
              <a:spcBef>
                <a:spcPts val="0"/>
              </a:spcBef>
              <a:spcAft>
                <a:spcPts val="0"/>
              </a:spcAft>
              <a:buSzPts val="1600"/>
              <a:buNone/>
              <a:defRPr>
                <a:solidFill>
                  <a:srgbClr val="888888"/>
                </a:solidFill>
              </a:defRPr>
            </a:lvl1pPr>
            <a:lvl2pPr marL="0" lvl="1" indent="0" algn="r">
              <a:lnSpc>
                <a:spcPct val="100000"/>
              </a:lnSpc>
              <a:spcBef>
                <a:spcPts val="0"/>
              </a:spcBef>
              <a:spcAft>
                <a:spcPts val="0"/>
              </a:spcAft>
              <a:buSzPts val="1600"/>
              <a:buNone/>
              <a:defRPr>
                <a:solidFill>
                  <a:srgbClr val="888888"/>
                </a:solidFill>
              </a:defRPr>
            </a:lvl2pPr>
            <a:lvl3pPr marL="0" lvl="2" indent="0" algn="r">
              <a:lnSpc>
                <a:spcPct val="100000"/>
              </a:lnSpc>
              <a:spcBef>
                <a:spcPts val="0"/>
              </a:spcBef>
              <a:spcAft>
                <a:spcPts val="0"/>
              </a:spcAft>
              <a:buSzPts val="1600"/>
              <a:buNone/>
              <a:defRPr>
                <a:solidFill>
                  <a:srgbClr val="888888"/>
                </a:solidFill>
              </a:defRPr>
            </a:lvl3pPr>
            <a:lvl4pPr marL="0" lvl="3" indent="0" algn="r">
              <a:lnSpc>
                <a:spcPct val="100000"/>
              </a:lnSpc>
              <a:spcBef>
                <a:spcPts val="0"/>
              </a:spcBef>
              <a:spcAft>
                <a:spcPts val="0"/>
              </a:spcAft>
              <a:buSzPts val="1600"/>
              <a:buNone/>
              <a:defRPr>
                <a:solidFill>
                  <a:srgbClr val="888888"/>
                </a:solidFill>
              </a:defRPr>
            </a:lvl4pPr>
            <a:lvl5pPr marL="0" lvl="4" indent="0" algn="r">
              <a:lnSpc>
                <a:spcPct val="100000"/>
              </a:lnSpc>
              <a:spcBef>
                <a:spcPts val="0"/>
              </a:spcBef>
              <a:spcAft>
                <a:spcPts val="0"/>
              </a:spcAft>
              <a:buSzPts val="1600"/>
              <a:buNone/>
              <a:defRPr>
                <a:solidFill>
                  <a:srgbClr val="888888"/>
                </a:solidFill>
              </a:defRPr>
            </a:lvl5pPr>
            <a:lvl6pPr marL="0" lvl="5" indent="0" algn="r">
              <a:lnSpc>
                <a:spcPct val="100000"/>
              </a:lnSpc>
              <a:spcBef>
                <a:spcPts val="0"/>
              </a:spcBef>
              <a:spcAft>
                <a:spcPts val="0"/>
              </a:spcAft>
              <a:buSzPts val="1600"/>
              <a:buNone/>
              <a:defRPr>
                <a:solidFill>
                  <a:srgbClr val="888888"/>
                </a:solidFill>
              </a:defRPr>
            </a:lvl6pPr>
            <a:lvl7pPr marL="0" lvl="6" indent="0" algn="r">
              <a:lnSpc>
                <a:spcPct val="100000"/>
              </a:lnSpc>
              <a:spcBef>
                <a:spcPts val="0"/>
              </a:spcBef>
              <a:spcAft>
                <a:spcPts val="0"/>
              </a:spcAft>
              <a:buSzPts val="1600"/>
              <a:buNone/>
              <a:defRPr>
                <a:solidFill>
                  <a:srgbClr val="888888"/>
                </a:solidFill>
              </a:defRPr>
            </a:lvl7pPr>
            <a:lvl8pPr marL="0" lvl="7" indent="0" algn="r">
              <a:lnSpc>
                <a:spcPct val="100000"/>
              </a:lnSpc>
              <a:spcBef>
                <a:spcPts val="0"/>
              </a:spcBef>
              <a:spcAft>
                <a:spcPts val="0"/>
              </a:spcAft>
              <a:buSzPts val="1600"/>
              <a:buNone/>
              <a:defRPr>
                <a:solidFill>
                  <a:srgbClr val="888888"/>
                </a:solidFill>
              </a:defRPr>
            </a:lvl8pPr>
            <a:lvl9pPr marL="0" lvl="8" indent="0" algn="r">
              <a:lnSpc>
                <a:spcPct val="100000"/>
              </a:lnSpc>
              <a:spcBef>
                <a:spcPts val="0"/>
              </a:spcBef>
              <a:spcAft>
                <a:spcPts val="0"/>
              </a:spcAft>
              <a:buSzPts val="1600"/>
              <a:buNone/>
              <a:defRPr>
                <a:solidFill>
                  <a:srgbClr val="888888"/>
                </a:solidFill>
              </a:defRPr>
            </a:lvl9pPr>
          </a:lstStyle>
          <a:p>
            <a:pPr marL="0" marR="0" lvl="0" indent="0" algn="r"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IN" sz="1600" b="1" i="0" u="none" strike="noStrike" kern="0" cap="none" spc="0" normalizeH="0" baseline="0" noProof="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1"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1253708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86"/>
        <p:cNvGrpSpPr/>
        <p:nvPr/>
      </p:nvGrpSpPr>
      <p:grpSpPr>
        <a:xfrm>
          <a:off x="0" y="0"/>
          <a:ext cx="0" cy="0"/>
          <a:chOff x="0" y="0"/>
          <a:chExt cx="0" cy="0"/>
        </a:xfrm>
      </p:grpSpPr>
      <p:sp>
        <p:nvSpPr>
          <p:cNvPr id="87" name="Google Shape;87;p32"/>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2"/>
          <p:cNvSpPr txBox="1">
            <a:spLocks noGrp="1"/>
          </p:cNvSpPr>
          <p:nvPr>
            <p:ph type="body" idx="1"/>
          </p:nvPr>
        </p:nvSpPr>
        <p:spPr>
          <a:xfrm>
            <a:off x="457200" y="1600200"/>
            <a:ext cx="8229240" cy="452592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1967086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2 Content" type="twoObj">
  <p:cSld name="Title, 2 Content">
    <p:spTree>
      <p:nvGrpSpPr>
        <p:cNvPr id="1" name="Shape 89"/>
        <p:cNvGrpSpPr/>
        <p:nvPr/>
      </p:nvGrpSpPr>
      <p:grpSpPr>
        <a:xfrm>
          <a:off x="0" y="0"/>
          <a:ext cx="0" cy="0"/>
          <a:chOff x="0" y="0"/>
          <a:chExt cx="0" cy="0"/>
        </a:xfrm>
      </p:grpSpPr>
      <p:sp>
        <p:nvSpPr>
          <p:cNvPr id="90" name="Google Shape;90;p33"/>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3"/>
          <p:cNvSpPr txBox="1">
            <a:spLocks noGrp="1"/>
          </p:cNvSpPr>
          <p:nvPr>
            <p:ph type="body" idx="1"/>
          </p:nvPr>
        </p:nvSpPr>
        <p:spPr>
          <a:xfrm>
            <a:off x="457200" y="1600200"/>
            <a:ext cx="4015800" cy="452592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2" name="Google Shape;92;p33"/>
          <p:cNvSpPr txBox="1">
            <a:spLocks noGrp="1"/>
          </p:cNvSpPr>
          <p:nvPr>
            <p:ph type="body" idx="2"/>
          </p:nvPr>
        </p:nvSpPr>
        <p:spPr>
          <a:xfrm>
            <a:off x="4674240" y="1600200"/>
            <a:ext cx="4015800" cy="452592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623031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3"/>
        <p:cNvGrpSpPr/>
        <p:nvPr/>
      </p:nvGrpSpPr>
      <p:grpSpPr>
        <a:xfrm>
          <a:off x="0" y="0"/>
          <a:ext cx="0" cy="0"/>
          <a:chOff x="0" y="0"/>
          <a:chExt cx="0" cy="0"/>
        </a:xfrm>
      </p:grpSpPr>
      <p:sp>
        <p:nvSpPr>
          <p:cNvPr id="94" name="Google Shape;94;p34"/>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4547312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entered Text" type="objOnly">
  <p:cSld name="Centered Text">
    <p:spTree>
      <p:nvGrpSpPr>
        <p:cNvPr id="1" name="Shape 95"/>
        <p:cNvGrpSpPr/>
        <p:nvPr/>
      </p:nvGrpSpPr>
      <p:grpSpPr>
        <a:xfrm>
          <a:off x="0" y="0"/>
          <a:ext cx="0" cy="0"/>
          <a:chOff x="0" y="0"/>
          <a:chExt cx="0" cy="0"/>
        </a:xfrm>
      </p:grpSpPr>
      <p:sp>
        <p:nvSpPr>
          <p:cNvPr id="96" name="Google Shape;96;p35"/>
          <p:cNvSpPr txBox="1">
            <a:spLocks noGrp="1"/>
          </p:cNvSpPr>
          <p:nvPr>
            <p:ph type="subTitle" idx="1"/>
          </p:nvPr>
        </p:nvSpPr>
        <p:spPr>
          <a:xfrm>
            <a:off x="395640" y="274680"/>
            <a:ext cx="6120360" cy="3941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050104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itle, 2 Content and Content">
    <p:spTree>
      <p:nvGrpSpPr>
        <p:cNvPr id="1" name="Shape 97"/>
        <p:cNvGrpSpPr/>
        <p:nvPr/>
      </p:nvGrpSpPr>
      <p:grpSpPr>
        <a:xfrm>
          <a:off x="0" y="0"/>
          <a:ext cx="0" cy="0"/>
          <a:chOff x="0" y="0"/>
          <a:chExt cx="0" cy="0"/>
        </a:xfrm>
      </p:grpSpPr>
      <p:sp>
        <p:nvSpPr>
          <p:cNvPr id="98" name="Google Shape;98;p36"/>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6"/>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0" name="Google Shape;100;p36"/>
          <p:cNvSpPr txBox="1">
            <a:spLocks noGrp="1"/>
          </p:cNvSpPr>
          <p:nvPr>
            <p:ph type="body" idx="2"/>
          </p:nvPr>
        </p:nvSpPr>
        <p:spPr>
          <a:xfrm>
            <a:off x="4674240" y="1600200"/>
            <a:ext cx="4015800" cy="452592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1" name="Google Shape;101;p36"/>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5540006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Title Content and 2 Content">
    <p:spTree>
      <p:nvGrpSpPr>
        <p:cNvPr id="1" name="Shape 102"/>
        <p:cNvGrpSpPr/>
        <p:nvPr/>
      </p:nvGrpSpPr>
      <p:grpSpPr>
        <a:xfrm>
          <a:off x="0" y="0"/>
          <a:ext cx="0" cy="0"/>
          <a:chOff x="0" y="0"/>
          <a:chExt cx="0" cy="0"/>
        </a:xfrm>
      </p:grpSpPr>
      <p:sp>
        <p:nvSpPr>
          <p:cNvPr id="103" name="Google Shape;103;p37"/>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7"/>
          <p:cNvSpPr txBox="1">
            <a:spLocks noGrp="1"/>
          </p:cNvSpPr>
          <p:nvPr>
            <p:ph type="body" idx="1"/>
          </p:nvPr>
        </p:nvSpPr>
        <p:spPr>
          <a:xfrm>
            <a:off x="457200" y="1600200"/>
            <a:ext cx="4015800" cy="452592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5" name="Google Shape;105;p37"/>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6" name="Google Shape;106;p37"/>
          <p:cNvSpPr txBox="1">
            <a:spLocks noGrp="1"/>
          </p:cNvSpPr>
          <p:nvPr>
            <p:ph type="body" idx="3"/>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674595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itle, 2 Content over Content">
    <p:spTree>
      <p:nvGrpSpPr>
        <p:cNvPr id="1" name="Shape 107"/>
        <p:cNvGrpSpPr/>
        <p:nvPr/>
      </p:nvGrpSpPr>
      <p:grpSpPr>
        <a:xfrm>
          <a:off x="0" y="0"/>
          <a:ext cx="0" cy="0"/>
          <a:chOff x="0" y="0"/>
          <a:chExt cx="0" cy="0"/>
        </a:xfrm>
      </p:grpSpPr>
      <p:sp>
        <p:nvSpPr>
          <p:cNvPr id="108" name="Google Shape;108;p38"/>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38"/>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10" name="Google Shape;110;p38"/>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11" name="Google Shape;111;p38"/>
          <p:cNvSpPr txBox="1">
            <a:spLocks noGrp="1"/>
          </p:cNvSpPr>
          <p:nvPr>
            <p:ph type="body" idx="3"/>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1114479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Title, Content over Content">
    <p:spTree>
      <p:nvGrpSpPr>
        <p:cNvPr id="1" name="Shape 112"/>
        <p:cNvGrpSpPr/>
        <p:nvPr/>
      </p:nvGrpSpPr>
      <p:grpSpPr>
        <a:xfrm>
          <a:off x="0" y="0"/>
          <a:ext cx="0" cy="0"/>
          <a:chOff x="0" y="0"/>
          <a:chExt cx="0" cy="0"/>
        </a:xfrm>
      </p:grpSpPr>
      <p:sp>
        <p:nvSpPr>
          <p:cNvPr id="113" name="Google Shape;113;p39"/>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9"/>
          <p:cNvSpPr txBox="1">
            <a:spLocks noGrp="1"/>
          </p:cNvSpPr>
          <p:nvPr>
            <p:ph type="body" idx="1"/>
          </p:nvPr>
        </p:nvSpPr>
        <p:spPr>
          <a:xfrm>
            <a:off x="457200" y="1600200"/>
            <a:ext cx="822924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15" name="Google Shape;115;p39"/>
          <p:cNvSpPr txBox="1">
            <a:spLocks noGrp="1"/>
          </p:cNvSpPr>
          <p:nvPr>
            <p:ph type="body" idx="2"/>
          </p:nvPr>
        </p:nvSpPr>
        <p:spPr>
          <a:xfrm>
            <a:off x="457200" y="3964320"/>
            <a:ext cx="822924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129245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4 Content" type="fourObj">
  <p:cSld name="Title, 4 Content">
    <p:spTree>
      <p:nvGrpSpPr>
        <p:cNvPr id="1" name="Shape 116"/>
        <p:cNvGrpSpPr/>
        <p:nvPr/>
      </p:nvGrpSpPr>
      <p:grpSpPr>
        <a:xfrm>
          <a:off x="0" y="0"/>
          <a:ext cx="0" cy="0"/>
          <a:chOff x="0" y="0"/>
          <a:chExt cx="0" cy="0"/>
        </a:xfrm>
      </p:grpSpPr>
      <p:sp>
        <p:nvSpPr>
          <p:cNvPr id="117" name="Google Shape;117;p40"/>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40"/>
          <p:cNvSpPr txBox="1">
            <a:spLocks noGrp="1"/>
          </p:cNvSpPr>
          <p:nvPr>
            <p:ph type="body" idx="1"/>
          </p:nvPr>
        </p:nvSpPr>
        <p:spPr>
          <a:xfrm>
            <a:off x="45720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19" name="Google Shape;119;p40"/>
          <p:cNvSpPr txBox="1">
            <a:spLocks noGrp="1"/>
          </p:cNvSpPr>
          <p:nvPr>
            <p:ph type="body" idx="2"/>
          </p:nvPr>
        </p:nvSpPr>
        <p:spPr>
          <a:xfrm>
            <a:off x="4674240" y="160020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0" name="Google Shape;120;p40"/>
          <p:cNvSpPr txBox="1">
            <a:spLocks noGrp="1"/>
          </p:cNvSpPr>
          <p:nvPr>
            <p:ph type="body" idx="3"/>
          </p:nvPr>
        </p:nvSpPr>
        <p:spPr>
          <a:xfrm>
            <a:off x="457200" y="396432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1" name="Google Shape;121;p40"/>
          <p:cNvSpPr txBox="1">
            <a:spLocks noGrp="1"/>
          </p:cNvSpPr>
          <p:nvPr>
            <p:ph type="body" idx="4"/>
          </p:nvPr>
        </p:nvSpPr>
        <p:spPr>
          <a:xfrm>
            <a:off x="4674240" y="3964320"/>
            <a:ext cx="40158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790468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2"/>
        <p:cNvGrpSpPr/>
        <p:nvPr/>
      </p:nvGrpSpPr>
      <p:grpSpPr>
        <a:xfrm>
          <a:off x="0" y="0"/>
          <a:ext cx="0" cy="0"/>
          <a:chOff x="0" y="0"/>
          <a:chExt cx="0" cy="0"/>
        </a:xfrm>
      </p:grpSpPr>
      <p:sp>
        <p:nvSpPr>
          <p:cNvPr id="123" name="Google Shape;123;p41"/>
          <p:cNvSpPr txBox="1">
            <a:spLocks noGrp="1"/>
          </p:cNvSpPr>
          <p:nvPr>
            <p:ph type="title"/>
          </p:nvPr>
        </p:nvSpPr>
        <p:spPr>
          <a:xfrm>
            <a:off x="395640" y="274680"/>
            <a:ext cx="6120360" cy="84996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41"/>
          <p:cNvSpPr txBox="1">
            <a:spLocks noGrp="1"/>
          </p:cNvSpPr>
          <p:nvPr>
            <p:ph type="body" idx="1"/>
          </p:nvPr>
        </p:nvSpPr>
        <p:spPr>
          <a:xfrm>
            <a:off x="457200" y="160020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5" name="Google Shape;125;p41"/>
          <p:cNvSpPr txBox="1">
            <a:spLocks noGrp="1"/>
          </p:cNvSpPr>
          <p:nvPr>
            <p:ph type="body" idx="2"/>
          </p:nvPr>
        </p:nvSpPr>
        <p:spPr>
          <a:xfrm>
            <a:off x="3239640" y="160020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6" name="Google Shape;126;p41"/>
          <p:cNvSpPr txBox="1">
            <a:spLocks noGrp="1"/>
          </p:cNvSpPr>
          <p:nvPr>
            <p:ph type="body" idx="3"/>
          </p:nvPr>
        </p:nvSpPr>
        <p:spPr>
          <a:xfrm>
            <a:off x="6022080" y="160020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7" name="Google Shape;127;p41"/>
          <p:cNvSpPr txBox="1">
            <a:spLocks noGrp="1"/>
          </p:cNvSpPr>
          <p:nvPr>
            <p:ph type="body" idx="4"/>
          </p:nvPr>
        </p:nvSpPr>
        <p:spPr>
          <a:xfrm>
            <a:off x="457200" y="396432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8" name="Google Shape;128;p41"/>
          <p:cNvSpPr txBox="1">
            <a:spLocks noGrp="1"/>
          </p:cNvSpPr>
          <p:nvPr>
            <p:ph type="body" idx="5"/>
          </p:nvPr>
        </p:nvSpPr>
        <p:spPr>
          <a:xfrm>
            <a:off x="3239640" y="396432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9" name="Google Shape;129;p41"/>
          <p:cNvSpPr txBox="1">
            <a:spLocks noGrp="1"/>
          </p:cNvSpPr>
          <p:nvPr>
            <p:ph type="body" idx="6"/>
          </p:nvPr>
        </p:nvSpPr>
        <p:spPr>
          <a:xfrm>
            <a:off x="6022080" y="3964320"/>
            <a:ext cx="2649600" cy="215856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843885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543509"/>
            <a:ext cx="8376919" cy="3917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02984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54438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84898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826230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354008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543509"/>
            <a:ext cx="8376919" cy="3917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851960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8676234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9315904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5373413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303050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543509"/>
            <a:ext cx="8376919" cy="3917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692489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895308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7252627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title"/>
          </p:nvPr>
        </p:nvSpPr>
        <p:spPr/>
        <p:txBody>
          <a:bodyPr lIns="0" tIns="0" rIns="0" bIns="0"/>
          <a:lstStyle>
            <a:lvl1pPr>
              <a:defRPr sz="2400" b="1"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0336672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7662804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3.png"/><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2.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image" Target="../media/image4.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3.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7" Type="http://schemas.openxmlformats.org/officeDocument/2006/relationships/image" Target="../media/image5.jp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1.xml"/><Relationship Id="rId7" Type="http://schemas.openxmlformats.org/officeDocument/2006/relationships/image" Target="../media/image5.jp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6.xml"/><Relationship Id="rId7" Type="http://schemas.openxmlformats.org/officeDocument/2006/relationships/image" Target="../media/image5.jpg"/><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theme" Target="../theme/theme6.xml"/><Relationship Id="rId5" Type="http://schemas.openxmlformats.org/officeDocument/2006/relationships/slideLayout" Target="../slideLayouts/slideLayout48.xml"/><Relationship Id="rId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7"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383540" y="202057"/>
            <a:ext cx="8376919" cy="941069"/>
          </a:xfrm>
          <a:prstGeom prst="rect">
            <a:avLst/>
          </a:prstGeom>
        </p:spPr>
        <p:txBody>
          <a:bodyPr wrap="square" lIns="0" tIns="0" rIns="0" bIns="0">
            <a:spAutoFit/>
          </a:bodyPr>
          <a:lstStyle>
            <a:lvl1pPr>
              <a:defRPr sz="2400" b="1" i="0">
                <a:solidFill>
                  <a:srgbClr val="C00000"/>
                </a:solidFill>
                <a:latin typeface="Arial"/>
                <a:cs typeface="Arial"/>
              </a:defRPr>
            </a:lvl1pPr>
          </a:lstStyle>
          <a:p>
            <a:endParaRPr/>
          </a:p>
        </p:txBody>
      </p:sp>
      <p:sp>
        <p:nvSpPr>
          <p:cNvPr id="3" name="Holder 3"/>
          <p:cNvSpPr>
            <a:spLocks noGrp="1"/>
          </p:cNvSpPr>
          <p:nvPr>
            <p:ph type="body" idx="1"/>
          </p:nvPr>
        </p:nvSpPr>
        <p:spPr>
          <a:xfrm>
            <a:off x="370840" y="1467227"/>
            <a:ext cx="3776979" cy="2674620"/>
          </a:xfrm>
          <a:prstGeom prst="rect">
            <a:avLst/>
          </a:prstGeom>
        </p:spPr>
        <p:txBody>
          <a:bodyPr wrap="square" lIns="0" tIns="0" rIns="0" bIns="0">
            <a:spAutoFit/>
          </a:bodyPr>
          <a:lstStyle>
            <a:lvl1pPr>
              <a:defRPr sz="180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a:xfrm>
            <a:off x="7356729" y="6642478"/>
            <a:ext cx="1709420" cy="182245"/>
          </a:xfrm>
          <a:prstGeom prst="rect">
            <a:avLst/>
          </a:prstGeom>
        </p:spPr>
        <p:txBody>
          <a:bodyPr wrap="square" lIns="0" tIns="0" rIns="0" bIns="0">
            <a:spAutoFit/>
          </a:bodyPr>
          <a:lstStyle>
            <a:lvl1pPr>
              <a:defRPr sz="1100" b="0" i="0">
                <a:solidFill>
                  <a:srgbClr val="0F1141"/>
                </a:solidFill>
                <a:latin typeface="Microsoft Sans Serif"/>
                <a:cs typeface="Microsoft Sans Serif"/>
              </a:defRPr>
            </a:lvl1p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8/18/2024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p:nvPr/>
        </p:nvSpPr>
        <p:spPr>
          <a:xfrm>
            <a:off x="0" y="3352680"/>
            <a:ext cx="8686440" cy="2742840"/>
          </a:xfrm>
          <a:prstGeom prst="rect">
            <a:avLst/>
          </a:prstGeom>
          <a:solidFill>
            <a:srgbClr val="10114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11;p12"/>
          <p:cNvSpPr/>
          <p:nvPr/>
        </p:nvSpPr>
        <p:spPr>
          <a:xfrm>
            <a:off x="2895480" y="6095880"/>
            <a:ext cx="2895120" cy="75960"/>
          </a:xfrm>
          <a:prstGeom prst="rect">
            <a:avLst/>
          </a:prstGeom>
          <a:solidFill>
            <a:srgbClr val="76C2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2" name="Google Shape;12;p12"/>
          <p:cNvSpPr/>
          <p:nvPr/>
        </p:nvSpPr>
        <p:spPr>
          <a:xfrm>
            <a:off x="0" y="6095880"/>
            <a:ext cx="2895120" cy="75960"/>
          </a:xfrm>
          <a:prstGeom prst="rect">
            <a:avLst/>
          </a:prstGeom>
          <a:solidFill>
            <a:srgbClr val="FCB01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3" name="Google Shape;13;p12"/>
          <p:cNvSpPr/>
          <p:nvPr/>
        </p:nvSpPr>
        <p:spPr>
          <a:xfrm>
            <a:off x="5791320" y="6095880"/>
            <a:ext cx="2895120" cy="7596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 name="Google Shape;14;p12"/>
          <p:cNvSpPr txBox="1">
            <a:spLocks noGrp="1"/>
          </p:cNvSpPr>
          <p:nvPr>
            <p:ph type="body" idx="1"/>
          </p:nvPr>
        </p:nvSpPr>
        <p:spPr>
          <a:xfrm>
            <a:off x="2514600" y="5410080"/>
            <a:ext cx="6019560" cy="53316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2"/>
          <p:cNvSpPr txBox="1">
            <a:spLocks noGrp="1"/>
          </p:cNvSpPr>
          <p:nvPr>
            <p:ph type="title"/>
          </p:nvPr>
        </p:nvSpPr>
        <p:spPr>
          <a:xfrm>
            <a:off x="2514600" y="3809880"/>
            <a:ext cx="6019560" cy="152352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6" name="Google Shape;16;p12"/>
          <p:cNvPicPr preferRelativeResize="0"/>
          <p:nvPr/>
        </p:nvPicPr>
        <p:blipFill rotWithShape="1">
          <a:blip r:embed="rId15">
            <a:alphaModFix/>
          </a:blip>
          <a:srcRect b="28589"/>
          <a:stretch/>
        </p:blipFill>
        <p:spPr>
          <a:xfrm>
            <a:off x="76320" y="3352680"/>
            <a:ext cx="2057040" cy="1979640"/>
          </a:xfrm>
          <a:prstGeom prst="rect">
            <a:avLst/>
          </a:prstGeom>
          <a:noFill/>
          <a:ln>
            <a:noFill/>
          </a:ln>
        </p:spPr>
      </p:pic>
      <p:sp>
        <p:nvSpPr>
          <p:cNvPr id="17" name="Google Shape;17;p12"/>
          <p:cNvSpPr/>
          <p:nvPr/>
        </p:nvSpPr>
        <p:spPr>
          <a:xfrm>
            <a:off x="-76320" y="5257800"/>
            <a:ext cx="2209320" cy="553680"/>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2900"/>
              <a:buFont typeface="Arial"/>
              <a:buNone/>
              <a:tabLst/>
              <a:defRPr/>
            </a:pPr>
            <a:r>
              <a:rPr kumimoji="0" lang="en-IN"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IN"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29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8" name="Google Shape;18;p12"/>
          <p:cNvSpPr/>
          <p:nvPr/>
        </p:nvSpPr>
        <p:spPr>
          <a:xfrm>
            <a:off x="152280" y="5666760"/>
            <a:ext cx="1904760" cy="27648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IN"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89533106"/>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4"/>
          <p:cNvSpPr/>
          <p:nvPr/>
        </p:nvSpPr>
        <p:spPr>
          <a:xfrm>
            <a:off x="3276720" y="6596280"/>
            <a:ext cx="5866920" cy="26136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IN" sz="1100" b="1" i="0" u="none" strike="noStrike" kern="0" cap="none" spc="0" normalizeH="0" baseline="0" noProof="0">
                <a:ln>
                  <a:noFill/>
                </a:ln>
                <a:solidFill>
                  <a:srgbClr val="101141"/>
                </a:solidFill>
                <a:effectLst/>
                <a:uLnTx/>
                <a:uFillTx/>
                <a:latin typeface="Arial"/>
                <a:cs typeface="Arial"/>
                <a:sym typeface="Arial"/>
              </a:rPr>
              <a:t>BITS </a:t>
            </a:r>
            <a:r>
              <a:rPr kumimoji="0" lang="en-IN" sz="1100" b="0" i="0" u="none" strike="noStrike" kern="0" cap="none" spc="0" normalizeH="0" baseline="0" noProof="0">
                <a:ln>
                  <a:noFill/>
                </a:ln>
                <a:solidFill>
                  <a:srgbClr val="101141"/>
                </a:solidFill>
                <a:effectLst/>
                <a:uLnTx/>
                <a:uFillTx/>
                <a:latin typeface="Arial"/>
                <a:cs typeface="Arial"/>
                <a:sym typeface="Arial"/>
              </a:rPr>
              <a:t>Pilani, Pilani Campus</a:t>
            </a:r>
            <a:endParaRPr kumimoji="0" sz="1100" b="0" i="0" u="none" strike="noStrike" kern="0" cap="none" spc="0" normalizeH="0" baseline="0" noProof="0">
              <a:ln>
                <a:noFill/>
              </a:ln>
              <a:solidFill>
                <a:srgbClr val="000000"/>
              </a:solidFill>
              <a:effectLst/>
              <a:uLnTx/>
              <a:uFillTx/>
              <a:latin typeface="Arial"/>
              <a:cs typeface="Arial"/>
              <a:sym typeface="Arial"/>
            </a:endParaRPr>
          </a:p>
        </p:txBody>
      </p:sp>
      <p:pic>
        <p:nvPicPr>
          <p:cNvPr id="11" name="Google Shape;11;p14"/>
          <p:cNvPicPr preferRelativeResize="0"/>
          <p:nvPr/>
        </p:nvPicPr>
        <p:blipFill rotWithShape="1">
          <a:blip r:embed="rId18">
            <a:alphaModFix/>
          </a:blip>
          <a:srcRect l="1916" b="5315"/>
          <a:stretch/>
        </p:blipFill>
        <p:spPr>
          <a:xfrm>
            <a:off x="6629400" y="0"/>
            <a:ext cx="2192760" cy="692280"/>
          </a:xfrm>
          <a:prstGeom prst="rect">
            <a:avLst/>
          </a:prstGeom>
          <a:noFill/>
          <a:ln>
            <a:noFill/>
          </a:ln>
        </p:spPr>
      </p:pic>
      <p:grpSp>
        <p:nvGrpSpPr>
          <p:cNvPr id="12" name="Google Shape;12;p14"/>
          <p:cNvGrpSpPr/>
          <p:nvPr/>
        </p:nvGrpSpPr>
        <p:grpSpPr>
          <a:xfrm>
            <a:off x="2133720" y="6553080"/>
            <a:ext cx="7009920" cy="45360"/>
            <a:chOff x="2133720" y="6553080"/>
            <a:chExt cx="7009920" cy="45360"/>
          </a:xfrm>
        </p:grpSpPr>
        <p:sp>
          <p:nvSpPr>
            <p:cNvPr id="13" name="Google Shape;13;p14"/>
            <p:cNvSpPr/>
            <p:nvPr/>
          </p:nvSpPr>
          <p:spPr>
            <a:xfrm>
              <a:off x="4495680" y="6553080"/>
              <a:ext cx="2328120" cy="45360"/>
            </a:xfrm>
            <a:prstGeom prst="rect">
              <a:avLst/>
            </a:prstGeom>
            <a:solidFill>
              <a:srgbClr val="76C2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4;p14"/>
            <p:cNvSpPr/>
            <p:nvPr/>
          </p:nvSpPr>
          <p:spPr>
            <a:xfrm>
              <a:off x="2133720" y="6553080"/>
              <a:ext cx="2361960" cy="45360"/>
            </a:xfrm>
            <a:prstGeom prst="rect">
              <a:avLst/>
            </a:prstGeom>
            <a:solidFill>
              <a:srgbClr val="FCB01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15;p14"/>
            <p:cNvSpPr/>
            <p:nvPr/>
          </p:nvSpPr>
          <p:spPr>
            <a:xfrm>
              <a:off x="6815520" y="6553080"/>
              <a:ext cx="2328120" cy="4536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 name="Google Shape;16;p14"/>
          <p:cNvGrpSpPr/>
          <p:nvPr/>
        </p:nvGrpSpPr>
        <p:grpSpPr>
          <a:xfrm>
            <a:off x="0" y="1295280"/>
            <a:ext cx="7009920" cy="45360"/>
            <a:chOff x="0" y="1295280"/>
            <a:chExt cx="7009920" cy="45360"/>
          </a:xfrm>
        </p:grpSpPr>
        <p:sp>
          <p:nvSpPr>
            <p:cNvPr id="17" name="Google Shape;17;p14"/>
            <p:cNvSpPr/>
            <p:nvPr/>
          </p:nvSpPr>
          <p:spPr>
            <a:xfrm>
              <a:off x="2362320" y="1295280"/>
              <a:ext cx="2328120" cy="45360"/>
            </a:xfrm>
            <a:prstGeom prst="rect">
              <a:avLst/>
            </a:prstGeom>
            <a:solidFill>
              <a:srgbClr val="76C2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p14"/>
            <p:cNvSpPr/>
            <p:nvPr/>
          </p:nvSpPr>
          <p:spPr>
            <a:xfrm>
              <a:off x="0" y="1295280"/>
              <a:ext cx="2361960" cy="45360"/>
            </a:xfrm>
            <a:prstGeom prst="rect">
              <a:avLst/>
            </a:prstGeom>
            <a:solidFill>
              <a:srgbClr val="FCB01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9;p14"/>
            <p:cNvSpPr/>
            <p:nvPr/>
          </p:nvSpPr>
          <p:spPr>
            <a:xfrm>
              <a:off x="4681800" y="1295280"/>
              <a:ext cx="2328120" cy="4536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Google Shape;20;p14"/>
          <p:cNvSpPr txBox="1">
            <a:spLocks noGrp="1"/>
          </p:cNvSpPr>
          <p:nvPr>
            <p:ph type="title"/>
          </p:nvPr>
        </p:nvSpPr>
        <p:spPr>
          <a:xfrm>
            <a:off x="395640" y="274680"/>
            <a:ext cx="6120360" cy="8499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 name="Google Shape;21;p14"/>
          <p:cNvSpPr txBox="1">
            <a:spLocks noGrp="1"/>
          </p:cNvSpPr>
          <p:nvPr>
            <p:ph type="body" idx="1"/>
          </p:nvPr>
        </p:nvSpPr>
        <p:spPr>
          <a:xfrm>
            <a:off x="457200" y="1600200"/>
            <a:ext cx="8229240" cy="45259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 name="Google Shape;22;p14"/>
          <p:cNvSpPr txBox="1">
            <a:spLocks noGrp="1"/>
          </p:cNvSpPr>
          <p:nvPr>
            <p:ph type="sldNum" idx="12"/>
          </p:nvPr>
        </p:nvSpPr>
        <p:spPr>
          <a:xfrm>
            <a:off x="8532360" y="6237360"/>
            <a:ext cx="611280" cy="29268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fld id="{00000000-1234-1234-1234-123412341234}" type="slidenum">
              <a:rPr kumimoji="0" lang="en-IN" sz="1600" b="1" i="0" u="none" strike="noStrike" kern="0" cap="none" spc="0" normalizeH="0" baseline="0" noProof="0">
                <a:ln>
                  <a:noFill/>
                </a:ln>
                <a:solidFill>
                  <a:srgbClr val="000000"/>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t>‹#›</a:t>
            </a:fld>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96287381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bg object 22"/>
          <p:cNvPicPr/>
          <p:nvPr/>
        </p:nvPicPr>
        <p:blipFill>
          <a:blip r:embed="rId7"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Holder 2"/>
          <p:cNvSpPr>
            <a:spLocks noGrp="1"/>
          </p:cNvSpPr>
          <p:nvPr>
            <p:ph type="title"/>
          </p:nvPr>
        </p:nvSpPr>
        <p:spPr>
          <a:xfrm>
            <a:off x="383540" y="202057"/>
            <a:ext cx="8376919" cy="941069"/>
          </a:xfrm>
          <a:prstGeom prst="rect">
            <a:avLst/>
          </a:prstGeom>
        </p:spPr>
        <p:txBody>
          <a:bodyPr wrap="square" lIns="0" tIns="0" rIns="0" bIns="0">
            <a:spAutoFit/>
          </a:bodyPr>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a:xfrm>
            <a:off x="292608" y="1868551"/>
            <a:ext cx="6590030" cy="3067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356729" y="6642478"/>
            <a:ext cx="17094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8/18/2024</a:t>
            </a:fld>
            <a:endParaRPr kumimoji="0" lang="en-US"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2660423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pic>
        <p:nvPicPr>
          <p:cNvPr id="22" name="bg object 22"/>
          <p:cNvPicPr/>
          <p:nvPr/>
        </p:nvPicPr>
        <p:blipFill>
          <a:blip r:embed="rId7"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title"/>
          </p:nvPr>
        </p:nvSpPr>
        <p:spPr>
          <a:xfrm>
            <a:off x="383540" y="202057"/>
            <a:ext cx="8376919" cy="941069"/>
          </a:xfrm>
          <a:prstGeom prst="rect">
            <a:avLst/>
          </a:prstGeom>
        </p:spPr>
        <p:txBody>
          <a:bodyPr wrap="square" lIns="0" tIns="0" rIns="0" bIns="0">
            <a:spAutoFit/>
          </a:bodyPr>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a:xfrm>
            <a:off x="292608" y="1868551"/>
            <a:ext cx="6590030" cy="3067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356729" y="6642478"/>
            <a:ext cx="17094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73909788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7" name="bg object 17"/>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18" name="bg object 18"/>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pic>
        <p:nvPicPr>
          <p:cNvPr id="22" name="bg object 22"/>
          <p:cNvPicPr/>
          <p:nvPr/>
        </p:nvPicPr>
        <p:blipFill>
          <a:blip r:embed="rId7"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sp>
        <p:nvSpPr>
          <p:cNvPr id="2" name="Holder 2"/>
          <p:cNvSpPr>
            <a:spLocks noGrp="1"/>
          </p:cNvSpPr>
          <p:nvPr>
            <p:ph type="title"/>
          </p:nvPr>
        </p:nvSpPr>
        <p:spPr>
          <a:xfrm>
            <a:off x="383540" y="202057"/>
            <a:ext cx="8376919" cy="941069"/>
          </a:xfrm>
          <a:prstGeom prst="rect">
            <a:avLst/>
          </a:prstGeom>
        </p:spPr>
        <p:txBody>
          <a:bodyPr wrap="square" lIns="0" tIns="0" rIns="0" bIns="0">
            <a:spAutoFit/>
          </a:bodyPr>
          <a:lstStyle>
            <a:lvl1pPr>
              <a:defRPr sz="2400" b="1" i="0">
                <a:solidFill>
                  <a:srgbClr val="C00000"/>
                </a:solidFill>
                <a:latin typeface="Calibri"/>
                <a:cs typeface="Calibri"/>
              </a:defRPr>
            </a:lvl1pPr>
          </a:lstStyle>
          <a:p>
            <a:endParaRPr/>
          </a:p>
        </p:txBody>
      </p:sp>
      <p:sp>
        <p:nvSpPr>
          <p:cNvPr id="3" name="Holder 3"/>
          <p:cNvSpPr>
            <a:spLocks noGrp="1"/>
          </p:cNvSpPr>
          <p:nvPr>
            <p:ph type="body" idx="1"/>
          </p:nvPr>
        </p:nvSpPr>
        <p:spPr>
          <a:xfrm>
            <a:off x="292608" y="1868551"/>
            <a:ext cx="6590030" cy="3067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356729" y="6642478"/>
            <a:ext cx="1709420" cy="182245"/>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8/18/2024</a:t>
            </a:fld>
            <a:endParaRPr lang="en-US">
              <a:solidFill>
                <a:prstClr val="black">
                  <a:tint val="75000"/>
                </a:prstClr>
              </a:solidFill>
            </a:endParaRP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10774248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jpg"/><Relationship Id="rId1" Type="http://schemas.openxmlformats.org/officeDocument/2006/relationships/slideLayout" Target="../slideLayouts/slideLayout48.xml"/><Relationship Id="rId5" Type="http://schemas.openxmlformats.org/officeDocument/2006/relationships/image" Target="../media/image30.emf"/><Relationship Id="rId4" Type="http://schemas.openxmlformats.org/officeDocument/2006/relationships/customXml" Target="../ink/ink1.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35.xml"/><Relationship Id="rId5" Type="http://schemas.openxmlformats.org/officeDocument/2006/relationships/image" Target="../media/image31.jpg"/><Relationship Id="rId4" Type="http://schemas.openxmlformats.org/officeDocument/2006/relationships/image" Target="../media/image30.jpg"/></Relationships>
</file>

<file path=ppt/slides/_rels/slide5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28.jpg"/><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png"/><Relationship Id="rId1" Type="http://schemas.openxmlformats.org/officeDocument/2006/relationships/slideLayout" Target="../slideLayouts/slideLayout35.xml"/><Relationship Id="rId4" Type="http://schemas.openxmlformats.org/officeDocument/2006/relationships/image" Target="../media/image28.jpg"/></Relationships>
</file>

<file path=ppt/slides/_rels/slide5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png"/><Relationship Id="rId1" Type="http://schemas.openxmlformats.org/officeDocument/2006/relationships/slideLayout" Target="../slideLayouts/slideLayout35.xml"/><Relationship Id="rId5" Type="http://schemas.openxmlformats.org/officeDocument/2006/relationships/image" Target="../media/image35.jpg"/><Relationship Id="rId4" Type="http://schemas.openxmlformats.org/officeDocument/2006/relationships/image" Target="../media/image28.jpg"/></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
          <p:cNvSpPr txBox="1"/>
          <p:nvPr/>
        </p:nvSpPr>
        <p:spPr>
          <a:xfrm>
            <a:off x="800100" y="3625685"/>
            <a:ext cx="7875900" cy="399663"/>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2200"/>
              <a:buFont typeface="Arial"/>
              <a:buNone/>
              <a:tabLst/>
              <a:defRPr/>
            </a:pPr>
            <a:r>
              <a:rPr kumimoji="0" lang="en-IN" sz="3200" b="1" i="0" u="none" strike="noStrike" kern="0" cap="none" spc="0" normalizeH="0" baseline="0" noProof="0" dirty="0" smtClean="0">
                <a:ln>
                  <a:noFill/>
                </a:ln>
                <a:solidFill>
                  <a:srgbClr val="FFFFFF"/>
                </a:solidFill>
                <a:effectLst/>
                <a:uLnTx/>
                <a:uFillTx/>
                <a:latin typeface="Calibri" panose="020F0502020204030204" pitchFamily="34" charset="0"/>
                <a:ea typeface="Times New Roman"/>
                <a:cs typeface="Calibri" panose="020F0502020204030204" pitchFamily="34" charset="0"/>
                <a:sym typeface="Times New Roman"/>
              </a:rPr>
              <a:t>Artificial </a:t>
            </a:r>
            <a:r>
              <a:rPr kumimoji="0" lang="en-IN" sz="3200" b="1" i="0" u="none" strike="noStrike" kern="0" cap="none" spc="0" normalizeH="0" baseline="0" noProof="0" dirty="0">
                <a:ln>
                  <a:noFill/>
                </a:ln>
                <a:solidFill>
                  <a:srgbClr val="FFFFFF"/>
                </a:solidFill>
                <a:effectLst/>
                <a:uLnTx/>
                <a:uFillTx/>
                <a:latin typeface="Calibri" panose="020F0502020204030204" pitchFamily="34" charset="0"/>
                <a:ea typeface="Times New Roman"/>
                <a:cs typeface="Calibri" panose="020F0502020204030204" pitchFamily="34" charset="0"/>
                <a:sym typeface="Times New Roman"/>
              </a:rPr>
              <a:t>&amp; Computational Intelligence</a:t>
            </a:r>
            <a:r>
              <a:rPr kumimoji="0" lang="en-IN" sz="3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r>
            <a:br>
              <a:rPr kumimoji="0" lang="en-IN" sz="3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endParaRPr kumimoji="0" sz="3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
        <p:nvSpPr>
          <p:cNvPr id="4" name="Google Shape;315;p3"/>
          <p:cNvSpPr/>
          <p:nvPr/>
        </p:nvSpPr>
        <p:spPr>
          <a:xfrm>
            <a:off x="4104000" y="5109196"/>
            <a:ext cx="4572000" cy="815608"/>
          </a:xfrm>
          <a:prstGeom prst="rect">
            <a:avLst/>
          </a:prstGeom>
          <a:noFill/>
          <a:ln>
            <a:noFill/>
          </a:ln>
        </p:spPr>
        <p:txBody>
          <a:bodyPr spcFirstLastPara="1" wrap="square" lIns="91425" tIns="45700" rIns="91425" bIns="45700" anchor="t" anchorCtr="0">
            <a:spAutoFit/>
          </a:bodyPr>
          <a:lstStyle/>
          <a:p>
            <a:pPr marL="0" marR="14732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IN" sz="1800" b="1" i="0" u="none" strike="noStrike" kern="0" cap="none" spc="0" normalizeH="0" baseline="0" noProof="0" dirty="0">
                <a:ln>
                  <a:noFill/>
                </a:ln>
                <a:solidFill>
                  <a:srgbClr val="FFFFFF"/>
                </a:solidFill>
                <a:effectLst/>
                <a:uLnTx/>
                <a:uFillTx/>
                <a:latin typeface="Calibri"/>
                <a:ea typeface="Calibri"/>
                <a:cs typeface="Calibri"/>
                <a:sym typeface="Calibri"/>
              </a:rPr>
              <a:t>Presented by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147320" lvl="0" indent="0" algn="r" defTabSz="914400" rtl="0" eaLnBrk="1" fontAlgn="auto" latinLnBrk="0" hangingPunct="1">
              <a:lnSpc>
                <a:spcPct val="100000"/>
              </a:lnSpc>
              <a:spcBef>
                <a:spcPts val="340"/>
              </a:spcBef>
              <a:spcAft>
                <a:spcPts val="0"/>
              </a:spcAft>
              <a:buClr>
                <a:srgbClr val="000000"/>
              </a:buClr>
              <a:buSzPts val="1800"/>
              <a:buFont typeface="Arial"/>
              <a:buNone/>
              <a:tabLst/>
              <a:defRPr/>
            </a:pPr>
            <a:r>
              <a:rPr kumimoji="0" lang="en-IN" sz="1800" b="1" i="0" u="none" strike="noStrike" kern="0" cap="none" spc="0" normalizeH="0" baseline="0" noProof="0" dirty="0">
                <a:ln>
                  <a:noFill/>
                </a:ln>
                <a:solidFill>
                  <a:srgbClr val="FFFFFF"/>
                </a:solidFill>
                <a:effectLst/>
                <a:uLnTx/>
                <a:uFillTx/>
                <a:latin typeface="Calibri"/>
                <a:ea typeface="Calibri"/>
                <a:cs typeface="Calibri"/>
                <a:sym typeface="Calibri"/>
              </a:rPr>
              <a:t>Faculty Name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147320" lvl="0" indent="0" algn="r" defTabSz="914400" rtl="0" eaLnBrk="1" fontAlgn="auto" latinLnBrk="0" hangingPunct="1">
              <a:lnSpc>
                <a:spcPct val="100000"/>
              </a:lnSpc>
              <a:spcBef>
                <a:spcPts val="340"/>
              </a:spcBef>
              <a:spcAft>
                <a:spcPts val="0"/>
              </a:spcAft>
              <a:buClr>
                <a:srgbClr val="000000"/>
              </a:buClr>
              <a:buSzPts val="1800"/>
              <a:buFont typeface="Arial"/>
              <a:buNone/>
              <a:tabLst/>
              <a:defRPr/>
            </a:pPr>
            <a:r>
              <a:rPr kumimoji="0" lang="en-IN" sz="1800" b="1" i="0" u="none" strike="noStrike" kern="0" cap="none" spc="0" normalizeH="0" baseline="0" noProof="0" dirty="0">
                <a:ln>
                  <a:noFill/>
                </a:ln>
                <a:solidFill>
                  <a:srgbClr val="FFFFFF"/>
                </a:solidFill>
                <a:effectLst/>
                <a:uLnTx/>
                <a:uFillTx/>
                <a:latin typeface="Calibri"/>
                <a:ea typeface="Calibri"/>
                <a:cs typeface="Calibri"/>
                <a:sym typeface="Calibri"/>
              </a:rPr>
              <a:t>BITS Email ID</a:t>
            </a:r>
            <a:endParaRPr kumimoji="0" sz="18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5" name="Google Shape;314;p3"/>
          <p:cNvSpPr txBox="1"/>
          <p:nvPr/>
        </p:nvSpPr>
        <p:spPr>
          <a:xfrm>
            <a:off x="1940471" y="3768667"/>
            <a:ext cx="6497852" cy="1674817"/>
          </a:xfrm>
          <a:prstGeom prst="rect">
            <a:avLst/>
          </a:prstGeom>
          <a:noFill/>
          <a:ln>
            <a:noFill/>
          </a:ln>
        </p:spPr>
        <p:txBody>
          <a:bodyPr spcFirstLastPara="1" wrap="square" lIns="0" tIns="1270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FFC000"/>
              </a:buClr>
              <a:buSzPts val="2400"/>
              <a:buFont typeface="Calibri"/>
              <a:buNone/>
              <a:tabLst/>
              <a:defRPr/>
            </a:pPr>
            <a:r>
              <a:rPr kumimoji="0" lang="en-IN" sz="2400" b="1" i="0" u="none" strike="noStrike" kern="0" cap="none" spc="0" normalizeH="0" baseline="0" noProof="0" dirty="0">
                <a:ln>
                  <a:noFill/>
                </a:ln>
                <a:solidFill>
                  <a:srgbClr val="FFC000"/>
                </a:solidFill>
                <a:effectLst/>
                <a:uLnTx/>
                <a:uFillTx/>
                <a:latin typeface="Calibri"/>
                <a:ea typeface="Calibri"/>
                <a:cs typeface="Calibri"/>
                <a:sym typeface="Calibri"/>
              </a:rPr>
              <a:t>AIMLCZG557</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12700" marR="0" lvl="0" indent="0" algn="ctr" defTabSz="914400" rtl="0" eaLnBrk="1" fontAlgn="auto" latinLnBrk="0" hangingPunct="1">
              <a:lnSpc>
                <a:spcPct val="100000"/>
              </a:lnSpc>
              <a:spcBef>
                <a:spcPts val="5"/>
              </a:spcBef>
              <a:spcAft>
                <a:spcPts val="0"/>
              </a:spcAft>
              <a:buClr>
                <a:srgbClr val="000000"/>
              </a:buClr>
              <a:buSzPts val="1800"/>
              <a:buFont typeface="Arial"/>
              <a:buNone/>
              <a:tabLst/>
              <a:defRPr/>
            </a:pPr>
            <a:r>
              <a:rPr kumimoji="0" lang="en-IN" sz="1800" b="1" i="0" u="none" strike="noStrike" kern="0" cap="none" spc="0" normalizeH="0" baseline="0" noProof="0" dirty="0">
                <a:ln>
                  <a:noFill/>
                </a:ln>
                <a:solidFill>
                  <a:srgbClr val="FFC000"/>
                </a:solidFill>
                <a:effectLst/>
                <a:uLnTx/>
                <a:uFillTx/>
                <a:latin typeface="Calibri"/>
                <a:ea typeface="Calibri"/>
                <a:cs typeface="Calibri"/>
                <a:sym typeface="Calibri"/>
              </a:rPr>
              <a:t>Contributors &amp; Designers of document content : Cluster Course Faculty Team</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12700" lvl="0" algn="ctr">
              <a:spcBef>
                <a:spcPts val="5"/>
              </a:spcBef>
              <a:buClr>
                <a:srgbClr val="000000"/>
              </a:buClr>
              <a:buSzPts val="2400"/>
            </a:pPr>
            <a:r>
              <a:rPr lang="en-IN" sz="2400" b="1" kern="0" dirty="0">
                <a:solidFill>
                  <a:srgbClr val="FFC000"/>
                </a:solidFill>
                <a:latin typeface="Calibri"/>
                <a:ea typeface="Calibri"/>
                <a:cs typeface="Calibri"/>
                <a:sym typeface="Calibri"/>
              </a:rPr>
              <a:t>M4 : Knowledge Representation Using Logics</a:t>
            </a:r>
          </a:p>
          <a:p>
            <a:pPr marL="12700" marR="0" lvl="0" indent="0" algn="ctr" defTabSz="914400" rtl="0" eaLnBrk="1" fontAlgn="auto" latinLnBrk="0" hangingPunct="1">
              <a:lnSpc>
                <a:spcPct val="100000"/>
              </a:lnSpc>
              <a:spcBef>
                <a:spcPts val="5"/>
              </a:spcBef>
              <a:spcAft>
                <a:spcPts val="0"/>
              </a:spcAft>
              <a:buClr>
                <a:srgbClr val="000000"/>
              </a:buClr>
              <a:buSzPts val="2400"/>
              <a:buFont typeface="Arial"/>
              <a:buNone/>
              <a:tabLst/>
              <a:defRPr/>
            </a:pPr>
            <a:r>
              <a:rPr kumimoji="0" lang="en-IN" sz="2400" b="1" i="0" u="none" strike="noStrike" kern="0" cap="none" spc="0" normalizeH="0" baseline="0" noProof="0" dirty="0" smtClean="0">
                <a:ln>
                  <a:noFill/>
                </a:ln>
                <a:solidFill>
                  <a:srgbClr val="FFC000"/>
                </a:solidFill>
                <a:effectLst/>
                <a:uLnTx/>
                <a:uFillTx/>
                <a:latin typeface="Calibri"/>
                <a:ea typeface="Calibri"/>
                <a:cs typeface="Calibri"/>
                <a:sym typeface="Calibri"/>
              </a:rPr>
              <a:t> </a:t>
            </a:r>
            <a:endParaRPr kumimoji="0" lang="en-IN" sz="2400" b="1" i="0" u="none" strike="noStrike" kern="0" cap="none" spc="0" normalizeH="0" baseline="0" noProof="0" dirty="0">
              <a:ln>
                <a:noFill/>
              </a:ln>
              <a:solidFill>
                <a:srgbClr val="FFC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599120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
          <p:cNvSpPr txBox="1">
            <a:spLocks noGrp="1"/>
          </p:cNvSpPr>
          <p:nvPr>
            <p:ph type="title" idx="4294967295"/>
          </p:nvPr>
        </p:nvSpPr>
        <p:spPr>
          <a:xfrm>
            <a:off x="254876" y="819070"/>
            <a:ext cx="5944791" cy="369332"/>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IN" sz="2400" b="1">
                <a:solidFill>
                  <a:schemeClr val="dk1"/>
                </a:solidFill>
                <a:latin typeface="Calibri"/>
                <a:ea typeface="Calibri"/>
                <a:cs typeface="Calibri"/>
                <a:sym typeface="Calibri"/>
              </a:rPr>
              <a:t>Artificial and Computational Intelligence</a:t>
            </a:r>
            <a:endParaRPr sz="2400" b="1">
              <a:solidFill>
                <a:schemeClr val="dk1"/>
              </a:solidFill>
              <a:latin typeface="Calibri"/>
              <a:ea typeface="Calibri"/>
              <a:cs typeface="Calibri"/>
              <a:sym typeface="Calibri"/>
            </a:endParaRPr>
          </a:p>
        </p:txBody>
      </p:sp>
      <p:sp>
        <p:nvSpPr>
          <p:cNvPr id="321" name="Google Shape;321;p4"/>
          <p:cNvSpPr txBox="1"/>
          <p:nvPr/>
        </p:nvSpPr>
        <p:spPr>
          <a:xfrm>
            <a:off x="254876" y="2483529"/>
            <a:ext cx="8699938" cy="4733817"/>
          </a:xfrm>
          <a:prstGeom prst="rect">
            <a:avLst/>
          </a:prstGeom>
          <a:noFill/>
          <a:ln>
            <a:noFill/>
          </a:ln>
        </p:spPr>
        <p:txBody>
          <a:bodyPr spcFirstLastPara="1" wrap="square" lIns="0" tIns="24575" rIns="0" bIns="0" anchor="t" anchorCtr="0">
            <a:spAutoFit/>
          </a:bodyPr>
          <a:lstStyle/>
          <a:p>
            <a:pPr marL="306030" marR="29324" lvl="0" indent="-285750" algn="just" defTabSz="914400" rtl="0" eaLnBrk="1" fontAlgn="auto" latinLnBrk="0" hangingPunct="1">
              <a:lnSpc>
                <a:spcPct val="100000"/>
              </a:lnSpc>
              <a:spcBef>
                <a:spcPts val="0"/>
              </a:spcBef>
              <a:spcAft>
                <a:spcPts val="0"/>
              </a:spcAft>
              <a:buClr>
                <a:srgbClr val="000000"/>
              </a:buClr>
              <a:buSzPts val="1500"/>
              <a:buFont typeface="Arial"/>
              <a:buChar char="•"/>
              <a:tabLst/>
              <a:defRPr/>
            </a:pPr>
            <a:r>
              <a:rPr kumimoji="0" lang="en-IN" sz="1600" b="0" i="0" u="none" strike="noStrike" kern="0" cap="none" spc="0" normalizeH="0" baseline="0" noProof="0">
                <a:ln>
                  <a:noFill/>
                </a:ln>
                <a:solidFill>
                  <a:srgbClr val="000000"/>
                </a:solidFill>
                <a:effectLst/>
                <a:uLnTx/>
                <a:uFillTx/>
                <a:latin typeface="Arial"/>
                <a:cs typeface="Arial"/>
                <a:sym typeface="Arial"/>
              </a:rPr>
              <a:t>Few content for these slides may have been obtained from prescribed books and various other  source on the Internet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306030" marR="0" lvl="0" indent="-285750" algn="just" defTabSz="914400" rtl="0" eaLnBrk="1" fontAlgn="auto" latinLnBrk="0" hangingPunct="1">
              <a:lnSpc>
                <a:spcPct val="100000"/>
              </a:lnSpc>
              <a:spcBef>
                <a:spcPts val="600"/>
              </a:spcBef>
              <a:spcAft>
                <a:spcPts val="0"/>
              </a:spcAft>
              <a:buClr>
                <a:srgbClr val="000000"/>
              </a:buClr>
              <a:buSzPts val="1500"/>
              <a:buFont typeface="Arial"/>
              <a:buChar char="•"/>
              <a:tabLst/>
              <a:defRPr/>
            </a:pPr>
            <a:r>
              <a:rPr kumimoji="0" lang="en-IN" sz="1600" b="0" i="0" u="none" strike="noStrike" kern="0" cap="none" spc="0" normalizeH="0" baseline="0" noProof="0">
                <a:ln>
                  <a:noFill/>
                </a:ln>
                <a:solidFill>
                  <a:srgbClr val="000000"/>
                </a:solidFill>
                <a:effectLst/>
                <a:uLnTx/>
                <a:uFillTx/>
                <a:latin typeface="Arial"/>
                <a:cs typeface="Arial"/>
                <a:sym typeface="Arial"/>
              </a:rPr>
              <a:t>I hereby acknowledge all the contributors for their material and inputs and gratefully acknowledge people others who made their course materials freely available online.</a:t>
            </a:r>
            <a:endParaRPr kumimoji="0" sz="1600" b="0" i="0" u="none" strike="noStrike" kern="0" cap="none" spc="0" normalizeH="0" baseline="0" noProof="0">
              <a:ln>
                <a:noFill/>
              </a:ln>
              <a:solidFill>
                <a:srgbClr val="000000"/>
              </a:solidFill>
              <a:effectLst/>
              <a:uLnTx/>
              <a:uFillTx/>
              <a:latin typeface="Arial"/>
              <a:cs typeface="Arial"/>
              <a:sym typeface="Arial"/>
            </a:endParaRPr>
          </a:p>
          <a:p>
            <a:pPr marL="306030" marR="0" lvl="0" indent="-285750" algn="just" defTabSz="914400" rtl="0" eaLnBrk="1" fontAlgn="auto" latinLnBrk="0" hangingPunct="1">
              <a:lnSpc>
                <a:spcPct val="100000"/>
              </a:lnSpc>
              <a:spcBef>
                <a:spcPts val="600"/>
              </a:spcBef>
              <a:spcAft>
                <a:spcPts val="0"/>
              </a:spcAft>
              <a:buClr>
                <a:srgbClr val="000000"/>
              </a:buClr>
              <a:buSzPts val="1500"/>
              <a:buFont typeface="Arial"/>
              <a:buChar char="•"/>
              <a:tabLst/>
              <a:defRPr/>
            </a:pPr>
            <a:r>
              <a:rPr kumimoji="0" lang="en-IN" sz="1600" b="0" i="0" u="none" strike="noStrike" kern="0" cap="none" spc="0" normalizeH="0" baseline="0" noProof="0">
                <a:ln>
                  <a:noFill/>
                </a:ln>
                <a:solidFill>
                  <a:srgbClr val="000000"/>
                </a:solidFill>
                <a:effectLst/>
                <a:uLnTx/>
                <a:uFillTx/>
                <a:latin typeface="Arial"/>
                <a:cs typeface="Arial"/>
                <a:sym typeface="Arial"/>
              </a:rPr>
              <a:t>.I have provided source information wherever necessary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96506" marR="0" lvl="0" indent="-285750" algn="just" defTabSz="914400" rtl="0" eaLnBrk="1" fontAlgn="auto" latinLnBrk="0" hangingPunct="1">
              <a:lnSpc>
                <a:spcPct val="100000"/>
              </a:lnSpc>
              <a:spcBef>
                <a:spcPts val="600"/>
              </a:spcBef>
              <a:spcAft>
                <a:spcPts val="0"/>
              </a:spcAft>
              <a:buClr>
                <a:srgbClr val="000000"/>
              </a:buClr>
              <a:buSzPts val="1500"/>
              <a:buFont typeface="Arial"/>
              <a:buChar char="•"/>
              <a:tabLst/>
              <a:defRPr/>
            </a:pPr>
            <a:r>
              <a:rPr kumimoji="0" lang="en-IN" sz="1600" b="0" i="0" u="none" strike="noStrike" kern="0" cap="none" spc="0" normalizeH="0" baseline="0" noProof="0">
                <a:ln>
                  <a:noFill/>
                </a:ln>
                <a:solidFill>
                  <a:srgbClr val="FF0000"/>
                </a:solidFill>
                <a:effectLst/>
                <a:uLnTx/>
                <a:uFillTx/>
                <a:latin typeface="Arial"/>
                <a:cs typeface="Arial"/>
                <a:sym typeface="Arial"/>
              </a:rPr>
              <a:t>This is not a full fledged reading materials. Students are requested to refer to the textbook w.r.t detailed content of the presentation deck that is expected to be shared over e-learning portal - taxilla. </a:t>
            </a:r>
            <a:endParaRPr kumimoji="0" sz="1600" b="0" i="0" u="none" strike="noStrike" kern="0" cap="none" spc="0" normalizeH="0" baseline="0" noProof="0">
              <a:ln>
                <a:noFill/>
              </a:ln>
              <a:solidFill>
                <a:srgbClr val="000000"/>
              </a:solidFill>
              <a:effectLst/>
              <a:uLnTx/>
              <a:uFillTx/>
              <a:latin typeface="Arial"/>
              <a:cs typeface="Arial"/>
              <a:sym typeface="Arial"/>
            </a:endParaRPr>
          </a:p>
          <a:p>
            <a:pPr marL="296506" marR="0" lvl="0" indent="-285750" algn="just" defTabSz="914400" rtl="0" eaLnBrk="1" fontAlgn="auto" latinLnBrk="0" hangingPunct="1">
              <a:lnSpc>
                <a:spcPct val="100000"/>
              </a:lnSpc>
              <a:spcBef>
                <a:spcPts val="600"/>
              </a:spcBef>
              <a:spcAft>
                <a:spcPts val="0"/>
              </a:spcAft>
              <a:buClr>
                <a:srgbClr val="000000"/>
              </a:buClr>
              <a:buSzPts val="1500"/>
              <a:buFont typeface="Arial"/>
              <a:buChar char="•"/>
              <a:tabLst/>
              <a:defRPr/>
            </a:pPr>
            <a:r>
              <a:rPr kumimoji="0" lang="en-IN" sz="1600" b="0" i="0" u="none" strike="noStrike" kern="0" cap="none" spc="0" normalizeH="0" baseline="0" noProof="0">
                <a:ln>
                  <a:noFill/>
                </a:ln>
                <a:solidFill>
                  <a:srgbClr val="FF0000"/>
                </a:solidFill>
                <a:effectLst/>
                <a:uLnTx/>
                <a:uFillTx/>
                <a:latin typeface="Arial"/>
                <a:cs typeface="Arial"/>
                <a:sym typeface="Arial"/>
              </a:rPr>
              <a:t>I have added and modified the content to suit the requirements of the class dynamics &amp; live session’s lecture delivery flow for presentation</a:t>
            </a:r>
            <a:endParaRPr kumimoji="0" sz="1600" b="0" i="0" u="none" strike="noStrike" kern="0" cap="none" spc="0" normalizeH="0" baseline="0" noProof="0">
              <a:ln>
                <a:noFill/>
              </a:ln>
              <a:solidFill>
                <a:srgbClr val="FF0000"/>
              </a:solidFill>
              <a:effectLst/>
              <a:uLnTx/>
              <a:uFillTx/>
              <a:latin typeface="Arial"/>
              <a:cs typeface="Arial"/>
              <a:sym typeface="Arial"/>
            </a:endParaRPr>
          </a:p>
          <a:p>
            <a:pPr marL="377468" marR="0" lvl="0" indent="-171450" algn="just" defTabSz="914400" rtl="0" eaLnBrk="1" fontAlgn="auto" latinLnBrk="0" hangingPunct="1">
              <a:lnSpc>
                <a:spcPct val="100000"/>
              </a:lnSpc>
              <a:spcBef>
                <a:spcPts val="600"/>
              </a:spcBef>
              <a:spcAft>
                <a:spcPts val="0"/>
              </a:spcAft>
              <a:buClr>
                <a:srgbClr val="000000"/>
              </a:buClr>
              <a:buSzPts val="1800"/>
              <a:buFont typeface="Arial"/>
              <a:buNone/>
              <a:tabLst/>
              <a:defRPr/>
            </a:pPr>
            <a:endParaRPr kumimoji="0" sz="1600" b="0" i="0" u="none" strike="noStrike" kern="0" cap="none" spc="0" normalizeH="0" baseline="0" noProof="0">
              <a:ln>
                <a:noFill/>
              </a:ln>
              <a:solidFill>
                <a:srgbClr val="FF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600"/>
              </a:spcBef>
              <a:spcAft>
                <a:spcPts val="0"/>
              </a:spcAft>
              <a:buClr>
                <a:srgbClr val="000000"/>
              </a:buClr>
              <a:buSzPts val="1100"/>
              <a:buFont typeface="Arial"/>
              <a:buChar char="•"/>
              <a:tabLst/>
              <a:defRPr/>
            </a:pPr>
            <a:r>
              <a:rPr kumimoji="0" lang="en-IN" sz="1600" b="1" i="0" u="none" strike="noStrike" kern="0" cap="none" spc="0" normalizeH="0" baseline="0" noProof="0">
                <a:ln>
                  <a:noFill/>
                </a:ln>
                <a:solidFill>
                  <a:srgbClr val="0000FF"/>
                </a:solidFill>
                <a:effectLst/>
                <a:uLnTx/>
                <a:uFillTx/>
                <a:latin typeface="Arial"/>
                <a:cs typeface="Arial"/>
                <a:sym typeface="Arial"/>
              </a:rPr>
              <a:t>Slide Source / Preparation / Review:</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600"/>
              </a:spcBef>
              <a:spcAft>
                <a:spcPts val="0"/>
              </a:spcAft>
              <a:buClr>
                <a:srgbClr val="000000"/>
              </a:buClr>
              <a:buSzPts val="1100"/>
              <a:buFont typeface="Arial"/>
              <a:buChar char="•"/>
              <a:tabLst/>
              <a:defRPr/>
            </a:pPr>
            <a:r>
              <a:rPr kumimoji="0" lang="en-IN" sz="1600" b="0" i="0" u="sng" strike="noStrike" kern="0" cap="none" spc="0" normalizeH="0" baseline="0" noProof="0">
                <a:ln>
                  <a:noFill/>
                </a:ln>
                <a:solidFill>
                  <a:srgbClr val="0000FF"/>
                </a:solidFill>
                <a:effectLst/>
                <a:uLnTx/>
                <a:uFillTx/>
                <a:latin typeface="Arial"/>
                <a:cs typeface="Arial"/>
                <a:sym typeface="Arial"/>
              </a:rPr>
              <a:t>From BITS Pilani WILP</a:t>
            </a:r>
            <a:r>
              <a:rPr kumimoji="0" lang="en-IN" sz="1600" b="1" i="0" u="none" strike="noStrike" kern="0" cap="none" spc="0" normalizeH="0" baseline="0" noProof="0">
                <a:ln>
                  <a:noFill/>
                </a:ln>
                <a:solidFill>
                  <a:srgbClr val="0000FF"/>
                </a:solidFill>
                <a:effectLst/>
                <a:uLnTx/>
                <a:uFillTx/>
                <a:latin typeface="Arial"/>
                <a:cs typeface="Arial"/>
                <a:sym typeface="Arial"/>
              </a:rPr>
              <a:t>: </a:t>
            </a:r>
            <a:r>
              <a:rPr kumimoji="0" lang="en-IN" sz="1600" b="0" i="0" u="none" strike="noStrike" kern="0" cap="none" spc="0" normalizeH="0" baseline="0" noProof="0">
                <a:ln>
                  <a:noFill/>
                </a:ln>
                <a:solidFill>
                  <a:srgbClr val="0000FF"/>
                </a:solidFill>
                <a:effectLst/>
                <a:uLnTx/>
                <a:uFillTx/>
                <a:latin typeface="Arial"/>
                <a:cs typeface="Arial"/>
                <a:sym typeface="Arial"/>
              </a:rPr>
              <a:t>Prof.Raja vadhana, Prof. Indumathi, Prof.Sangeetha</a:t>
            </a:r>
            <a:endParaRPr kumimoji="0" sz="1600" b="0" i="0" u="none" strike="noStrike" kern="0" cap="none" spc="0" normalizeH="0" baseline="0" noProof="0">
              <a:ln>
                <a:noFill/>
              </a:ln>
              <a:solidFill>
                <a:srgbClr val="0000FF"/>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600"/>
              </a:spcBef>
              <a:spcAft>
                <a:spcPts val="0"/>
              </a:spcAft>
              <a:buClr>
                <a:srgbClr val="000000"/>
              </a:buClr>
              <a:buSzPts val="1100"/>
              <a:buFont typeface="Arial"/>
              <a:buChar char="•"/>
              <a:tabLst/>
              <a:defRPr/>
            </a:pPr>
            <a:r>
              <a:rPr kumimoji="0" lang="en-IN" sz="1600" b="0" i="0" u="sng" strike="noStrike" kern="0" cap="none" spc="0" normalizeH="0" baseline="0" noProof="0">
                <a:ln>
                  <a:noFill/>
                </a:ln>
                <a:solidFill>
                  <a:srgbClr val="0000FF"/>
                </a:solidFill>
                <a:effectLst/>
                <a:uLnTx/>
                <a:uFillTx/>
                <a:latin typeface="Arial"/>
                <a:cs typeface="Arial"/>
                <a:sym typeface="Arial"/>
              </a:rPr>
              <a:t>From BITS Oncampus &amp; External :</a:t>
            </a:r>
            <a:r>
              <a:rPr kumimoji="0" lang="en-IN" sz="1600" b="0" i="0" u="none" strike="noStrike" kern="0" cap="none" spc="0" normalizeH="0" baseline="0" noProof="0">
                <a:ln>
                  <a:noFill/>
                </a:ln>
                <a:solidFill>
                  <a:srgbClr val="0000FF"/>
                </a:solidFill>
                <a:effectLst/>
                <a:uLnTx/>
                <a:uFillTx/>
                <a:latin typeface="Arial"/>
                <a:cs typeface="Arial"/>
                <a:sym typeface="Arial"/>
              </a:rPr>
              <a:t> Mr.Santosh GSK </a:t>
            </a:r>
            <a:endParaRPr kumimoji="0" sz="1600" b="0" i="0" u="none" strike="noStrike" kern="0" cap="none" spc="0" normalizeH="0" baseline="0" noProof="0">
              <a:ln>
                <a:noFill/>
              </a:ln>
              <a:solidFill>
                <a:srgbClr val="0000FF"/>
              </a:solidFill>
              <a:effectLst/>
              <a:uLnTx/>
              <a:uFillTx/>
              <a:latin typeface="Arial"/>
              <a:cs typeface="Arial"/>
              <a:sym typeface="Arial"/>
            </a:endParaRPr>
          </a:p>
          <a:p>
            <a:pPr marL="285750" marR="0" lvl="0" indent="-215900" algn="l" defTabSz="914400" rtl="0" eaLnBrk="1" fontAlgn="auto" latinLnBrk="0" hangingPunct="1">
              <a:lnSpc>
                <a:spcPct val="100000"/>
              </a:lnSpc>
              <a:spcBef>
                <a:spcPts val="60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FF"/>
              </a:solidFill>
              <a:effectLst/>
              <a:uLnTx/>
              <a:uFillTx/>
              <a:latin typeface="Arial"/>
              <a:cs typeface="Arial"/>
              <a:sym typeface="Arial"/>
            </a:endParaRPr>
          </a:p>
          <a:p>
            <a:pPr marL="377468" marR="0" lvl="0" indent="-171450" algn="just" defTabSz="914400" rtl="0" eaLnBrk="1" fontAlgn="auto" latinLnBrk="0" hangingPunct="1">
              <a:lnSpc>
                <a:spcPct val="100000"/>
              </a:lnSpc>
              <a:spcBef>
                <a:spcPts val="600"/>
              </a:spcBef>
              <a:spcAft>
                <a:spcPts val="0"/>
              </a:spcAft>
              <a:buClr>
                <a:srgbClr val="000000"/>
              </a:buClr>
              <a:buSzPts val="1800"/>
              <a:buFont typeface="Arial"/>
              <a:buNone/>
              <a:tabLst/>
              <a:defRPr/>
            </a:pPr>
            <a:endParaRPr kumimoji="0" sz="1600" b="0" i="0" u="none" strike="noStrike" kern="0" cap="none" spc="0" normalizeH="0" baseline="0" noProof="0">
              <a:ln>
                <a:noFill/>
              </a:ln>
              <a:solidFill>
                <a:srgbClr val="FF0000"/>
              </a:solidFill>
              <a:effectLst/>
              <a:uLnTx/>
              <a:uFillTx/>
              <a:latin typeface="Arial"/>
              <a:cs typeface="Arial"/>
              <a:sym typeface="Arial"/>
            </a:endParaRPr>
          </a:p>
        </p:txBody>
      </p:sp>
      <p:sp>
        <p:nvSpPr>
          <p:cNvPr id="322" name="Google Shape;322;p4"/>
          <p:cNvSpPr txBox="1"/>
          <p:nvPr/>
        </p:nvSpPr>
        <p:spPr>
          <a:xfrm>
            <a:off x="3085278" y="1396330"/>
            <a:ext cx="3804253" cy="284641"/>
          </a:xfrm>
          <a:prstGeom prst="rect">
            <a:avLst/>
          </a:prstGeom>
          <a:noFill/>
          <a:ln>
            <a:noFill/>
          </a:ln>
        </p:spPr>
        <p:txBody>
          <a:bodyPr spcFirstLastPara="1" wrap="square" lIns="0" tIns="7550" rIns="0" bIns="0" anchor="t" anchorCtr="0">
            <a:spAutoFit/>
          </a:bodyPr>
          <a:lstStyle/>
          <a:p>
            <a:pPr marL="6306"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IN" sz="1800" b="1" i="0" u="none" strike="noStrike" kern="0" cap="none" spc="0" normalizeH="0" baseline="0" noProof="0">
                <a:ln>
                  <a:noFill/>
                </a:ln>
                <a:solidFill>
                  <a:srgbClr val="000000"/>
                </a:solidFill>
                <a:effectLst/>
                <a:uLnTx/>
                <a:uFillTx/>
                <a:latin typeface="Arial"/>
                <a:cs typeface="Arial"/>
                <a:sym typeface="Arial"/>
              </a:rPr>
              <a:t>Disclaimer and Acknowledgement</a:t>
            </a:r>
            <a:endParaRPr kumimoji="0" sz="1800" b="1" i="0" u="none" strike="noStrike" kern="0" cap="none" spc="0" normalizeH="0" baseline="0" noProof="0">
              <a:ln>
                <a:noFill/>
              </a:ln>
              <a:solidFill>
                <a:srgbClr val="000000"/>
              </a:solidFill>
              <a:effectLst/>
              <a:uLnTx/>
              <a:uFillTx/>
              <a:latin typeface="Arial"/>
              <a:cs typeface="Arial"/>
              <a:sym typeface="Arial"/>
            </a:endParaRPr>
          </a:p>
        </p:txBody>
      </p:sp>
      <p:pic>
        <p:nvPicPr>
          <p:cNvPr id="323" name="Google Shape;323;p4"/>
          <p:cNvPicPr preferRelativeResize="0"/>
          <p:nvPr/>
        </p:nvPicPr>
        <p:blipFill rotWithShape="1">
          <a:blip r:embed="rId3">
            <a:alphaModFix/>
          </a:blip>
          <a:srcRect/>
          <a:stretch/>
        </p:blipFill>
        <p:spPr>
          <a:xfrm>
            <a:off x="4343010" y="1680970"/>
            <a:ext cx="812314" cy="652327"/>
          </a:xfrm>
          <a:prstGeom prst="rect">
            <a:avLst/>
          </a:prstGeom>
          <a:noFill/>
          <a:ln>
            <a:noFill/>
          </a:ln>
        </p:spPr>
      </p:pic>
    </p:spTree>
    <p:extLst>
      <p:ext uri="{BB962C8B-B14F-4D97-AF65-F5344CB8AC3E}">
        <p14:creationId xmlns:p14="http://schemas.microsoft.com/office/powerpoint/2010/main" val="4014127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56729" y="6629196"/>
            <a:ext cx="1709420" cy="193675"/>
          </a:xfrm>
          <a:prstGeom prst="rect">
            <a:avLst/>
          </a:prstGeom>
        </p:spPr>
        <p:txBody>
          <a:bodyPr vert="horz" wrap="square" lIns="0" tIns="12700" rIns="0" bIns="0" rtlCol="0">
            <a:spAutoFit/>
          </a:bodyPr>
          <a:lstStyle/>
          <a:p>
            <a:pPr marL="12700">
              <a:lnSpc>
                <a:spcPct val="100000"/>
              </a:lnSpc>
              <a:spcBef>
                <a:spcPts val="100"/>
              </a:spcBef>
            </a:pPr>
            <a:r>
              <a:rPr sz="1100" b="1" spc="-5" dirty="0">
                <a:solidFill>
                  <a:srgbClr val="0F1141"/>
                </a:solidFill>
                <a:latin typeface="Arial"/>
                <a:cs typeface="Arial"/>
              </a:rPr>
              <a:t>BITS</a:t>
            </a:r>
            <a:r>
              <a:rPr sz="1100" b="1" spc="-20" dirty="0">
                <a:solidFill>
                  <a:srgbClr val="0F1141"/>
                </a:solidFill>
                <a:latin typeface="Arial"/>
                <a:cs typeface="Arial"/>
              </a:rPr>
              <a:t> </a:t>
            </a:r>
            <a:r>
              <a:rPr sz="1100" spc="-5" dirty="0">
                <a:solidFill>
                  <a:srgbClr val="0F1141"/>
                </a:solidFill>
                <a:latin typeface="Microsoft Sans Serif"/>
                <a:cs typeface="Microsoft Sans Serif"/>
              </a:rPr>
              <a:t>Pilani,</a:t>
            </a:r>
            <a:r>
              <a:rPr sz="1100" spc="-15" dirty="0">
                <a:solidFill>
                  <a:srgbClr val="0F1141"/>
                </a:solidFill>
                <a:latin typeface="Microsoft Sans Serif"/>
                <a:cs typeface="Microsoft Sans Serif"/>
              </a:rPr>
              <a:t> </a:t>
            </a:r>
            <a:r>
              <a:rPr sz="1100" spc="-5" dirty="0">
                <a:solidFill>
                  <a:srgbClr val="0F1141"/>
                </a:solidFill>
                <a:latin typeface="Microsoft Sans Serif"/>
                <a:cs typeface="Microsoft Sans Serif"/>
              </a:rPr>
              <a:t>Pilani</a:t>
            </a:r>
            <a:r>
              <a:rPr sz="1100" dirty="0">
                <a:solidFill>
                  <a:srgbClr val="0F1141"/>
                </a:solidFill>
                <a:latin typeface="Microsoft Sans Serif"/>
                <a:cs typeface="Microsoft Sans Serif"/>
              </a:rPr>
              <a:t> Campus</a:t>
            </a:r>
            <a:endParaRPr sz="1100">
              <a:latin typeface="Microsoft Sans Serif"/>
              <a:cs typeface="Microsoft Sans Serif"/>
            </a:endParaRPr>
          </a:p>
        </p:txBody>
      </p:sp>
      <p:grpSp>
        <p:nvGrpSpPr>
          <p:cNvPr id="3" name="object 3"/>
          <p:cNvGrpSpPr/>
          <p:nvPr/>
        </p:nvGrpSpPr>
        <p:grpSpPr>
          <a:xfrm>
            <a:off x="2084832" y="6550152"/>
            <a:ext cx="7059295" cy="48895"/>
            <a:chOff x="2084832" y="6550152"/>
            <a:chExt cx="7059295" cy="48895"/>
          </a:xfrm>
        </p:grpSpPr>
        <p:sp>
          <p:nvSpPr>
            <p:cNvPr id="4" name="object 4"/>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5" name="object 5"/>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6" name="object 6"/>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7" name="object 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10" name="object 10"/>
          <p:cNvPicPr/>
          <p:nvPr/>
        </p:nvPicPr>
        <p:blipFill>
          <a:blip r:embed="rId2" cstate="print"/>
          <a:stretch>
            <a:fillRect/>
          </a:stretch>
        </p:blipFill>
        <p:spPr>
          <a:xfrm>
            <a:off x="6629400" y="0"/>
            <a:ext cx="2194559" cy="691896"/>
          </a:xfrm>
          <a:prstGeom prst="rect">
            <a:avLst/>
          </a:prstGeom>
        </p:spPr>
      </p:pic>
      <p:grpSp>
        <p:nvGrpSpPr>
          <p:cNvPr id="11" name="object 11"/>
          <p:cNvGrpSpPr/>
          <p:nvPr/>
        </p:nvGrpSpPr>
        <p:grpSpPr>
          <a:xfrm>
            <a:off x="0" y="1295400"/>
            <a:ext cx="7010400" cy="45720"/>
            <a:chOff x="0" y="1295400"/>
            <a:chExt cx="7010400" cy="45720"/>
          </a:xfrm>
        </p:grpSpPr>
        <p:sp>
          <p:nvSpPr>
            <p:cNvPr id="12" name="object 12"/>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3" name="object 13"/>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4" name="object 14"/>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aphicFrame>
        <p:nvGraphicFramePr>
          <p:cNvPr id="15" name="object 15"/>
          <p:cNvGraphicFramePr>
            <a:graphicFrameLocks noGrp="1"/>
          </p:cNvGraphicFramePr>
          <p:nvPr/>
        </p:nvGraphicFramePr>
        <p:xfrm>
          <a:off x="292608" y="1868551"/>
          <a:ext cx="6553200" cy="3067251"/>
        </p:xfrm>
        <a:graphic>
          <a:graphicData uri="http://schemas.openxmlformats.org/drawingml/2006/table">
            <a:tbl>
              <a:tblPr firstRow="1" bandRow="1">
                <a:tableStyleId>{2D5ABB26-0587-4C30-8999-92F81FD0307C}</a:tableStyleId>
              </a:tblPr>
              <a:tblGrid>
                <a:gridCol w="647700">
                  <a:extLst>
                    <a:ext uri="{9D8B030D-6E8A-4147-A177-3AD203B41FA5}">
                      <a16:colId xmlns="" xmlns:a16="http://schemas.microsoft.com/office/drawing/2014/main" val="20000"/>
                    </a:ext>
                  </a:extLst>
                </a:gridCol>
                <a:gridCol w="5905500">
                  <a:extLst>
                    <a:ext uri="{9D8B030D-6E8A-4147-A177-3AD203B41FA5}">
                      <a16:colId xmlns="" xmlns:a16="http://schemas.microsoft.com/office/drawing/2014/main" val="20001"/>
                    </a:ext>
                  </a:extLst>
                </a:gridCol>
              </a:tblGrid>
              <a:tr h="347472">
                <a:tc>
                  <a:txBody>
                    <a:bodyPr/>
                    <a:lstStyle/>
                    <a:p>
                      <a:pPr marR="141605" algn="r">
                        <a:lnSpc>
                          <a:spcPts val="1710"/>
                        </a:lnSpc>
                      </a:pPr>
                      <a:r>
                        <a:rPr sz="1800" spc="-5" dirty="0">
                          <a:latin typeface="Calibri"/>
                          <a:cs typeface="Calibri"/>
                        </a:rPr>
                        <a:t>M1</a:t>
                      </a:r>
                      <a:endParaRPr sz="1800">
                        <a:latin typeface="Calibri"/>
                        <a:cs typeface="Calibri"/>
                      </a:endParaRPr>
                    </a:p>
                  </a:txBody>
                  <a:tcPr marL="0" marR="0" marT="0" marB="0"/>
                </a:tc>
                <a:tc>
                  <a:txBody>
                    <a:bodyPr/>
                    <a:lstStyle/>
                    <a:p>
                      <a:pPr marL="149225">
                        <a:lnSpc>
                          <a:spcPts val="1710"/>
                        </a:lnSpc>
                      </a:pPr>
                      <a:r>
                        <a:rPr sz="1800" spc="-10" dirty="0">
                          <a:latin typeface="Calibri"/>
                          <a:cs typeface="Calibri"/>
                        </a:rPr>
                        <a:t>Introduction</a:t>
                      </a:r>
                      <a:r>
                        <a:rPr sz="1800" spc="15" dirty="0">
                          <a:latin typeface="Calibri"/>
                          <a:cs typeface="Calibri"/>
                        </a:rPr>
                        <a:t> </a:t>
                      </a:r>
                      <a:r>
                        <a:rPr sz="1800" spc="-15" dirty="0">
                          <a:latin typeface="Calibri"/>
                          <a:cs typeface="Calibri"/>
                        </a:rPr>
                        <a:t>to </a:t>
                      </a:r>
                      <a:r>
                        <a:rPr sz="1800" spc="-5" dirty="0">
                          <a:latin typeface="Calibri"/>
                          <a:cs typeface="Calibri"/>
                        </a:rPr>
                        <a:t>AI</a:t>
                      </a:r>
                      <a:endParaRPr sz="1800">
                        <a:latin typeface="Calibri"/>
                        <a:cs typeface="Calibri"/>
                      </a:endParaRPr>
                    </a:p>
                  </a:txBody>
                  <a:tcPr marL="0" marR="0" marT="0" marB="0"/>
                </a:tc>
                <a:extLst>
                  <a:ext uri="{0D108BD9-81ED-4DB2-BD59-A6C34878D82A}">
                    <a16:rowId xmlns="" xmlns:a16="http://schemas.microsoft.com/office/drawing/2014/main" val="10000"/>
                  </a:ext>
                </a:extLst>
              </a:tr>
              <a:tr h="491045">
                <a:tc>
                  <a:txBody>
                    <a:bodyPr/>
                    <a:lstStyle/>
                    <a:p>
                      <a:pPr marR="141605" algn="r">
                        <a:lnSpc>
                          <a:spcPct val="100000"/>
                        </a:lnSpc>
                        <a:spcBef>
                          <a:spcPts val="484"/>
                        </a:spcBef>
                      </a:pPr>
                      <a:r>
                        <a:rPr sz="1800" spc="-5" dirty="0">
                          <a:latin typeface="Calibri"/>
                          <a:cs typeface="Calibri"/>
                        </a:rPr>
                        <a:t>M2</a:t>
                      </a:r>
                      <a:endParaRPr sz="1800">
                        <a:latin typeface="Calibri"/>
                        <a:cs typeface="Calibri"/>
                      </a:endParaRPr>
                    </a:p>
                  </a:txBody>
                  <a:tcPr marL="0" marR="0" marT="61594" marB="0"/>
                </a:tc>
                <a:tc>
                  <a:txBody>
                    <a:bodyPr/>
                    <a:lstStyle/>
                    <a:p>
                      <a:pPr marL="149225">
                        <a:lnSpc>
                          <a:spcPct val="100000"/>
                        </a:lnSpc>
                        <a:spcBef>
                          <a:spcPts val="484"/>
                        </a:spcBef>
                      </a:pPr>
                      <a:r>
                        <a:rPr sz="1800" spc="-10" dirty="0">
                          <a:latin typeface="Calibri"/>
                          <a:cs typeface="Calibri"/>
                        </a:rPr>
                        <a:t>Problem </a:t>
                      </a:r>
                      <a:r>
                        <a:rPr sz="1800" spc="-5" dirty="0">
                          <a:latin typeface="Calibri"/>
                          <a:cs typeface="Calibri"/>
                        </a:rPr>
                        <a:t>Solving</a:t>
                      </a:r>
                      <a:r>
                        <a:rPr sz="1800" spc="35" dirty="0">
                          <a:latin typeface="Calibri"/>
                          <a:cs typeface="Calibri"/>
                        </a:rPr>
                        <a:t> </a:t>
                      </a:r>
                      <a:r>
                        <a:rPr sz="1800" spc="-20" dirty="0">
                          <a:latin typeface="Calibri"/>
                          <a:cs typeface="Calibri"/>
                        </a:rPr>
                        <a:t>Agent</a:t>
                      </a:r>
                      <a:r>
                        <a:rPr sz="1800" spc="40" dirty="0">
                          <a:latin typeface="Calibri"/>
                          <a:cs typeface="Calibri"/>
                        </a:rPr>
                        <a:t> </a:t>
                      </a:r>
                      <a:r>
                        <a:rPr sz="1800" spc="-10" dirty="0">
                          <a:latin typeface="Calibri"/>
                          <a:cs typeface="Calibri"/>
                        </a:rPr>
                        <a:t>using</a:t>
                      </a:r>
                      <a:r>
                        <a:rPr sz="1800" spc="30" dirty="0">
                          <a:latin typeface="Calibri"/>
                          <a:cs typeface="Calibri"/>
                        </a:rPr>
                        <a:t> </a:t>
                      </a:r>
                      <a:r>
                        <a:rPr sz="1800" spc="-10" dirty="0">
                          <a:latin typeface="Calibri"/>
                          <a:cs typeface="Calibri"/>
                        </a:rPr>
                        <a:t>Search</a:t>
                      </a:r>
                      <a:endParaRPr sz="1800">
                        <a:latin typeface="Calibri"/>
                        <a:cs typeface="Calibri"/>
                      </a:endParaRPr>
                    </a:p>
                  </a:txBody>
                  <a:tcPr marL="0" marR="0" marT="61594" marB="0"/>
                </a:tc>
                <a:extLst>
                  <a:ext uri="{0D108BD9-81ED-4DB2-BD59-A6C34878D82A}">
                    <a16:rowId xmlns="" xmlns:a16="http://schemas.microsoft.com/office/drawing/2014/main" val="10001"/>
                  </a:ext>
                </a:extLst>
              </a:tr>
              <a:tr h="502475">
                <a:tc>
                  <a:txBody>
                    <a:bodyPr/>
                    <a:lstStyle/>
                    <a:p>
                      <a:pPr marR="141605" algn="r">
                        <a:lnSpc>
                          <a:spcPct val="100000"/>
                        </a:lnSpc>
                        <a:spcBef>
                          <a:spcPts val="680"/>
                        </a:spcBef>
                      </a:pPr>
                      <a:r>
                        <a:rPr sz="1800" spc="-5" dirty="0">
                          <a:latin typeface="Calibri"/>
                          <a:cs typeface="Calibri"/>
                        </a:rPr>
                        <a:t>M3</a:t>
                      </a:r>
                      <a:endParaRPr sz="1800">
                        <a:latin typeface="Calibri"/>
                        <a:cs typeface="Calibri"/>
                      </a:endParaRPr>
                    </a:p>
                  </a:txBody>
                  <a:tcPr marL="0" marR="0" marT="86360" marB="0">
                    <a:lnB w="28575">
                      <a:solidFill>
                        <a:srgbClr val="FF0000"/>
                      </a:solidFill>
                      <a:prstDash val="solid"/>
                    </a:lnB>
                  </a:tcPr>
                </a:tc>
                <a:tc>
                  <a:txBody>
                    <a:bodyPr/>
                    <a:lstStyle/>
                    <a:p>
                      <a:pPr marL="149225">
                        <a:lnSpc>
                          <a:spcPct val="100000"/>
                        </a:lnSpc>
                        <a:spcBef>
                          <a:spcPts val="680"/>
                        </a:spcBef>
                      </a:pPr>
                      <a:r>
                        <a:rPr sz="1800" spc="-5" dirty="0">
                          <a:latin typeface="Calibri"/>
                          <a:cs typeface="Calibri"/>
                        </a:rPr>
                        <a:t>Game</a:t>
                      </a:r>
                      <a:r>
                        <a:rPr sz="1800" spc="-10" dirty="0">
                          <a:latin typeface="Calibri"/>
                          <a:cs typeface="Calibri"/>
                        </a:rPr>
                        <a:t> Playing</a:t>
                      </a:r>
                      <a:endParaRPr sz="1800">
                        <a:latin typeface="Calibri"/>
                        <a:cs typeface="Calibri"/>
                      </a:endParaRPr>
                    </a:p>
                  </a:txBody>
                  <a:tcPr marL="0" marR="0" marT="86360" marB="0">
                    <a:lnB w="28575">
                      <a:solidFill>
                        <a:srgbClr val="FF0000"/>
                      </a:solidFill>
                      <a:prstDash val="solid"/>
                    </a:lnB>
                  </a:tcPr>
                </a:tc>
                <a:extLst>
                  <a:ext uri="{0D108BD9-81ED-4DB2-BD59-A6C34878D82A}">
                    <a16:rowId xmlns="" xmlns:a16="http://schemas.microsoft.com/office/drawing/2014/main" val="10002"/>
                  </a:ext>
                </a:extLst>
              </a:tr>
              <a:tr h="368808">
                <a:tc>
                  <a:txBody>
                    <a:bodyPr/>
                    <a:lstStyle/>
                    <a:p>
                      <a:pPr marR="141605" algn="r">
                        <a:lnSpc>
                          <a:spcPct val="100000"/>
                        </a:lnSpc>
                        <a:spcBef>
                          <a:spcPts val="320"/>
                        </a:spcBef>
                      </a:pPr>
                      <a:r>
                        <a:rPr sz="1800" spc="-5" dirty="0">
                          <a:latin typeface="Calibri"/>
                          <a:cs typeface="Calibri"/>
                        </a:rPr>
                        <a:t>M4</a:t>
                      </a:r>
                      <a:endParaRPr sz="1800">
                        <a:latin typeface="Calibri"/>
                        <a:cs typeface="Calibri"/>
                      </a:endParaRPr>
                    </a:p>
                  </a:txBody>
                  <a:tcPr marL="0" marR="0" marT="40640" marB="0">
                    <a:lnL w="28575">
                      <a:solidFill>
                        <a:srgbClr val="FF0000"/>
                      </a:solidFill>
                      <a:prstDash val="solid"/>
                    </a:lnL>
                    <a:lnT w="28575">
                      <a:solidFill>
                        <a:srgbClr val="FF0000"/>
                      </a:solidFill>
                      <a:prstDash val="solid"/>
                    </a:lnT>
                    <a:lnB w="28575">
                      <a:solidFill>
                        <a:srgbClr val="FF0000"/>
                      </a:solidFill>
                      <a:prstDash val="solid"/>
                    </a:lnB>
                  </a:tcPr>
                </a:tc>
                <a:tc>
                  <a:txBody>
                    <a:bodyPr/>
                    <a:lstStyle/>
                    <a:p>
                      <a:pPr marL="149225">
                        <a:lnSpc>
                          <a:spcPct val="100000"/>
                        </a:lnSpc>
                        <a:spcBef>
                          <a:spcPts val="320"/>
                        </a:spcBef>
                      </a:pPr>
                      <a:r>
                        <a:rPr sz="1800" spc="-10" dirty="0">
                          <a:latin typeface="Calibri"/>
                          <a:cs typeface="Calibri"/>
                        </a:rPr>
                        <a:t>Knowledge</a:t>
                      </a:r>
                      <a:r>
                        <a:rPr sz="1800" spc="20" dirty="0">
                          <a:latin typeface="Calibri"/>
                          <a:cs typeface="Calibri"/>
                        </a:rPr>
                        <a:t> </a:t>
                      </a:r>
                      <a:r>
                        <a:rPr sz="1800" spc="-15" dirty="0">
                          <a:latin typeface="Calibri"/>
                          <a:cs typeface="Calibri"/>
                        </a:rPr>
                        <a:t>Representation</a:t>
                      </a:r>
                      <a:r>
                        <a:rPr sz="1800" spc="70" dirty="0">
                          <a:latin typeface="Calibri"/>
                          <a:cs typeface="Calibri"/>
                        </a:rPr>
                        <a:t> </a:t>
                      </a:r>
                      <a:r>
                        <a:rPr sz="1800" spc="-10" dirty="0">
                          <a:latin typeface="Calibri"/>
                          <a:cs typeface="Calibri"/>
                        </a:rPr>
                        <a:t>using</a:t>
                      </a:r>
                      <a:r>
                        <a:rPr sz="1800" spc="25" dirty="0">
                          <a:latin typeface="Calibri"/>
                          <a:cs typeface="Calibri"/>
                        </a:rPr>
                        <a:t> </a:t>
                      </a:r>
                      <a:r>
                        <a:rPr sz="1800" spc="-5" dirty="0">
                          <a:latin typeface="Calibri"/>
                          <a:cs typeface="Calibri"/>
                        </a:rPr>
                        <a:t>Logics</a:t>
                      </a:r>
                      <a:endParaRPr sz="1800">
                        <a:latin typeface="Calibri"/>
                        <a:cs typeface="Calibri"/>
                      </a:endParaRPr>
                    </a:p>
                  </a:txBody>
                  <a:tcPr marL="0" marR="0" marT="40640" marB="0">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 xmlns:a16="http://schemas.microsoft.com/office/drawing/2014/main" val="10003"/>
                  </a:ext>
                </a:extLst>
              </a:tr>
              <a:tr h="543560">
                <a:tc>
                  <a:txBody>
                    <a:bodyPr/>
                    <a:lstStyle/>
                    <a:p>
                      <a:pPr marR="141605" algn="r">
                        <a:lnSpc>
                          <a:spcPct val="100000"/>
                        </a:lnSpc>
                        <a:spcBef>
                          <a:spcPts val="1090"/>
                        </a:spcBef>
                      </a:pPr>
                      <a:r>
                        <a:rPr sz="1800" spc="-5" dirty="0">
                          <a:latin typeface="Calibri"/>
                          <a:cs typeface="Calibri"/>
                        </a:rPr>
                        <a:t>M5</a:t>
                      </a:r>
                      <a:endParaRPr sz="1800">
                        <a:latin typeface="Calibri"/>
                        <a:cs typeface="Calibri"/>
                      </a:endParaRPr>
                    </a:p>
                  </a:txBody>
                  <a:tcPr marL="0" marR="0" marT="138430" marB="0">
                    <a:lnT w="28575">
                      <a:solidFill>
                        <a:srgbClr val="FF0000"/>
                      </a:solidFill>
                      <a:prstDash val="solid"/>
                    </a:lnT>
                  </a:tcPr>
                </a:tc>
                <a:tc>
                  <a:txBody>
                    <a:bodyPr/>
                    <a:lstStyle/>
                    <a:p>
                      <a:pPr marL="149225">
                        <a:lnSpc>
                          <a:spcPct val="100000"/>
                        </a:lnSpc>
                        <a:spcBef>
                          <a:spcPts val="1090"/>
                        </a:spcBef>
                      </a:pPr>
                      <a:r>
                        <a:rPr sz="1800" spc="-10" dirty="0">
                          <a:latin typeface="Calibri"/>
                          <a:cs typeface="Calibri"/>
                        </a:rPr>
                        <a:t>Probabilistic</a:t>
                      </a:r>
                      <a:r>
                        <a:rPr sz="1800" spc="20" dirty="0">
                          <a:latin typeface="Calibri"/>
                          <a:cs typeface="Calibri"/>
                        </a:rPr>
                        <a:t> </a:t>
                      </a:r>
                      <a:r>
                        <a:rPr sz="1800" spc="-15" dirty="0">
                          <a:latin typeface="Calibri"/>
                          <a:cs typeface="Calibri"/>
                        </a:rPr>
                        <a:t>Representation</a:t>
                      </a:r>
                      <a:r>
                        <a:rPr sz="1800" spc="80" dirty="0">
                          <a:latin typeface="Calibri"/>
                          <a:cs typeface="Calibri"/>
                        </a:rPr>
                        <a:t> </a:t>
                      </a:r>
                      <a:r>
                        <a:rPr sz="1800" spc="-5" dirty="0">
                          <a:latin typeface="Calibri"/>
                          <a:cs typeface="Calibri"/>
                        </a:rPr>
                        <a:t>and</a:t>
                      </a:r>
                      <a:r>
                        <a:rPr sz="1800" spc="5" dirty="0">
                          <a:latin typeface="Calibri"/>
                          <a:cs typeface="Calibri"/>
                        </a:rPr>
                        <a:t> </a:t>
                      </a:r>
                      <a:r>
                        <a:rPr sz="1800" spc="-10" dirty="0">
                          <a:latin typeface="Calibri"/>
                          <a:cs typeface="Calibri"/>
                        </a:rPr>
                        <a:t>Reasoning</a:t>
                      </a:r>
                      <a:endParaRPr sz="1800">
                        <a:latin typeface="Calibri"/>
                        <a:cs typeface="Calibri"/>
                      </a:endParaRPr>
                    </a:p>
                  </a:txBody>
                  <a:tcPr marL="0" marR="0" marT="138430" marB="0">
                    <a:lnT w="28575">
                      <a:solidFill>
                        <a:srgbClr val="FF0000"/>
                      </a:solidFill>
                      <a:prstDash val="solid"/>
                    </a:lnT>
                  </a:tcPr>
                </a:tc>
                <a:extLst>
                  <a:ext uri="{0D108BD9-81ED-4DB2-BD59-A6C34878D82A}">
                    <a16:rowId xmlns="" xmlns:a16="http://schemas.microsoft.com/office/drawing/2014/main" val="10004"/>
                  </a:ext>
                </a:extLst>
              </a:tr>
              <a:tr h="466229">
                <a:tc>
                  <a:txBody>
                    <a:bodyPr/>
                    <a:lstStyle/>
                    <a:p>
                      <a:pPr marR="141605" algn="r">
                        <a:lnSpc>
                          <a:spcPct val="100000"/>
                        </a:lnSpc>
                        <a:spcBef>
                          <a:spcPts val="484"/>
                        </a:spcBef>
                      </a:pPr>
                      <a:r>
                        <a:rPr sz="1800" spc="-5" dirty="0">
                          <a:latin typeface="Calibri"/>
                          <a:cs typeface="Calibri"/>
                        </a:rPr>
                        <a:t>M6</a:t>
                      </a:r>
                      <a:endParaRPr sz="1800">
                        <a:latin typeface="Calibri"/>
                        <a:cs typeface="Calibri"/>
                      </a:endParaRPr>
                    </a:p>
                  </a:txBody>
                  <a:tcPr marL="0" marR="0" marT="61594" marB="0"/>
                </a:tc>
                <a:tc>
                  <a:txBody>
                    <a:bodyPr/>
                    <a:lstStyle/>
                    <a:p>
                      <a:pPr marL="149225">
                        <a:lnSpc>
                          <a:spcPct val="100000"/>
                        </a:lnSpc>
                        <a:spcBef>
                          <a:spcPts val="484"/>
                        </a:spcBef>
                      </a:pPr>
                      <a:r>
                        <a:rPr sz="1800" spc="-10" dirty="0">
                          <a:latin typeface="Calibri"/>
                          <a:cs typeface="Calibri"/>
                        </a:rPr>
                        <a:t>Reasoning</a:t>
                      </a:r>
                      <a:r>
                        <a:rPr sz="1800" dirty="0">
                          <a:latin typeface="Calibri"/>
                          <a:cs typeface="Calibri"/>
                        </a:rPr>
                        <a:t> </a:t>
                      </a:r>
                      <a:r>
                        <a:rPr sz="1800" spc="-10" dirty="0">
                          <a:latin typeface="Calibri"/>
                          <a:cs typeface="Calibri"/>
                        </a:rPr>
                        <a:t>over</a:t>
                      </a:r>
                      <a:r>
                        <a:rPr sz="1800" spc="5" dirty="0">
                          <a:latin typeface="Calibri"/>
                          <a:cs typeface="Calibri"/>
                        </a:rPr>
                        <a:t> </a:t>
                      </a:r>
                      <a:r>
                        <a:rPr sz="1800" spc="-5" dirty="0">
                          <a:latin typeface="Calibri"/>
                          <a:cs typeface="Calibri"/>
                        </a:rPr>
                        <a:t>time</a:t>
                      </a:r>
                      <a:endParaRPr sz="1800">
                        <a:latin typeface="Calibri"/>
                        <a:cs typeface="Calibri"/>
                      </a:endParaRPr>
                    </a:p>
                  </a:txBody>
                  <a:tcPr marL="0" marR="0" marT="61594" marB="0"/>
                </a:tc>
                <a:extLst>
                  <a:ext uri="{0D108BD9-81ED-4DB2-BD59-A6C34878D82A}">
                    <a16:rowId xmlns="" xmlns:a16="http://schemas.microsoft.com/office/drawing/2014/main" val="10005"/>
                  </a:ext>
                </a:extLst>
              </a:tr>
              <a:tr h="347662">
                <a:tc>
                  <a:txBody>
                    <a:bodyPr/>
                    <a:lstStyle/>
                    <a:p>
                      <a:pPr marR="141605" algn="r">
                        <a:lnSpc>
                          <a:spcPts val="2150"/>
                        </a:lnSpc>
                        <a:spcBef>
                          <a:spcPts val="484"/>
                        </a:spcBef>
                      </a:pPr>
                      <a:r>
                        <a:rPr sz="1800" spc="-5" dirty="0">
                          <a:latin typeface="Calibri"/>
                          <a:cs typeface="Calibri"/>
                        </a:rPr>
                        <a:t>M7</a:t>
                      </a:r>
                      <a:endParaRPr sz="1800">
                        <a:latin typeface="Calibri"/>
                        <a:cs typeface="Calibri"/>
                      </a:endParaRPr>
                    </a:p>
                  </a:txBody>
                  <a:tcPr marL="0" marR="0" marT="61594" marB="0"/>
                </a:tc>
                <a:tc>
                  <a:txBody>
                    <a:bodyPr/>
                    <a:lstStyle/>
                    <a:p>
                      <a:pPr marL="149225">
                        <a:lnSpc>
                          <a:spcPts val="2150"/>
                        </a:lnSpc>
                        <a:spcBef>
                          <a:spcPts val="484"/>
                        </a:spcBef>
                      </a:pPr>
                      <a:r>
                        <a:rPr sz="1800" spc="-10" dirty="0">
                          <a:latin typeface="Calibri"/>
                          <a:cs typeface="Calibri"/>
                        </a:rPr>
                        <a:t>Ethics</a:t>
                      </a:r>
                      <a:r>
                        <a:rPr sz="1800" spc="-30" dirty="0">
                          <a:latin typeface="Calibri"/>
                          <a:cs typeface="Calibri"/>
                        </a:rPr>
                        <a:t> </a:t>
                      </a:r>
                      <a:r>
                        <a:rPr sz="1800" spc="-5" dirty="0">
                          <a:latin typeface="Calibri"/>
                          <a:cs typeface="Calibri"/>
                        </a:rPr>
                        <a:t>in</a:t>
                      </a:r>
                      <a:r>
                        <a:rPr sz="1800" spc="-10" dirty="0">
                          <a:latin typeface="Calibri"/>
                          <a:cs typeface="Calibri"/>
                        </a:rPr>
                        <a:t> AI</a:t>
                      </a:r>
                      <a:endParaRPr sz="1800">
                        <a:latin typeface="Calibri"/>
                        <a:cs typeface="Calibri"/>
                      </a:endParaRPr>
                    </a:p>
                  </a:txBody>
                  <a:tcPr marL="0" marR="0" marT="61594" marB="0"/>
                </a:tc>
                <a:extLst>
                  <a:ext uri="{0D108BD9-81ED-4DB2-BD59-A6C34878D82A}">
                    <a16:rowId xmlns="" xmlns:a16="http://schemas.microsoft.com/office/drawing/2014/main" val="10006"/>
                  </a:ext>
                </a:extLst>
              </a:tr>
            </a:tbl>
          </a:graphicData>
        </a:graphic>
      </p:graphicFrame>
      <p:sp>
        <p:nvSpPr>
          <p:cNvPr id="16" name="object 16"/>
          <p:cNvSpPr txBox="1">
            <a:spLocks noGrp="1"/>
          </p:cNvSpPr>
          <p:nvPr>
            <p:ph type="title"/>
          </p:nvPr>
        </p:nvSpPr>
        <p:spPr>
          <a:xfrm>
            <a:off x="383540" y="522173"/>
            <a:ext cx="1330325" cy="391795"/>
          </a:xfrm>
          <a:prstGeom prst="rect">
            <a:avLst/>
          </a:prstGeom>
        </p:spPr>
        <p:txBody>
          <a:bodyPr vert="horz" wrap="square" lIns="0" tIns="12700" rIns="0" bIns="0" rtlCol="0">
            <a:spAutoFit/>
          </a:bodyPr>
          <a:lstStyle/>
          <a:p>
            <a:pPr marL="12700">
              <a:lnSpc>
                <a:spcPct val="100000"/>
              </a:lnSpc>
              <a:spcBef>
                <a:spcPts val="100"/>
              </a:spcBef>
            </a:pPr>
            <a:r>
              <a:rPr spc="-145" dirty="0">
                <a:latin typeface="Calibri"/>
                <a:cs typeface="Calibri"/>
              </a:rPr>
              <a:t>C</a:t>
            </a:r>
            <a:r>
              <a:rPr spc="-140" dirty="0">
                <a:latin typeface="Calibri"/>
                <a:cs typeface="Calibri"/>
              </a:rPr>
              <a:t>o</a:t>
            </a:r>
            <a:r>
              <a:rPr spc="-135" dirty="0">
                <a:latin typeface="Calibri"/>
                <a:cs typeface="Calibri"/>
              </a:rPr>
              <a:t>u</a:t>
            </a:r>
            <a:r>
              <a:rPr spc="-155" dirty="0">
                <a:latin typeface="Calibri"/>
                <a:cs typeface="Calibri"/>
              </a:rPr>
              <a:t>r</a:t>
            </a:r>
            <a:r>
              <a:rPr spc="-140" dirty="0">
                <a:latin typeface="Calibri"/>
                <a:cs typeface="Calibri"/>
              </a:rPr>
              <a:t>s</a:t>
            </a:r>
            <a:r>
              <a:rPr dirty="0">
                <a:latin typeface="Calibri"/>
                <a:cs typeface="Calibri"/>
              </a:rPr>
              <a:t>e</a:t>
            </a:r>
            <a:r>
              <a:rPr spc="-355" dirty="0">
                <a:latin typeface="Calibri"/>
                <a:cs typeface="Calibri"/>
              </a:rPr>
              <a:t> </a:t>
            </a:r>
            <a:r>
              <a:rPr spc="-150" dirty="0">
                <a:latin typeface="Calibri"/>
                <a:cs typeface="Calibri"/>
              </a:rPr>
              <a:t>P</a:t>
            </a:r>
            <a:r>
              <a:rPr spc="-135" dirty="0">
                <a:latin typeface="Calibri"/>
                <a:cs typeface="Calibri"/>
              </a:rPr>
              <a:t>l</a:t>
            </a:r>
            <a:r>
              <a:rPr spc="-155" dirty="0">
                <a:latin typeface="Calibri"/>
                <a:cs typeface="Calibri"/>
              </a:rPr>
              <a:t>a</a:t>
            </a:r>
            <a:r>
              <a:rPr dirty="0">
                <a:latin typeface="Calibri"/>
                <a:cs typeface="Calibri"/>
              </a:rPr>
              <a:t>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82414" y="6629501"/>
            <a:ext cx="4478020" cy="193675"/>
          </a:xfrm>
          <a:prstGeom prst="rect">
            <a:avLst/>
          </a:prstGeom>
        </p:spPr>
        <p:txBody>
          <a:bodyPr vert="horz" wrap="square" lIns="0" tIns="12700" rIns="0" bIns="0" rtlCol="0">
            <a:spAutoFit/>
          </a:bodyPr>
          <a:lstStyle/>
          <a:p>
            <a:pPr marL="12700">
              <a:lnSpc>
                <a:spcPct val="100000"/>
              </a:lnSpc>
              <a:spcBef>
                <a:spcPts val="100"/>
              </a:spcBef>
            </a:pPr>
            <a:r>
              <a:rPr sz="1100" b="1" spc="-5" dirty="0">
                <a:solidFill>
                  <a:srgbClr val="0F1141"/>
                </a:solidFill>
                <a:latin typeface="Arial"/>
                <a:cs typeface="Arial"/>
              </a:rPr>
              <a:t>BITS</a:t>
            </a:r>
            <a:r>
              <a:rPr sz="1100" b="1" spc="-10" dirty="0">
                <a:solidFill>
                  <a:srgbClr val="0F1141"/>
                </a:solidFill>
                <a:latin typeface="Arial"/>
                <a:cs typeface="Arial"/>
              </a:rPr>
              <a:t> </a:t>
            </a:r>
            <a:r>
              <a:rPr sz="1100" spc="-5" dirty="0">
                <a:solidFill>
                  <a:srgbClr val="0F1141"/>
                </a:solidFill>
                <a:latin typeface="Microsoft Sans Serif"/>
                <a:cs typeface="Microsoft Sans Serif"/>
              </a:rPr>
              <a:t>Pilani,</a:t>
            </a:r>
            <a:r>
              <a:rPr sz="1100" spc="5" dirty="0">
                <a:solidFill>
                  <a:srgbClr val="0F1141"/>
                </a:solidFill>
                <a:latin typeface="Microsoft Sans Serif"/>
                <a:cs typeface="Microsoft Sans Serif"/>
              </a:rPr>
              <a:t> </a:t>
            </a:r>
            <a:r>
              <a:rPr sz="1100" dirty="0">
                <a:solidFill>
                  <a:srgbClr val="0F1141"/>
                </a:solidFill>
                <a:latin typeface="Microsoft Sans Serif"/>
                <a:cs typeface="Microsoft Sans Serif"/>
              </a:rPr>
              <a:t>Deemed</a:t>
            </a:r>
            <a:r>
              <a:rPr sz="1100" spc="-20" dirty="0">
                <a:solidFill>
                  <a:srgbClr val="0F1141"/>
                </a:solidFill>
                <a:latin typeface="Microsoft Sans Serif"/>
                <a:cs typeface="Microsoft Sans Serif"/>
              </a:rPr>
              <a:t> </a:t>
            </a:r>
            <a:r>
              <a:rPr sz="1100" dirty="0">
                <a:solidFill>
                  <a:srgbClr val="0F1141"/>
                </a:solidFill>
                <a:latin typeface="Microsoft Sans Serif"/>
                <a:cs typeface="Microsoft Sans Serif"/>
              </a:rPr>
              <a:t>to be</a:t>
            </a:r>
            <a:r>
              <a:rPr sz="1100" spc="-15" dirty="0">
                <a:solidFill>
                  <a:srgbClr val="0F1141"/>
                </a:solidFill>
                <a:latin typeface="Microsoft Sans Serif"/>
                <a:cs typeface="Microsoft Sans Serif"/>
              </a:rPr>
              <a:t> </a:t>
            </a:r>
            <a:r>
              <a:rPr sz="1100" spc="-5" dirty="0">
                <a:solidFill>
                  <a:srgbClr val="0F1141"/>
                </a:solidFill>
                <a:latin typeface="Microsoft Sans Serif"/>
                <a:cs typeface="Microsoft Sans Serif"/>
              </a:rPr>
              <a:t>University </a:t>
            </a:r>
            <a:r>
              <a:rPr sz="1100" spc="5" dirty="0">
                <a:solidFill>
                  <a:srgbClr val="0F1141"/>
                </a:solidFill>
                <a:latin typeface="Microsoft Sans Serif"/>
                <a:cs typeface="Microsoft Sans Serif"/>
              </a:rPr>
              <a:t>under</a:t>
            </a:r>
            <a:r>
              <a:rPr sz="1100" spc="-35" dirty="0">
                <a:solidFill>
                  <a:srgbClr val="0F1141"/>
                </a:solidFill>
                <a:latin typeface="Microsoft Sans Serif"/>
                <a:cs typeface="Microsoft Sans Serif"/>
              </a:rPr>
              <a:t> </a:t>
            </a:r>
            <a:r>
              <a:rPr sz="1100" dirty="0">
                <a:solidFill>
                  <a:srgbClr val="0F1141"/>
                </a:solidFill>
                <a:latin typeface="Microsoft Sans Serif"/>
                <a:cs typeface="Microsoft Sans Serif"/>
              </a:rPr>
              <a:t>Section</a:t>
            </a:r>
            <a:r>
              <a:rPr sz="1100" spc="-20" dirty="0">
                <a:solidFill>
                  <a:srgbClr val="0F1141"/>
                </a:solidFill>
                <a:latin typeface="Microsoft Sans Serif"/>
                <a:cs typeface="Microsoft Sans Serif"/>
              </a:rPr>
              <a:t> </a:t>
            </a:r>
            <a:r>
              <a:rPr sz="1100" dirty="0">
                <a:solidFill>
                  <a:srgbClr val="0F1141"/>
                </a:solidFill>
                <a:latin typeface="Microsoft Sans Serif"/>
                <a:cs typeface="Microsoft Sans Serif"/>
              </a:rPr>
              <a:t>3</a:t>
            </a:r>
            <a:r>
              <a:rPr sz="1100" spc="5" dirty="0">
                <a:solidFill>
                  <a:srgbClr val="0F1141"/>
                </a:solidFill>
                <a:latin typeface="Microsoft Sans Serif"/>
                <a:cs typeface="Microsoft Sans Serif"/>
              </a:rPr>
              <a:t> </a:t>
            </a:r>
            <a:r>
              <a:rPr sz="1100" dirty="0">
                <a:solidFill>
                  <a:srgbClr val="0F1141"/>
                </a:solidFill>
                <a:latin typeface="Microsoft Sans Serif"/>
                <a:cs typeface="Microsoft Sans Serif"/>
              </a:rPr>
              <a:t>of</a:t>
            </a:r>
            <a:r>
              <a:rPr sz="1100" spc="-25" dirty="0">
                <a:solidFill>
                  <a:srgbClr val="0F1141"/>
                </a:solidFill>
                <a:latin typeface="Microsoft Sans Serif"/>
                <a:cs typeface="Microsoft Sans Serif"/>
              </a:rPr>
              <a:t> </a:t>
            </a:r>
            <a:r>
              <a:rPr sz="1100" spc="-5" dirty="0">
                <a:solidFill>
                  <a:srgbClr val="0F1141"/>
                </a:solidFill>
                <a:latin typeface="Microsoft Sans Serif"/>
                <a:cs typeface="Microsoft Sans Serif"/>
              </a:rPr>
              <a:t>UGC</a:t>
            </a:r>
            <a:r>
              <a:rPr sz="1100" spc="15" dirty="0">
                <a:solidFill>
                  <a:srgbClr val="0F1141"/>
                </a:solidFill>
                <a:latin typeface="Microsoft Sans Serif"/>
                <a:cs typeface="Microsoft Sans Serif"/>
              </a:rPr>
              <a:t> </a:t>
            </a:r>
            <a:r>
              <a:rPr sz="1100" dirty="0">
                <a:solidFill>
                  <a:srgbClr val="0F1141"/>
                </a:solidFill>
                <a:latin typeface="Microsoft Sans Serif"/>
                <a:cs typeface="Microsoft Sans Serif"/>
              </a:rPr>
              <a:t>Act,</a:t>
            </a:r>
            <a:r>
              <a:rPr sz="1100" spc="-25" dirty="0">
                <a:solidFill>
                  <a:srgbClr val="0F1141"/>
                </a:solidFill>
                <a:latin typeface="Microsoft Sans Serif"/>
                <a:cs typeface="Microsoft Sans Serif"/>
              </a:rPr>
              <a:t> </a:t>
            </a:r>
            <a:r>
              <a:rPr sz="1100" spc="5" dirty="0">
                <a:solidFill>
                  <a:srgbClr val="0F1141"/>
                </a:solidFill>
                <a:latin typeface="Microsoft Sans Serif"/>
                <a:cs typeface="Microsoft Sans Serif"/>
              </a:rPr>
              <a:t>1956</a:t>
            </a:r>
            <a:endParaRPr sz="1100">
              <a:latin typeface="Microsoft Sans Serif"/>
              <a:cs typeface="Microsoft Sans Serif"/>
            </a:endParaRPr>
          </a:p>
        </p:txBody>
      </p:sp>
      <p:grpSp>
        <p:nvGrpSpPr>
          <p:cNvPr id="3" name="object 3"/>
          <p:cNvGrpSpPr/>
          <p:nvPr/>
        </p:nvGrpSpPr>
        <p:grpSpPr>
          <a:xfrm>
            <a:off x="2084832" y="6550152"/>
            <a:ext cx="7059295" cy="48895"/>
            <a:chOff x="2084832" y="6550152"/>
            <a:chExt cx="7059295" cy="48895"/>
          </a:xfrm>
        </p:grpSpPr>
        <p:sp>
          <p:nvSpPr>
            <p:cNvPr id="4" name="object 4"/>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5" name="object 5"/>
            <p:cNvSpPr/>
            <p:nvPr/>
          </p:nvSpPr>
          <p:spPr>
            <a:xfrm>
              <a:off x="6906767" y="6550152"/>
              <a:ext cx="2237740" cy="45720"/>
            </a:xfrm>
            <a:custGeom>
              <a:avLst/>
              <a:gdLst/>
              <a:ahLst/>
              <a:cxnLst/>
              <a:rect l="l" t="t" r="r" b="b"/>
              <a:pathLst>
                <a:path w="2237740" h="45720">
                  <a:moveTo>
                    <a:pt x="2237231" y="0"/>
                  </a:moveTo>
                  <a:lnTo>
                    <a:pt x="0" y="0"/>
                  </a:lnTo>
                  <a:lnTo>
                    <a:pt x="0" y="45720"/>
                  </a:lnTo>
                  <a:lnTo>
                    <a:pt x="2237231" y="45720"/>
                  </a:lnTo>
                  <a:lnTo>
                    <a:pt x="2237231" y="0"/>
                  </a:lnTo>
                  <a:close/>
                </a:path>
              </a:pathLst>
            </a:custGeom>
            <a:solidFill>
              <a:srgbClr val="E21C23"/>
            </a:solidFill>
          </p:spPr>
          <p:txBody>
            <a:bodyPr wrap="square" lIns="0" tIns="0" rIns="0" bIns="0" rtlCol="0"/>
            <a:lstStyle/>
            <a:p>
              <a:endParaRPr/>
            </a:p>
          </p:txBody>
        </p:sp>
        <p:sp>
          <p:nvSpPr>
            <p:cNvPr id="6" name="object 6"/>
            <p:cNvSpPr/>
            <p:nvPr/>
          </p:nvSpPr>
          <p:spPr>
            <a:xfrm>
              <a:off x="2084832" y="6550152"/>
              <a:ext cx="2578735" cy="48895"/>
            </a:xfrm>
            <a:custGeom>
              <a:avLst/>
              <a:gdLst/>
              <a:ahLst/>
              <a:cxnLst/>
              <a:rect l="l" t="t" r="r" b="b"/>
              <a:pathLst>
                <a:path w="2578735" h="48895">
                  <a:moveTo>
                    <a:pt x="2578608" y="0"/>
                  </a:moveTo>
                  <a:lnTo>
                    <a:pt x="0" y="0"/>
                  </a:lnTo>
                  <a:lnTo>
                    <a:pt x="0" y="48768"/>
                  </a:lnTo>
                  <a:lnTo>
                    <a:pt x="2578608" y="48768"/>
                  </a:lnTo>
                  <a:lnTo>
                    <a:pt x="2578608" y="0"/>
                  </a:lnTo>
                  <a:close/>
                </a:path>
              </a:pathLst>
            </a:custGeom>
            <a:solidFill>
              <a:srgbClr val="FBAF17"/>
            </a:solidFill>
          </p:spPr>
          <p:txBody>
            <a:bodyPr wrap="square" lIns="0" tIns="0" rIns="0" bIns="0" rtlCol="0"/>
            <a:lstStyle/>
            <a:p>
              <a:endParaRPr/>
            </a:p>
          </p:txBody>
        </p:sp>
        <p:sp>
          <p:nvSpPr>
            <p:cNvPr id="7" name="object 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8" name="object 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9" name="object 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10" name="object 10"/>
          <p:cNvPicPr/>
          <p:nvPr/>
        </p:nvPicPr>
        <p:blipFill>
          <a:blip r:embed="rId2" cstate="print"/>
          <a:stretch>
            <a:fillRect/>
          </a:stretch>
        </p:blipFill>
        <p:spPr>
          <a:xfrm>
            <a:off x="6629400" y="0"/>
            <a:ext cx="2191511" cy="691896"/>
          </a:xfrm>
          <a:prstGeom prst="rect">
            <a:avLst/>
          </a:prstGeom>
        </p:spPr>
      </p:pic>
      <p:grpSp>
        <p:nvGrpSpPr>
          <p:cNvPr id="11" name="object 11"/>
          <p:cNvGrpSpPr/>
          <p:nvPr/>
        </p:nvGrpSpPr>
        <p:grpSpPr>
          <a:xfrm>
            <a:off x="0" y="1295400"/>
            <a:ext cx="7010400" cy="45720"/>
            <a:chOff x="0" y="1295400"/>
            <a:chExt cx="7010400" cy="45720"/>
          </a:xfrm>
        </p:grpSpPr>
        <p:sp>
          <p:nvSpPr>
            <p:cNvPr id="12" name="object 12"/>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3" name="object 13"/>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4" name="object 14"/>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sp>
        <p:nvSpPr>
          <p:cNvPr id="15" name="object 15"/>
          <p:cNvSpPr txBox="1"/>
          <p:nvPr/>
        </p:nvSpPr>
        <p:spPr>
          <a:xfrm>
            <a:off x="673404" y="3583635"/>
            <a:ext cx="6598920" cy="512445"/>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6F2F9F"/>
                </a:solidFill>
                <a:latin typeface="Calibri"/>
                <a:cs typeface="Calibri"/>
              </a:rPr>
              <a:t>Knowledge</a:t>
            </a:r>
            <a:r>
              <a:rPr sz="3200" spc="35" dirty="0">
                <a:solidFill>
                  <a:srgbClr val="6F2F9F"/>
                </a:solidFill>
                <a:latin typeface="Calibri"/>
                <a:cs typeface="Calibri"/>
              </a:rPr>
              <a:t> </a:t>
            </a:r>
            <a:r>
              <a:rPr sz="3200" spc="-10" dirty="0">
                <a:solidFill>
                  <a:srgbClr val="6F2F9F"/>
                </a:solidFill>
                <a:latin typeface="Calibri"/>
                <a:cs typeface="Calibri"/>
              </a:rPr>
              <a:t>Representation</a:t>
            </a:r>
            <a:r>
              <a:rPr sz="3200" spc="50" dirty="0">
                <a:solidFill>
                  <a:srgbClr val="6F2F9F"/>
                </a:solidFill>
                <a:latin typeface="Calibri"/>
                <a:cs typeface="Calibri"/>
              </a:rPr>
              <a:t> </a:t>
            </a:r>
            <a:r>
              <a:rPr sz="3200" spc="-10" dirty="0">
                <a:solidFill>
                  <a:srgbClr val="6F2F9F"/>
                </a:solidFill>
                <a:latin typeface="Calibri"/>
                <a:cs typeface="Calibri"/>
              </a:rPr>
              <a:t>Using</a:t>
            </a:r>
            <a:r>
              <a:rPr sz="3200" spc="25" dirty="0">
                <a:solidFill>
                  <a:srgbClr val="6F2F9F"/>
                </a:solidFill>
                <a:latin typeface="Calibri"/>
                <a:cs typeface="Calibri"/>
              </a:rPr>
              <a:t> </a:t>
            </a:r>
            <a:r>
              <a:rPr sz="3200" spc="-5" dirty="0">
                <a:solidFill>
                  <a:srgbClr val="6F2F9F"/>
                </a:solidFill>
                <a:latin typeface="Calibri"/>
                <a:cs typeface="Calibri"/>
              </a:rPr>
              <a:t>Logics</a:t>
            </a:r>
            <a:endParaRPr sz="32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078989" cy="391795"/>
          </a:xfrm>
          <a:prstGeom prst="rect">
            <a:avLst/>
          </a:prstGeom>
        </p:spPr>
        <p:txBody>
          <a:bodyPr vert="horz" wrap="square" lIns="0" tIns="12700" rIns="0" bIns="0" rtlCol="0">
            <a:spAutoFit/>
          </a:bodyPr>
          <a:lstStyle/>
          <a:p>
            <a:pPr marL="12700">
              <a:lnSpc>
                <a:spcPct val="100000"/>
              </a:lnSpc>
              <a:spcBef>
                <a:spcPts val="100"/>
              </a:spcBef>
            </a:pPr>
            <a:r>
              <a:rPr spc="-150" dirty="0">
                <a:latin typeface="Calibri"/>
                <a:cs typeface="Calibri"/>
              </a:rPr>
              <a:t>Le</a:t>
            </a:r>
            <a:r>
              <a:rPr spc="-155" dirty="0">
                <a:latin typeface="Calibri"/>
                <a:cs typeface="Calibri"/>
              </a:rPr>
              <a:t>a</a:t>
            </a:r>
            <a:r>
              <a:rPr spc="-135" dirty="0">
                <a:latin typeface="Calibri"/>
                <a:cs typeface="Calibri"/>
              </a:rPr>
              <a:t>rnin</a:t>
            </a:r>
            <a:r>
              <a:rPr dirty="0">
                <a:latin typeface="Calibri"/>
                <a:cs typeface="Calibri"/>
              </a:rPr>
              <a:t>g</a:t>
            </a:r>
            <a:r>
              <a:rPr spc="-360" dirty="0">
                <a:latin typeface="Calibri"/>
                <a:cs typeface="Calibri"/>
              </a:rPr>
              <a:t> </a:t>
            </a:r>
            <a:r>
              <a:rPr spc="-140" dirty="0">
                <a:latin typeface="Calibri"/>
                <a:cs typeface="Calibri"/>
              </a:rPr>
              <a:t>O</a:t>
            </a:r>
            <a:r>
              <a:rPr spc="-135" dirty="0">
                <a:latin typeface="Calibri"/>
                <a:cs typeface="Calibri"/>
              </a:rPr>
              <a:t>bj</a:t>
            </a:r>
            <a:r>
              <a:rPr spc="-150" dirty="0">
                <a:latin typeface="Calibri"/>
                <a:cs typeface="Calibri"/>
              </a:rPr>
              <a:t>e</a:t>
            </a:r>
            <a:r>
              <a:rPr spc="-140" dirty="0">
                <a:latin typeface="Calibri"/>
                <a:cs typeface="Calibri"/>
              </a:rPr>
              <a:t>c</a:t>
            </a:r>
            <a:r>
              <a:rPr spc="-135" dirty="0">
                <a:latin typeface="Calibri"/>
                <a:cs typeface="Calibri"/>
              </a:rPr>
              <a:t>ti</a:t>
            </a:r>
            <a:r>
              <a:rPr spc="-175" dirty="0">
                <a:latin typeface="Calibri"/>
                <a:cs typeface="Calibri"/>
              </a:rPr>
              <a:t>v</a:t>
            </a:r>
            <a:r>
              <a:rPr dirty="0">
                <a:latin typeface="Calibri"/>
                <a:cs typeface="Calibri"/>
              </a:rPr>
              <a:t>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3" name="object 3"/>
          <p:cNvSpPr txBox="1"/>
          <p:nvPr/>
        </p:nvSpPr>
        <p:spPr>
          <a:xfrm>
            <a:off x="383540" y="1521714"/>
            <a:ext cx="6097905" cy="258064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At</a:t>
            </a:r>
            <a:r>
              <a:rPr sz="1800" spc="30" dirty="0">
                <a:latin typeface="Microsoft Sans Serif"/>
                <a:cs typeface="Microsoft Sans Serif"/>
              </a:rPr>
              <a:t> </a:t>
            </a:r>
            <a:r>
              <a:rPr sz="1800" dirty="0">
                <a:latin typeface="Microsoft Sans Serif"/>
                <a:cs typeface="Microsoft Sans Serif"/>
              </a:rPr>
              <a:t>the</a:t>
            </a:r>
            <a:r>
              <a:rPr sz="1800" spc="10" dirty="0">
                <a:latin typeface="Microsoft Sans Serif"/>
                <a:cs typeface="Microsoft Sans Serif"/>
              </a:rPr>
              <a:t> </a:t>
            </a:r>
            <a:r>
              <a:rPr sz="1800" dirty="0">
                <a:latin typeface="Microsoft Sans Serif"/>
                <a:cs typeface="Microsoft Sans Serif"/>
              </a:rPr>
              <a:t>end</a:t>
            </a:r>
            <a:r>
              <a:rPr sz="1800" spc="10" dirty="0">
                <a:latin typeface="Microsoft Sans Serif"/>
                <a:cs typeface="Microsoft Sans Serif"/>
              </a:rPr>
              <a:t> </a:t>
            </a:r>
            <a:r>
              <a:rPr sz="1800" dirty="0">
                <a:latin typeface="Microsoft Sans Serif"/>
                <a:cs typeface="Microsoft Sans Serif"/>
              </a:rPr>
              <a:t>of</a:t>
            </a:r>
            <a:r>
              <a:rPr sz="1800" spc="5" dirty="0">
                <a:latin typeface="Microsoft Sans Serif"/>
                <a:cs typeface="Microsoft Sans Serif"/>
              </a:rPr>
              <a:t> </a:t>
            </a:r>
            <a:r>
              <a:rPr sz="1800" spc="-5" dirty="0">
                <a:latin typeface="Microsoft Sans Serif"/>
                <a:cs typeface="Microsoft Sans Serif"/>
              </a:rPr>
              <a:t>this</a:t>
            </a:r>
            <a:r>
              <a:rPr sz="1800" spc="-10" dirty="0">
                <a:latin typeface="Microsoft Sans Serif"/>
                <a:cs typeface="Microsoft Sans Serif"/>
              </a:rPr>
              <a:t> </a:t>
            </a:r>
            <a:r>
              <a:rPr sz="1800" dirty="0">
                <a:latin typeface="Microsoft Sans Serif"/>
                <a:cs typeface="Microsoft Sans Serif"/>
              </a:rPr>
              <a:t>class</a:t>
            </a:r>
            <a:r>
              <a:rPr sz="1800" spc="-10" dirty="0">
                <a:latin typeface="Microsoft Sans Serif"/>
                <a:cs typeface="Microsoft Sans Serif"/>
              </a:rPr>
              <a:t> </a:t>
            </a:r>
            <a:r>
              <a:rPr sz="1800" dirty="0">
                <a:latin typeface="Microsoft Sans Serif"/>
                <a:cs typeface="Microsoft Sans Serif"/>
              </a:rPr>
              <a:t>,</a:t>
            </a:r>
            <a:r>
              <a:rPr sz="1800" spc="25" dirty="0">
                <a:latin typeface="Microsoft Sans Serif"/>
                <a:cs typeface="Microsoft Sans Serif"/>
              </a:rPr>
              <a:t> </a:t>
            </a:r>
            <a:r>
              <a:rPr sz="1800" dirty="0">
                <a:latin typeface="Microsoft Sans Serif"/>
                <a:cs typeface="Microsoft Sans Serif"/>
              </a:rPr>
              <a:t>students</a:t>
            </a:r>
            <a:r>
              <a:rPr sz="1800" spc="-30" dirty="0">
                <a:latin typeface="Microsoft Sans Serif"/>
                <a:cs typeface="Microsoft Sans Serif"/>
              </a:rPr>
              <a:t> </a:t>
            </a:r>
            <a:r>
              <a:rPr sz="1800" dirty="0">
                <a:latin typeface="Microsoft Sans Serif"/>
                <a:cs typeface="Microsoft Sans Serif"/>
              </a:rPr>
              <a:t>Should</a:t>
            </a:r>
            <a:r>
              <a:rPr sz="1800" spc="-15" dirty="0">
                <a:latin typeface="Microsoft Sans Serif"/>
                <a:cs typeface="Microsoft Sans Serif"/>
              </a:rPr>
              <a:t> </a:t>
            </a:r>
            <a:r>
              <a:rPr sz="1800" dirty="0">
                <a:latin typeface="Microsoft Sans Serif"/>
                <a:cs typeface="Microsoft Sans Serif"/>
              </a:rPr>
              <a:t>be</a:t>
            </a:r>
            <a:r>
              <a:rPr sz="1800" spc="10" dirty="0">
                <a:latin typeface="Microsoft Sans Serif"/>
                <a:cs typeface="Microsoft Sans Serif"/>
              </a:rPr>
              <a:t> </a:t>
            </a:r>
            <a:r>
              <a:rPr sz="1800" dirty="0">
                <a:latin typeface="Microsoft Sans Serif"/>
                <a:cs typeface="Microsoft Sans Serif"/>
              </a:rPr>
              <a:t>able</a:t>
            </a:r>
            <a:r>
              <a:rPr sz="1800" spc="10" dirty="0">
                <a:latin typeface="Microsoft Sans Serif"/>
                <a:cs typeface="Microsoft Sans Serif"/>
              </a:rPr>
              <a:t> </a:t>
            </a:r>
            <a:r>
              <a:rPr sz="1800" dirty="0">
                <a:latin typeface="Microsoft Sans Serif"/>
                <a:cs typeface="Microsoft Sans Serif"/>
              </a:rPr>
              <a:t>to:</a:t>
            </a:r>
            <a:endParaRPr sz="1800">
              <a:latin typeface="Microsoft Sans Serif"/>
              <a:cs typeface="Microsoft Sans Serif"/>
            </a:endParaRPr>
          </a:p>
          <a:p>
            <a:pPr>
              <a:lnSpc>
                <a:spcPct val="100000"/>
              </a:lnSpc>
            </a:pPr>
            <a:endParaRPr sz="2000">
              <a:latin typeface="Microsoft Sans Serif"/>
              <a:cs typeface="Microsoft Sans Serif"/>
            </a:endParaRPr>
          </a:p>
          <a:p>
            <a:pPr>
              <a:lnSpc>
                <a:spcPct val="100000"/>
              </a:lnSpc>
              <a:spcBef>
                <a:spcPts val="20"/>
              </a:spcBef>
            </a:pPr>
            <a:endParaRPr sz="2200">
              <a:latin typeface="Microsoft Sans Serif"/>
              <a:cs typeface="Microsoft Sans Serif"/>
            </a:endParaRPr>
          </a:p>
          <a:p>
            <a:pPr marL="356870" indent="-344805">
              <a:lnSpc>
                <a:spcPct val="100000"/>
              </a:lnSpc>
              <a:spcBef>
                <a:spcPts val="5"/>
              </a:spcBef>
              <a:buClr>
                <a:srgbClr val="0F1141"/>
              </a:buClr>
              <a:buAutoNum type="arabicPeriod"/>
              <a:tabLst>
                <a:tab pos="356870" algn="l"/>
                <a:tab pos="357505" algn="l"/>
              </a:tabLst>
            </a:pPr>
            <a:r>
              <a:rPr sz="1800" dirty="0">
                <a:solidFill>
                  <a:srgbClr val="6F2F9F"/>
                </a:solidFill>
                <a:latin typeface="Microsoft Sans Serif"/>
                <a:cs typeface="Microsoft Sans Serif"/>
              </a:rPr>
              <a:t>Represent</a:t>
            </a:r>
            <a:r>
              <a:rPr sz="1800" spc="-15" dirty="0">
                <a:solidFill>
                  <a:srgbClr val="6F2F9F"/>
                </a:solidFill>
                <a:latin typeface="Microsoft Sans Serif"/>
                <a:cs typeface="Microsoft Sans Serif"/>
              </a:rPr>
              <a:t> </a:t>
            </a:r>
            <a:r>
              <a:rPr sz="1800" spc="-5" dirty="0">
                <a:solidFill>
                  <a:srgbClr val="6F2F9F"/>
                </a:solidFill>
                <a:latin typeface="Microsoft Sans Serif"/>
                <a:cs typeface="Microsoft Sans Serif"/>
              </a:rPr>
              <a:t>a</a:t>
            </a:r>
            <a:r>
              <a:rPr sz="1800" spc="15" dirty="0">
                <a:solidFill>
                  <a:srgbClr val="6F2F9F"/>
                </a:solidFill>
                <a:latin typeface="Microsoft Sans Serif"/>
                <a:cs typeface="Microsoft Sans Serif"/>
              </a:rPr>
              <a:t> </a:t>
            </a:r>
            <a:r>
              <a:rPr sz="1800" spc="-5" dirty="0">
                <a:solidFill>
                  <a:srgbClr val="6F2F9F"/>
                </a:solidFill>
                <a:latin typeface="Microsoft Sans Serif"/>
                <a:cs typeface="Microsoft Sans Serif"/>
              </a:rPr>
              <a:t>given</a:t>
            </a:r>
            <a:r>
              <a:rPr sz="1800" spc="15" dirty="0">
                <a:solidFill>
                  <a:srgbClr val="6F2F9F"/>
                </a:solidFill>
                <a:latin typeface="Microsoft Sans Serif"/>
                <a:cs typeface="Microsoft Sans Serif"/>
              </a:rPr>
              <a:t> </a:t>
            </a:r>
            <a:r>
              <a:rPr sz="1800" spc="-5" dirty="0">
                <a:solidFill>
                  <a:srgbClr val="6F2F9F"/>
                </a:solidFill>
                <a:latin typeface="Microsoft Sans Serif"/>
                <a:cs typeface="Microsoft Sans Serif"/>
              </a:rPr>
              <a:t>knowledge</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base</a:t>
            </a:r>
            <a:r>
              <a:rPr sz="1800" spc="15" dirty="0">
                <a:solidFill>
                  <a:srgbClr val="6F2F9F"/>
                </a:solidFill>
                <a:latin typeface="Microsoft Sans Serif"/>
                <a:cs typeface="Microsoft Sans Serif"/>
              </a:rPr>
              <a:t> </a:t>
            </a:r>
            <a:r>
              <a:rPr sz="1800" spc="-5" dirty="0">
                <a:solidFill>
                  <a:srgbClr val="6F2F9F"/>
                </a:solidFill>
                <a:latin typeface="Microsoft Sans Serif"/>
                <a:cs typeface="Microsoft Sans Serif"/>
              </a:rPr>
              <a:t>into logic </a:t>
            </a:r>
            <a:r>
              <a:rPr sz="1800" dirty="0">
                <a:solidFill>
                  <a:srgbClr val="6F2F9F"/>
                </a:solidFill>
                <a:latin typeface="Microsoft Sans Serif"/>
                <a:cs typeface="Microsoft Sans Serif"/>
              </a:rPr>
              <a:t>formulation</a:t>
            </a:r>
            <a:endParaRPr sz="1800">
              <a:latin typeface="Microsoft Sans Serif"/>
              <a:cs typeface="Microsoft Sans Serif"/>
            </a:endParaRPr>
          </a:p>
          <a:p>
            <a:pPr marL="356870" indent="-344805">
              <a:lnSpc>
                <a:spcPct val="100000"/>
              </a:lnSpc>
              <a:spcBef>
                <a:spcPts val="1510"/>
              </a:spcBef>
              <a:buClr>
                <a:srgbClr val="0F1141"/>
              </a:buClr>
              <a:buAutoNum type="arabicPeriod"/>
              <a:tabLst>
                <a:tab pos="356870" algn="l"/>
                <a:tab pos="357505" algn="l"/>
              </a:tabLst>
            </a:pPr>
            <a:r>
              <a:rPr sz="1800" dirty="0">
                <a:solidFill>
                  <a:srgbClr val="6F2F9F"/>
                </a:solidFill>
                <a:latin typeface="Microsoft Sans Serif"/>
                <a:cs typeface="Microsoft Sans Serif"/>
              </a:rPr>
              <a:t>Infer</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facts</a:t>
            </a:r>
            <a:r>
              <a:rPr sz="1800" spc="-15" dirty="0">
                <a:solidFill>
                  <a:srgbClr val="6F2F9F"/>
                </a:solidFill>
                <a:latin typeface="Microsoft Sans Serif"/>
                <a:cs typeface="Microsoft Sans Serif"/>
              </a:rPr>
              <a:t> </a:t>
            </a:r>
            <a:r>
              <a:rPr sz="1800" dirty="0">
                <a:solidFill>
                  <a:srgbClr val="6F2F9F"/>
                </a:solidFill>
                <a:latin typeface="Microsoft Sans Serif"/>
                <a:cs typeface="Microsoft Sans Serif"/>
              </a:rPr>
              <a:t>from</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KB</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using</a:t>
            </a:r>
            <a:r>
              <a:rPr sz="1800" spc="-25" dirty="0">
                <a:solidFill>
                  <a:srgbClr val="6F2F9F"/>
                </a:solidFill>
                <a:latin typeface="Microsoft Sans Serif"/>
                <a:cs typeface="Microsoft Sans Serif"/>
              </a:rPr>
              <a:t> </a:t>
            </a:r>
            <a:r>
              <a:rPr sz="1800" dirty="0">
                <a:solidFill>
                  <a:srgbClr val="6F2F9F"/>
                </a:solidFill>
                <a:latin typeface="Microsoft Sans Serif"/>
                <a:cs typeface="Microsoft Sans Serif"/>
              </a:rPr>
              <a:t>Resolution</a:t>
            </a:r>
            <a:endParaRPr sz="1800">
              <a:latin typeface="Microsoft Sans Serif"/>
              <a:cs typeface="Microsoft Sans Serif"/>
            </a:endParaRPr>
          </a:p>
          <a:p>
            <a:pPr marL="356870" indent="-344805">
              <a:lnSpc>
                <a:spcPct val="100000"/>
              </a:lnSpc>
              <a:spcBef>
                <a:spcPts val="1515"/>
              </a:spcBef>
              <a:buClr>
                <a:srgbClr val="0F1141"/>
              </a:buClr>
              <a:buAutoNum type="arabicPeriod"/>
              <a:tabLst>
                <a:tab pos="356870" algn="l"/>
                <a:tab pos="357505" algn="l"/>
              </a:tabLst>
            </a:pPr>
            <a:r>
              <a:rPr sz="1800" dirty="0">
                <a:solidFill>
                  <a:srgbClr val="6F2F9F"/>
                </a:solidFill>
                <a:latin typeface="Microsoft Sans Serif"/>
                <a:cs typeface="Microsoft Sans Serif"/>
              </a:rPr>
              <a:t>Infer</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facts</a:t>
            </a:r>
            <a:r>
              <a:rPr sz="1800" spc="-15" dirty="0">
                <a:solidFill>
                  <a:srgbClr val="6F2F9F"/>
                </a:solidFill>
                <a:latin typeface="Microsoft Sans Serif"/>
                <a:cs typeface="Microsoft Sans Serif"/>
              </a:rPr>
              <a:t> </a:t>
            </a:r>
            <a:r>
              <a:rPr sz="1800" dirty="0">
                <a:solidFill>
                  <a:srgbClr val="6F2F9F"/>
                </a:solidFill>
                <a:latin typeface="Microsoft Sans Serif"/>
                <a:cs typeface="Microsoft Sans Serif"/>
              </a:rPr>
              <a:t>from</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KB</a:t>
            </a:r>
            <a:r>
              <a:rPr sz="1800" spc="15" dirty="0">
                <a:solidFill>
                  <a:srgbClr val="6F2F9F"/>
                </a:solidFill>
                <a:latin typeface="Microsoft Sans Serif"/>
                <a:cs typeface="Microsoft Sans Serif"/>
              </a:rPr>
              <a:t> </a:t>
            </a:r>
            <a:r>
              <a:rPr sz="1800" dirty="0">
                <a:solidFill>
                  <a:srgbClr val="6F2F9F"/>
                </a:solidFill>
                <a:latin typeface="Microsoft Sans Serif"/>
                <a:cs typeface="Microsoft Sans Serif"/>
              </a:rPr>
              <a:t>using</a:t>
            </a:r>
            <a:r>
              <a:rPr sz="1800" spc="-20" dirty="0">
                <a:solidFill>
                  <a:srgbClr val="6F2F9F"/>
                </a:solidFill>
                <a:latin typeface="Microsoft Sans Serif"/>
                <a:cs typeface="Microsoft Sans Serif"/>
              </a:rPr>
              <a:t> </a:t>
            </a:r>
            <a:r>
              <a:rPr sz="1800" spc="-5" dirty="0">
                <a:solidFill>
                  <a:srgbClr val="6F2F9F"/>
                </a:solidFill>
                <a:latin typeface="Microsoft Sans Serif"/>
                <a:cs typeface="Microsoft Sans Serif"/>
              </a:rPr>
              <a:t>Forward</a:t>
            </a:r>
            <a:r>
              <a:rPr sz="1800" spc="20" dirty="0">
                <a:solidFill>
                  <a:srgbClr val="6F2F9F"/>
                </a:solidFill>
                <a:latin typeface="Microsoft Sans Serif"/>
                <a:cs typeface="Microsoft Sans Serif"/>
              </a:rPr>
              <a:t> </a:t>
            </a:r>
            <a:r>
              <a:rPr sz="1800" dirty="0">
                <a:solidFill>
                  <a:srgbClr val="6F2F9F"/>
                </a:solidFill>
                <a:latin typeface="Microsoft Sans Serif"/>
                <a:cs typeface="Microsoft Sans Serif"/>
              </a:rPr>
              <a:t>Chaining</a:t>
            </a:r>
            <a:endParaRPr sz="1800">
              <a:latin typeface="Microsoft Sans Serif"/>
              <a:cs typeface="Microsoft Sans Serif"/>
            </a:endParaRPr>
          </a:p>
          <a:p>
            <a:pPr marL="356870" indent="-344805">
              <a:lnSpc>
                <a:spcPct val="100000"/>
              </a:lnSpc>
              <a:spcBef>
                <a:spcPts val="1515"/>
              </a:spcBef>
              <a:buClr>
                <a:srgbClr val="0F1141"/>
              </a:buClr>
              <a:buAutoNum type="arabicPeriod"/>
              <a:tabLst>
                <a:tab pos="356870" algn="l"/>
                <a:tab pos="357505" algn="l"/>
              </a:tabLst>
            </a:pPr>
            <a:r>
              <a:rPr sz="1800" dirty="0">
                <a:solidFill>
                  <a:srgbClr val="6F2F9F"/>
                </a:solidFill>
                <a:latin typeface="Microsoft Sans Serif"/>
                <a:cs typeface="Microsoft Sans Serif"/>
              </a:rPr>
              <a:t>Infer</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facts</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from</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KB</a:t>
            </a:r>
            <a:r>
              <a:rPr sz="1800" spc="15" dirty="0">
                <a:solidFill>
                  <a:srgbClr val="6F2F9F"/>
                </a:solidFill>
                <a:latin typeface="Microsoft Sans Serif"/>
                <a:cs typeface="Microsoft Sans Serif"/>
              </a:rPr>
              <a:t> </a:t>
            </a:r>
            <a:r>
              <a:rPr sz="1800" dirty="0">
                <a:solidFill>
                  <a:srgbClr val="6F2F9F"/>
                </a:solidFill>
                <a:latin typeface="Microsoft Sans Serif"/>
                <a:cs typeface="Microsoft Sans Serif"/>
              </a:rPr>
              <a:t>using</a:t>
            </a:r>
            <a:r>
              <a:rPr sz="1800" spc="-20" dirty="0">
                <a:solidFill>
                  <a:srgbClr val="6F2F9F"/>
                </a:solidFill>
                <a:latin typeface="Microsoft Sans Serif"/>
                <a:cs typeface="Microsoft Sans Serif"/>
              </a:rPr>
              <a:t> </a:t>
            </a:r>
            <a:r>
              <a:rPr sz="1800" spc="-5" dirty="0">
                <a:solidFill>
                  <a:srgbClr val="6F2F9F"/>
                </a:solidFill>
                <a:latin typeface="Microsoft Sans Serif"/>
                <a:cs typeface="Microsoft Sans Serif"/>
              </a:rPr>
              <a:t>Backward </a:t>
            </a:r>
            <a:r>
              <a:rPr sz="1800" dirty="0">
                <a:solidFill>
                  <a:srgbClr val="6F2F9F"/>
                </a:solidFill>
                <a:latin typeface="Microsoft Sans Serif"/>
                <a:cs typeface="Microsoft Sans Serif"/>
              </a:rPr>
              <a:t>Chaining</a:t>
            </a:r>
            <a:endParaRPr sz="1800">
              <a:latin typeface="Microsoft Sans Serif"/>
              <a:cs typeface="Microsoft Sans Serif"/>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93878"/>
            <a:ext cx="5828665" cy="391160"/>
          </a:xfrm>
          <a:prstGeom prst="rect">
            <a:avLst/>
          </a:prstGeom>
        </p:spPr>
        <p:txBody>
          <a:bodyPr vert="horz" wrap="square" lIns="0" tIns="12700" rIns="0" bIns="0" rtlCol="0">
            <a:spAutoFit/>
          </a:bodyPr>
          <a:lstStyle/>
          <a:p>
            <a:pPr marL="12700">
              <a:lnSpc>
                <a:spcPct val="100000"/>
              </a:lnSpc>
              <a:spcBef>
                <a:spcPts val="100"/>
              </a:spcBef>
            </a:pPr>
            <a:r>
              <a:rPr spc="-130" dirty="0"/>
              <a:t>Knowledge</a:t>
            </a:r>
            <a:r>
              <a:rPr spc="-365" dirty="0"/>
              <a:t> </a:t>
            </a:r>
            <a:r>
              <a:rPr spc="-114" dirty="0"/>
              <a:t>based</a:t>
            </a:r>
            <a:r>
              <a:rPr spc="-450" dirty="0"/>
              <a:t> </a:t>
            </a:r>
            <a:r>
              <a:rPr spc="-130" dirty="0"/>
              <a:t>Agent</a:t>
            </a:r>
            <a:r>
              <a:rPr spc="-235" dirty="0"/>
              <a:t> </a:t>
            </a:r>
            <a:r>
              <a:rPr dirty="0"/>
              <a:t>:</a:t>
            </a:r>
            <a:r>
              <a:rPr spc="-310" dirty="0"/>
              <a:t> </a:t>
            </a:r>
            <a:r>
              <a:rPr spc="-120" dirty="0"/>
              <a:t>Model</a:t>
            </a:r>
            <a:r>
              <a:rPr spc="-320" dirty="0"/>
              <a:t> </a:t>
            </a:r>
            <a:r>
              <a:rPr spc="-5" dirty="0"/>
              <a:t>&amp;</a:t>
            </a:r>
            <a:r>
              <a:rPr spc="-370" dirty="0"/>
              <a:t> </a:t>
            </a:r>
            <a:r>
              <a:rPr spc="-130" dirty="0"/>
              <a:t>Represent</a:t>
            </a:r>
          </a:p>
        </p:txBody>
      </p:sp>
      <p:pic>
        <p:nvPicPr>
          <p:cNvPr id="3" name="object 3"/>
          <p:cNvPicPr/>
          <p:nvPr/>
        </p:nvPicPr>
        <p:blipFill>
          <a:blip r:embed="rId2" cstate="print"/>
          <a:stretch>
            <a:fillRect/>
          </a:stretch>
        </p:blipFill>
        <p:spPr>
          <a:xfrm>
            <a:off x="101639" y="1612412"/>
            <a:ext cx="3709840" cy="3633175"/>
          </a:xfrm>
          <a:prstGeom prst="rect">
            <a:avLst/>
          </a:prstGeom>
        </p:spPr>
      </p:pic>
      <p:sp>
        <p:nvSpPr>
          <p:cNvPr id="4" name="object 4"/>
          <p:cNvSpPr txBox="1"/>
          <p:nvPr/>
        </p:nvSpPr>
        <p:spPr>
          <a:xfrm>
            <a:off x="3192017" y="852043"/>
            <a:ext cx="5539740" cy="4756785"/>
          </a:xfrm>
          <a:prstGeom prst="rect">
            <a:avLst/>
          </a:prstGeom>
        </p:spPr>
        <p:txBody>
          <a:bodyPr vert="horz" wrap="square" lIns="0" tIns="13335" rIns="0" bIns="0" rtlCol="0">
            <a:spAutoFit/>
          </a:bodyPr>
          <a:lstStyle/>
          <a:p>
            <a:pPr marL="12700">
              <a:lnSpc>
                <a:spcPct val="100000"/>
              </a:lnSpc>
              <a:spcBef>
                <a:spcPts val="105"/>
              </a:spcBef>
            </a:pPr>
            <a:r>
              <a:rPr sz="1600" b="1" spc="-150" dirty="0">
                <a:solidFill>
                  <a:srgbClr val="996600"/>
                </a:solidFill>
                <a:latin typeface="Times New Roman"/>
                <a:cs typeface="Times New Roman"/>
              </a:rPr>
              <a:t>C</a:t>
            </a:r>
            <a:r>
              <a:rPr sz="1600" b="1" spc="-135" dirty="0">
                <a:solidFill>
                  <a:srgbClr val="996600"/>
                </a:solidFill>
                <a:latin typeface="Times New Roman"/>
                <a:cs typeface="Times New Roman"/>
              </a:rPr>
              <a:t>o</a:t>
            </a:r>
            <a:r>
              <a:rPr sz="1600" b="1" spc="-150" dirty="0">
                <a:solidFill>
                  <a:srgbClr val="996600"/>
                </a:solidFill>
                <a:latin typeface="Times New Roman"/>
                <a:cs typeface="Times New Roman"/>
              </a:rPr>
              <a:t>n</a:t>
            </a:r>
            <a:r>
              <a:rPr sz="1600" b="1" spc="-140" dirty="0">
                <a:solidFill>
                  <a:srgbClr val="996600"/>
                </a:solidFill>
                <a:latin typeface="Times New Roman"/>
                <a:cs typeface="Times New Roman"/>
              </a:rPr>
              <a:t>ce</a:t>
            </a:r>
            <a:r>
              <a:rPr sz="1600" b="1" spc="-150" dirty="0">
                <a:solidFill>
                  <a:srgbClr val="996600"/>
                </a:solidFill>
                <a:latin typeface="Times New Roman"/>
                <a:cs typeface="Times New Roman"/>
              </a:rPr>
              <a:t>p</a:t>
            </a:r>
            <a:r>
              <a:rPr sz="1600" b="1" spc="-155" dirty="0">
                <a:solidFill>
                  <a:srgbClr val="996600"/>
                </a:solidFill>
                <a:latin typeface="Times New Roman"/>
                <a:cs typeface="Times New Roman"/>
              </a:rPr>
              <a:t>t</a:t>
            </a:r>
            <a:r>
              <a:rPr sz="1600" b="1" spc="-145" dirty="0">
                <a:solidFill>
                  <a:srgbClr val="996600"/>
                </a:solidFill>
                <a:latin typeface="Times New Roman"/>
                <a:cs typeface="Times New Roman"/>
              </a:rPr>
              <a:t>s</a:t>
            </a:r>
            <a:r>
              <a:rPr sz="1600" b="1" spc="25" dirty="0">
                <a:solidFill>
                  <a:srgbClr val="996600"/>
                </a:solidFill>
                <a:latin typeface="Times New Roman"/>
                <a:cs typeface="Times New Roman"/>
              </a:rPr>
              <a:t>,</a:t>
            </a:r>
            <a:r>
              <a:rPr sz="1600" b="1" spc="-135" dirty="0">
                <a:solidFill>
                  <a:srgbClr val="996600"/>
                </a:solidFill>
                <a:latin typeface="Times New Roman"/>
                <a:cs typeface="Times New Roman"/>
              </a:rPr>
              <a:t>logi</a:t>
            </a:r>
            <a:r>
              <a:rPr sz="1600" b="1" spc="25" dirty="0">
                <a:solidFill>
                  <a:srgbClr val="996600"/>
                </a:solidFill>
                <a:latin typeface="Times New Roman"/>
                <a:cs typeface="Times New Roman"/>
              </a:rPr>
              <a:t>c</a:t>
            </a:r>
            <a:r>
              <a:rPr sz="1600" b="1" spc="-150"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p</a:t>
            </a:r>
            <a:r>
              <a:rPr sz="1600" b="1" spc="-165"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45" dirty="0">
                <a:solidFill>
                  <a:srgbClr val="996600"/>
                </a:solidFill>
                <a:latin typeface="Times New Roman"/>
                <a:cs typeface="Times New Roman"/>
              </a:rPr>
              <a:t>s</a:t>
            </a:r>
            <a:r>
              <a:rPr sz="1600" b="1" spc="-140" dirty="0">
                <a:solidFill>
                  <a:srgbClr val="996600"/>
                </a:solidFill>
                <a:latin typeface="Times New Roman"/>
                <a:cs typeface="Times New Roman"/>
              </a:rPr>
              <a:t>e</a:t>
            </a:r>
            <a:r>
              <a:rPr sz="1600" b="1" spc="-175" dirty="0">
                <a:solidFill>
                  <a:srgbClr val="996600"/>
                </a:solidFill>
                <a:latin typeface="Times New Roman"/>
                <a:cs typeface="Times New Roman"/>
              </a:rPr>
              <a:t>n</a:t>
            </a:r>
            <a:r>
              <a:rPr sz="1600" b="1" spc="-155" dirty="0">
                <a:solidFill>
                  <a:srgbClr val="996600"/>
                </a:solidFill>
                <a:latin typeface="Times New Roman"/>
                <a:cs typeface="Times New Roman"/>
              </a:rPr>
              <a:t>t</a:t>
            </a:r>
            <a:r>
              <a:rPr sz="1600" b="1" spc="-135" dirty="0">
                <a:solidFill>
                  <a:srgbClr val="996600"/>
                </a:solidFill>
                <a:latin typeface="Times New Roman"/>
                <a:cs typeface="Times New Roman"/>
              </a:rPr>
              <a:t>a</a:t>
            </a:r>
            <a:r>
              <a:rPr sz="1600" b="1" spc="-155" dirty="0">
                <a:solidFill>
                  <a:srgbClr val="996600"/>
                </a:solidFill>
                <a:latin typeface="Times New Roman"/>
                <a:cs typeface="Times New Roman"/>
              </a:rPr>
              <a:t>t</a:t>
            </a:r>
            <a:r>
              <a:rPr sz="1600" b="1" spc="-160" dirty="0">
                <a:solidFill>
                  <a:srgbClr val="996600"/>
                </a:solidFill>
                <a:latin typeface="Times New Roman"/>
                <a:cs typeface="Times New Roman"/>
              </a:rPr>
              <a:t>io</a:t>
            </a:r>
            <a:r>
              <a:rPr sz="1600" b="1" spc="15" dirty="0">
                <a:solidFill>
                  <a:srgbClr val="996600"/>
                </a:solidFill>
                <a:latin typeface="Times New Roman"/>
                <a:cs typeface="Times New Roman"/>
              </a:rPr>
              <a:t>n</a:t>
            </a:r>
            <a:r>
              <a:rPr sz="1600" b="1" spc="-135" dirty="0">
                <a:solidFill>
                  <a:srgbClr val="996600"/>
                </a:solidFill>
                <a:latin typeface="Times New Roman"/>
                <a:cs typeface="Times New Roman"/>
              </a:rPr>
              <a:t>o</a:t>
            </a:r>
            <a:r>
              <a:rPr sz="1600" b="1" spc="85" dirty="0">
                <a:solidFill>
                  <a:srgbClr val="996600"/>
                </a:solidFill>
                <a:latin typeface="Times New Roman"/>
                <a:cs typeface="Times New Roman"/>
              </a:rPr>
              <a:t>f</a:t>
            </a:r>
            <a:r>
              <a:rPr sz="1600" b="1" dirty="0">
                <a:solidFill>
                  <a:srgbClr val="996600"/>
                </a:solidFill>
                <a:latin typeface="Times New Roman"/>
                <a:cs typeface="Times New Roman"/>
              </a:rPr>
              <a:t>a</a:t>
            </a:r>
            <a:r>
              <a:rPr sz="1600" b="1" spc="-295" dirty="0">
                <a:solidFill>
                  <a:srgbClr val="996600"/>
                </a:solidFill>
                <a:latin typeface="Times New Roman"/>
                <a:cs typeface="Times New Roman"/>
              </a:rPr>
              <a:t> </a:t>
            </a:r>
            <a:r>
              <a:rPr sz="1600" b="1" spc="-145" dirty="0">
                <a:solidFill>
                  <a:srgbClr val="996600"/>
                </a:solidFill>
                <a:latin typeface="Times New Roman"/>
                <a:cs typeface="Times New Roman"/>
              </a:rPr>
              <a:t>s</a:t>
            </a:r>
            <a:r>
              <a:rPr sz="1600" b="1" spc="-135" dirty="0">
                <a:solidFill>
                  <a:srgbClr val="996600"/>
                </a:solidFill>
                <a:latin typeface="Times New Roman"/>
                <a:cs typeface="Times New Roman"/>
              </a:rPr>
              <a:t>a</a:t>
            </a:r>
            <a:r>
              <a:rPr sz="1600" b="1" spc="-185" dirty="0">
                <a:solidFill>
                  <a:srgbClr val="996600"/>
                </a:solidFill>
                <a:latin typeface="Times New Roman"/>
                <a:cs typeface="Times New Roman"/>
              </a:rPr>
              <a:t>m</a:t>
            </a:r>
            <a:r>
              <a:rPr sz="1600" b="1" spc="-150" dirty="0">
                <a:solidFill>
                  <a:srgbClr val="996600"/>
                </a:solidFill>
                <a:latin typeface="Times New Roman"/>
                <a:cs typeface="Times New Roman"/>
              </a:rPr>
              <a:t>p</a:t>
            </a:r>
            <a:r>
              <a:rPr sz="1600" b="1" spc="-135" dirty="0">
                <a:solidFill>
                  <a:srgbClr val="996600"/>
                </a:solidFill>
                <a:latin typeface="Times New Roman"/>
                <a:cs typeface="Times New Roman"/>
              </a:rPr>
              <a:t>l</a:t>
            </a:r>
            <a:r>
              <a:rPr sz="1600" b="1" spc="75" dirty="0">
                <a:solidFill>
                  <a:srgbClr val="996600"/>
                </a:solidFill>
                <a:latin typeface="Times New Roman"/>
                <a:cs typeface="Times New Roman"/>
              </a:rPr>
              <a:t>e</a:t>
            </a:r>
            <a:r>
              <a:rPr sz="1600" b="1" spc="-135" dirty="0">
                <a:solidFill>
                  <a:srgbClr val="996600"/>
                </a:solidFill>
                <a:latin typeface="Times New Roman"/>
                <a:cs typeface="Times New Roman"/>
              </a:rPr>
              <a:t>ag</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n</a:t>
            </a:r>
            <a:r>
              <a:rPr sz="1600" b="1" dirty="0">
                <a:solidFill>
                  <a:srgbClr val="996600"/>
                </a:solidFill>
                <a:latin typeface="Times New Roman"/>
                <a:cs typeface="Times New Roman"/>
              </a:rPr>
              <a:t>t</a:t>
            </a:r>
            <a:endParaRPr sz="1600">
              <a:latin typeface="Times New Roman"/>
              <a:cs typeface="Times New Roman"/>
            </a:endParaRPr>
          </a:p>
          <a:p>
            <a:pPr>
              <a:lnSpc>
                <a:spcPct val="100000"/>
              </a:lnSpc>
              <a:spcBef>
                <a:spcPts val="35"/>
              </a:spcBef>
            </a:pPr>
            <a:endParaRPr sz="2500">
              <a:latin typeface="Times New Roman"/>
              <a:cs typeface="Times New Roman"/>
            </a:endParaRPr>
          </a:p>
          <a:p>
            <a:pPr marL="1015365">
              <a:lnSpc>
                <a:spcPct val="100000"/>
              </a:lnSpc>
            </a:pPr>
            <a:r>
              <a:rPr sz="1800" spc="-15" dirty="0">
                <a:latin typeface="Calibri"/>
                <a:cs typeface="Calibri"/>
              </a:rPr>
              <a:t>Wumpus</a:t>
            </a:r>
            <a:r>
              <a:rPr sz="1800" spc="-5" dirty="0">
                <a:latin typeface="Calibri"/>
                <a:cs typeface="Calibri"/>
              </a:rPr>
              <a:t> </a:t>
            </a:r>
            <a:r>
              <a:rPr sz="1800" spc="-20" dirty="0">
                <a:latin typeface="Calibri"/>
                <a:cs typeface="Calibri"/>
              </a:rPr>
              <a:t>World</a:t>
            </a:r>
            <a:r>
              <a:rPr sz="1800" dirty="0">
                <a:latin typeface="Calibri"/>
                <a:cs typeface="Calibri"/>
              </a:rPr>
              <a:t> </a:t>
            </a:r>
            <a:r>
              <a:rPr sz="1800" spc="-10" dirty="0">
                <a:latin typeface="Calibri"/>
                <a:cs typeface="Calibri"/>
              </a:rPr>
              <a:t>Problem:</a:t>
            </a:r>
            <a:endParaRPr sz="1800">
              <a:latin typeface="Calibri"/>
              <a:cs typeface="Calibri"/>
            </a:endParaRPr>
          </a:p>
          <a:p>
            <a:pPr>
              <a:lnSpc>
                <a:spcPct val="100000"/>
              </a:lnSpc>
            </a:pPr>
            <a:endParaRPr sz="1800">
              <a:latin typeface="Calibri"/>
              <a:cs typeface="Calibri"/>
            </a:endParaRPr>
          </a:p>
          <a:p>
            <a:pPr>
              <a:lnSpc>
                <a:spcPct val="100000"/>
              </a:lnSpc>
              <a:spcBef>
                <a:spcPts val="50"/>
              </a:spcBef>
            </a:pPr>
            <a:endParaRPr sz="1700">
              <a:latin typeface="Calibri"/>
              <a:cs typeface="Calibri"/>
            </a:endParaRPr>
          </a:p>
          <a:p>
            <a:pPr marL="1015365">
              <a:lnSpc>
                <a:spcPct val="100000"/>
              </a:lnSpc>
            </a:pPr>
            <a:r>
              <a:rPr sz="1800" spc="-10" dirty="0">
                <a:latin typeface="Calibri"/>
                <a:cs typeface="Calibri"/>
              </a:rPr>
              <a:t>PEAS:</a:t>
            </a:r>
            <a:endParaRPr sz="1800">
              <a:latin typeface="Calibri"/>
              <a:cs typeface="Calibri"/>
            </a:endParaRPr>
          </a:p>
          <a:p>
            <a:pPr marL="1015365">
              <a:lnSpc>
                <a:spcPct val="100000"/>
              </a:lnSpc>
            </a:pPr>
            <a:r>
              <a:rPr sz="1800" b="1" spc="-10" dirty="0">
                <a:latin typeface="Calibri"/>
                <a:cs typeface="Calibri"/>
              </a:rPr>
              <a:t>Performance</a:t>
            </a:r>
            <a:r>
              <a:rPr sz="1800" b="1" spc="-55" dirty="0">
                <a:latin typeface="Calibri"/>
                <a:cs typeface="Calibri"/>
              </a:rPr>
              <a:t> </a:t>
            </a:r>
            <a:r>
              <a:rPr sz="1800" b="1" spc="-10" dirty="0">
                <a:latin typeface="Calibri"/>
                <a:cs typeface="Calibri"/>
              </a:rPr>
              <a:t>Measure:</a:t>
            </a:r>
            <a:endParaRPr sz="1800">
              <a:latin typeface="Calibri"/>
              <a:cs typeface="Calibri"/>
            </a:endParaRPr>
          </a:p>
          <a:p>
            <a:pPr marL="1015365">
              <a:lnSpc>
                <a:spcPct val="100000"/>
              </a:lnSpc>
              <a:spcBef>
                <a:spcPts val="5"/>
              </a:spcBef>
            </a:pPr>
            <a:r>
              <a:rPr sz="1800" spc="-5" dirty="0">
                <a:latin typeface="Calibri"/>
                <a:cs typeface="Calibri"/>
              </a:rPr>
              <a:t>+1000</a:t>
            </a:r>
            <a:r>
              <a:rPr sz="1800" spc="5" dirty="0">
                <a:latin typeface="Calibri"/>
                <a:cs typeface="Calibri"/>
              </a:rPr>
              <a:t> </a:t>
            </a:r>
            <a:r>
              <a:rPr sz="1800" spc="-15" dirty="0">
                <a:latin typeface="Calibri"/>
                <a:cs typeface="Calibri"/>
              </a:rPr>
              <a:t>for</a:t>
            </a:r>
            <a:r>
              <a:rPr sz="1800" spc="-5" dirty="0">
                <a:latin typeface="Calibri"/>
                <a:cs typeface="Calibri"/>
              </a:rPr>
              <a:t> climbing</a:t>
            </a:r>
            <a:r>
              <a:rPr sz="1800" spc="25" dirty="0">
                <a:latin typeface="Calibri"/>
                <a:cs typeface="Calibri"/>
              </a:rPr>
              <a:t> </a:t>
            </a:r>
            <a:r>
              <a:rPr sz="1800" spc="-5" dirty="0">
                <a:latin typeface="Calibri"/>
                <a:cs typeface="Calibri"/>
              </a:rPr>
              <a:t>out</a:t>
            </a:r>
            <a:r>
              <a:rPr sz="1800" spc="-10" dirty="0">
                <a:latin typeface="Calibri"/>
                <a:cs typeface="Calibri"/>
              </a:rPr>
              <a:t> </a:t>
            </a:r>
            <a:r>
              <a:rPr sz="1800" dirty="0">
                <a:latin typeface="Calibri"/>
                <a:cs typeface="Calibri"/>
              </a:rPr>
              <a:t>with </a:t>
            </a:r>
            <a:r>
              <a:rPr sz="1800" spc="-10" dirty="0">
                <a:latin typeface="Calibri"/>
                <a:cs typeface="Calibri"/>
              </a:rPr>
              <a:t>gold,</a:t>
            </a:r>
            <a:endParaRPr sz="1800">
              <a:latin typeface="Calibri"/>
              <a:cs typeface="Calibri"/>
            </a:endParaRPr>
          </a:p>
          <a:p>
            <a:pPr marL="1015365">
              <a:lnSpc>
                <a:spcPct val="100000"/>
              </a:lnSpc>
            </a:pPr>
            <a:r>
              <a:rPr sz="1800" dirty="0">
                <a:latin typeface="Calibri"/>
                <a:cs typeface="Calibri"/>
              </a:rPr>
              <a:t>-1000</a:t>
            </a:r>
            <a:r>
              <a:rPr sz="1800" spc="-10" dirty="0">
                <a:latin typeface="Calibri"/>
                <a:cs typeface="Calibri"/>
              </a:rPr>
              <a:t> </a:t>
            </a:r>
            <a:r>
              <a:rPr sz="1800" spc="-15" dirty="0">
                <a:latin typeface="Calibri"/>
                <a:cs typeface="Calibri"/>
              </a:rPr>
              <a:t>for</a:t>
            </a:r>
            <a:r>
              <a:rPr sz="1800" spc="-5" dirty="0">
                <a:latin typeface="Calibri"/>
                <a:cs typeface="Calibri"/>
              </a:rPr>
              <a:t> </a:t>
            </a:r>
            <a:r>
              <a:rPr sz="1800" spc="-10" dirty="0">
                <a:latin typeface="Calibri"/>
                <a:cs typeface="Calibri"/>
              </a:rPr>
              <a:t>falling</a:t>
            </a:r>
            <a:r>
              <a:rPr sz="1800" spc="10" dirty="0">
                <a:latin typeface="Calibri"/>
                <a:cs typeface="Calibri"/>
              </a:rPr>
              <a:t> </a:t>
            </a:r>
            <a:r>
              <a:rPr sz="1800" spc="-20" dirty="0">
                <a:latin typeface="Calibri"/>
                <a:cs typeface="Calibri"/>
              </a:rPr>
              <a:t>into</a:t>
            </a:r>
            <a:r>
              <a:rPr sz="1800" spc="50" dirty="0">
                <a:latin typeface="Calibri"/>
                <a:cs typeface="Calibri"/>
              </a:rPr>
              <a:t> </a:t>
            </a:r>
            <a:r>
              <a:rPr sz="1800" dirty="0">
                <a:latin typeface="Calibri"/>
                <a:cs typeface="Calibri"/>
              </a:rPr>
              <a:t>a</a:t>
            </a:r>
            <a:r>
              <a:rPr sz="1800" spc="-10" dirty="0">
                <a:latin typeface="Calibri"/>
                <a:cs typeface="Calibri"/>
              </a:rPr>
              <a:t> </a:t>
            </a:r>
            <a:r>
              <a:rPr sz="1800" spc="-5" dirty="0">
                <a:latin typeface="Calibri"/>
                <a:cs typeface="Calibri"/>
              </a:rPr>
              <a:t>pit</a:t>
            </a:r>
            <a:r>
              <a:rPr sz="1800" spc="10" dirty="0">
                <a:latin typeface="Calibri"/>
                <a:cs typeface="Calibri"/>
              </a:rPr>
              <a:t> </a:t>
            </a:r>
            <a:r>
              <a:rPr sz="1800" dirty="0">
                <a:latin typeface="Calibri"/>
                <a:cs typeface="Calibri"/>
              </a:rPr>
              <a:t>or</a:t>
            </a:r>
            <a:r>
              <a:rPr sz="1800" spc="-5" dirty="0">
                <a:latin typeface="Calibri"/>
                <a:cs typeface="Calibri"/>
              </a:rPr>
              <a:t> </a:t>
            </a:r>
            <a:r>
              <a:rPr sz="1800" spc="-10" dirty="0">
                <a:latin typeface="Calibri"/>
                <a:cs typeface="Calibri"/>
              </a:rPr>
              <a:t>being</a:t>
            </a:r>
            <a:r>
              <a:rPr sz="1800" spc="30" dirty="0">
                <a:latin typeface="Calibri"/>
                <a:cs typeface="Calibri"/>
              </a:rPr>
              <a:t> </a:t>
            </a:r>
            <a:r>
              <a:rPr sz="1800" spc="-15" dirty="0">
                <a:latin typeface="Calibri"/>
                <a:cs typeface="Calibri"/>
              </a:rPr>
              <a:t>eaten</a:t>
            </a:r>
            <a:r>
              <a:rPr sz="1800" spc="30" dirty="0">
                <a:latin typeface="Calibri"/>
                <a:cs typeface="Calibri"/>
              </a:rPr>
              <a:t> </a:t>
            </a:r>
            <a:r>
              <a:rPr sz="1800" spc="-5" dirty="0">
                <a:latin typeface="Calibri"/>
                <a:cs typeface="Calibri"/>
              </a:rPr>
              <a:t>by</a:t>
            </a:r>
            <a:endParaRPr sz="1800">
              <a:latin typeface="Calibri"/>
              <a:cs typeface="Calibri"/>
            </a:endParaRPr>
          </a:p>
          <a:p>
            <a:pPr marL="1015365">
              <a:lnSpc>
                <a:spcPct val="100000"/>
              </a:lnSpc>
            </a:pPr>
            <a:r>
              <a:rPr sz="1800" spc="-15" dirty="0">
                <a:latin typeface="Calibri"/>
                <a:cs typeface="Calibri"/>
              </a:rPr>
              <a:t>Wumpus,</a:t>
            </a:r>
            <a:endParaRPr sz="1800">
              <a:latin typeface="Calibri"/>
              <a:cs typeface="Calibri"/>
            </a:endParaRPr>
          </a:p>
          <a:p>
            <a:pPr marL="1015365">
              <a:lnSpc>
                <a:spcPct val="100000"/>
              </a:lnSpc>
            </a:pPr>
            <a:r>
              <a:rPr sz="1800" dirty="0">
                <a:latin typeface="Calibri"/>
                <a:cs typeface="Calibri"/>
              </a:rPr>
              <a:t>-1</a:t>
            </a:r>
            <a:r>
              <a:rPr sz="1800" spc="-15" dirty="0">
                <a:latin typeface="Calibri"/>
                <a:cs typeface="Calibri"/>
              </a:rPr>
              <a:t> for</a:t>
            </a:r>
            <a:r>
              <a:rPr sz="1800" spc="-10" dirty="0">
                <a:latin typeface="Calibri"/>
                <a:cs typeface="Calibri"/>
              </a:rPr>
              <a:t> </a:t>
            </a:r>
            <a:r>
              <a:rPr sz="1800" spc="-5" dirty="0">
                <a:latin typeface="Calibri"/>
                <a:cs typeface="Calibri"/>
              </a:rPr>
              <a:t>each</a:t>
            </a:r>
            <a:r>
              <a:rPr sz="1800" dirty="0">
                <a:latin typeface="Calibri"/>
                <a:cs typeface="Calibri"/>
              </a:rPr>
              <a:t> action </a:t>
            </a:r>
            <a:r>
              <a:rPr sz="1800" spc="-20" dirty="0">
                <a:latin typeface="Calibri"/>
                <a:cs typeface="Calibri"/>
              </a:rPr>
              <a:t>taken </a:t>
            </a:r>
            <a:r>
              <a:rPr sz="1800" spc="-5" dirty="0">
                <a:latin typeface="Calibri"/>
                <a:cs typeface="Calibri"/>
              </a:rPr>
              <a:t>and</a:t>
            </a:r>
            <a:endParaRPr sz="1800">
              <a:latin typeface="Calibri"/>
              <a:cs typeface="Calibri"/>
            </a:endParaRPr>
          </a:p>
          <a:p>
            <a:pPr marL="1015365">
              <a:lnSpc>
                <a:spcPct val="100000"/>
              </a:lnSpc>
            </a:pPr>
            <a:r>
              <a:rPr sz="1800" dirty="0">
                <a:latin typeface="Calibri"/>
                <a:cs typeface="Calibri"/>
              </a:rPr>
              <a:t>-10</a:t>
            </a:r>
            <a:r>
              <a:rPr sz="1800" spc="-20" dirty="0">
                <a:latin typeface="Calibri"/>
                <a:cs typeface="Calibri"/>
              </a:rPr>
              <a:t> </a:t>
            </a:r>
            <a:r>
              <a:rPr sz="1800" spc="-15" dirty="0">
                <a:latin typeface="Calibri"/>
                <a:cs typeface="Calibri"/>
              </a:rPr>
              <a:t>for </a:t>
            </a:r>
            <a:r>
              <a:rPr sz="1800" spc="-10" dirty="0">
                <a:latin typeface="Calibri"/>
                <a:cs typeface="Calibri"/>
              </a:rPr>
              <a:t>using</a:t>
            </a:r>
            <a:r>
              <a:rPr sz="1800" spc="15" dirty="0">
                <a:latin typeface="Calibri"/>
                <a:cs typeface="Calibri"/>
              </a:rPr>
              <a:t> </a:t>
            </a:r>
            <a:r>
              <a:rPr sz="1800" dirty="0">
                <a:latin typeface="Calibri"/>
                <a:cs typeface="Calibri"/>
              </a:rPr>
              <a:t>an</a:t>
            </a:r>
            <a:r>
              <a:rPr sz="1800" spc="-5" dirty="0">
                <a:latin typeface="Calibri"/>
                <a:cs typeface="Calibri"/>
              </a:rPr>
              <a:t> arrow</a:t>
            </a:r>
            <a:endParaRPr sz="1800">
              <a:latin typeface="Calibri"/>
              <a:cs typeface="Calibri"/>
            </a:endParaRPr>
          </a:p>
          <a:p>
            <a:pPr>
              <a:lnSpc>
                <a:spcPct val="100000"/>
              </a:lnSpc>
              <a:spcBef>
                <a:spcPts val="25"/>
              </a:spcBef>
            </a:pPr>
            <a:endParaRPr sz="1750">
              <a:latin typeface="Calibri"/>
              <a:cs typeface="Calibri"/>
            </a:endParaRPr>
          </a:p>
          <a:p>
            <a:pPr marL="1015365">
              <a:lnSpc>
                <a:spcPct val="100000"/>
              </a:lnSpc>
              <a:spcBef>
                <a:spcPts val="5"/>
              </a:spcBef>
            </a:pPr>
            <a:r>
              <a:rPr sz="1800" b="1" spc="-15" dirty="0">
                <a:latin typeface="Calibri"/>
                <a:cs typeface="Calibri"/>
              </a:rPr>
              <a:t>Environment:</a:t>
            </a:r>
            <a:r>
              <a:rPr sz="1800" b="1" spc="5" dirty="0">
                <a:latin typeface="Calibri"/>
                <a:cs typeface="Calibri"/>
              </a:rPr>
              <a:t> </a:t>
            </a:r>
            <a:r>
              <a:rPr sz="1800" spc="-5" dirty="0">
                <a:latin typeface="Calibri"/>
                <a:cs typeface="Calibri"/>
              </a:rPr>
              <a:t>4x4</a:t>
            </a:r>
            <a:r>
              <a:rPr sz="1800" spc="5" dirty="0">
                <a:latin typeface="Calibri"/>
                <a:cs typeface="Calibri"/>
              </a:rPr>
              <a:t> </a:t>
            </a:r>
            <a:r>
              <a:rPr sz="1800" spc="-10" dirty="0">
                <a:latin typeface="Calibri"/>
                <a:cs typeface="Calibri"/>
              </a:rPr>
              <a:t>grid</a:t>
            </a:r>
            <a:r>
              <a:rPr sz="1800" spc="35" dirty="0">
                <a:latin typeface="Calibri"/>
                <a:cs typeface="Calibri"/>
              </a:rPr>
              <a:t> </a:t>
            </a:r>
            <a:r>
              <a:rPr sz="1800" dirty="0">
                <a:latin typeface="Calibri"/>
                <a:cs typeface="Calibri"/>
              </a:rPr>
              <a:t>of </a:t>
            </a:r>
            <a:r>
              <a:rPr sz="1800" spc="-5" dirty="0">
                <a:latin typeface="Calibri"/>
                <a:cs typeface="Calibri"/>
              </a:rPr>
              <a:t>rooms.</a:t>
            </a:r>
            <a:r>
              <a:rPr sz="1800" spc="-25" dirty="0">
                <a:latin typeface="Calibri"/>
                <a:cs typeface="Calibri"/>
              </a:rPr>
              <a:t> </a:t>
            </a:r>
            <a:r>
              <a:rPr sz="1800" spc="-15" dirty="0">
                <a:latin typeface="Calibri"/>
                <a:cs typeface="Calibri"/>
              </a:rPr>
              <a:t>Always</a:t>
            </a:r>
            <a:r>
              <a:rPr sz="1800" spc="-5" dirty="0">
                <a:latin typeface="Calibri"/>
                <a:cs typeface="Calibri"/>
              </a:rPr>
              <a:t> </a:t>
            </a:r>
            <a:r>
              <a:rPr sz="1800" spc="-15" dirty="0">
                <a:latin typeface="Calibri"/>
                <a:cs typeface="Calibri"/>
              </a:rPr>
              <a:t>starts</a:t>
            </a:r>
            <a:r>
              <a:rPr sz="1800" spc="10" dirty="0">
                <a:latin typeface="Calibri"/>
                <a:cs typeface="Calibri"/>
              </a:rPr>
              <a:t> </a:t>
            </a:r>
            <a:r>
              <a:rPr sz="1800" spc="-15" dirty="0">
                <a:latin typeface="Calibri"/>
                <a:cs typeface="Calibri"/>
              </a:rPr>
              <a:t>at</a:t>
            </a:r>
            <a:endParaRPr sz="1800">
              <a:latin typeface="Calibri"/>
              <a:cs typeface="Calibri"/>
            </a:endParaRPr>
          </a:p>
          <a:p>
            <a:pPr marL="1015365">
              <a:lnSpc>
                <a:spcPct val="100000"/>
              </a:lnSpc>
            </a:pPr>
            <a:r>
              <a:rPr sz="1800" dirty="0">
                <a:latin typeface="Calibri"/>
                <a:cs typeface="Calibri"/>
              </a:rPr>
              <a:t>[1,</a:t>
            </a:r>
            <a:r>
              <a:rPr sz="1800" spc="-20" dirty="0">
                <a:latin typeface="Calibri"/>
                <a:cs typeface="Calibri"/>
              </a:rPr>
              <a:t> </a:t>
            </a:r>
            <a:r>
              <a:rPr sz="1800" dirty="0">
                <a:latin typeface="Calibri"/>
                <a:cs typeface="Calibri"/>
              </a:rPr>
              <a:t>1]</a:t>
            </a:r>
            <a:r>
              <a:rPr sz="1800" spc="-15" dirty="0">
                <a:latin typeface="Calibri"/>
                <a:cs typeface="Calibri"/>
              </a:rPr>
              <a:t> </a:t>
            </a:r>
            <a:r>
              <a:rPr sz="1800" spc="-10" dirty="0">
                <a:latin typeface="Calibri"/>
                <a:cs typeface="Calibri"/>
              </a:rPr>
              <a:t>facing</a:t>
            </a:r>
            <a:r>
              <a:rPr sz="1800" spc="-5" dirty="0">
                <a:latin typeface="Calibri"/>
                <a:cs typeface="Calibri"/>
              </a:rPr>
              <a:t> </a:t>
            </a:r>
            <a:r>
              <a:rPr sz="1800" spc="-10" dirty="0">
                <a:latin typeface="Calibri"/>
                <a:cs typeface="Calibri"/>
              </a:rPr>
              <a:t>right.</a:t>
            </a:r>
            <a:endParaRPr sz="1800">
              <a:latin typeface="Calibri"/>
              <a:cs typeface="Calibri"/>
            </a:endParaRPr>
          </a:p>
          <a:p>
            <a:pPr marL="1015365">
              <a:lnSpc>
                <a:spcPct val="100000"/>
              </a:lnSpc>
            </a:pPr>
            <a:r>
              <a:rPr sz="1800" spc="-5" dirty="0">
                <a:latin typeface="Calibri"/>
                <a:cs typeface="Calibri"/>
              </a:rPr>
              <a:t>The</a:t>
            </a:r>
            <a:r>
              <a:rPr sz="1800" spc="10" dirty="0">
                <a:latin typeface="Calibri"/>
                <a:cs typeface="Calibri"/>
              </a:rPr>
              <a:t> </a:t>
            </a:r>
            <a:r>
              <a:rPr sz="1800" spc="-10" dirty="0">
                <a:latin typeface="Calibri"/>
                <a:cs typeface="Calibri"/>
              </a:rPr>
              <a:t>location</a:t>
            </a:r>
            <a:r>
              <a:rPr sz="1800" spc="-15" dirty="0">
                <a:latin typeface="Calibri"/>
                <a:cs typeface="Calibri"/>
              </a:rPr>
              <a:t> </a:t>
            </a:r>
            <a:r>
              <a:rPr sz="1800" spc="5" dirty="0">
                <a:latin typeface="Calibri"/>
                <a:cs typeface="Calibri"/>
              </a:rPr>
              <a:t>of</a:t>
            </a:r>
            <a:r>
              <a:rPr sz="1800" spc="-5" dirty="0">
                <a:latin typeface="Calibri"/>
                <a:cs typeface="Calibri"/>
              </a:rPr>
              <a:t> </a:t>
            </a:r>
            <a:r>
              <a:rPr sz="1800" spc="-15" dirty="0">
                <a:latin typeface="Calibri"/>
                <a:cs typeface="Calibri"/>
              </a:rPr>
              <a:t>Wumpus</a:t>
            </a:r>
            <a:r>
              <a:rPr sz="1800" spc="30" dirty="0">
                <a:latin typeface="Calibri"/>
                <a:cs typeface="Calibri"/>
              </a:rPr>
              <a:t> </a:t>
            </a:r>
            <a:r>
              <a:rPr sz="1800" spc="-5" dirty="0">
                <a:latin typeface="Calibri"/>
                <a:cs typeface="Calibri"/>
              </a:rPr>
              <a:t>and</a:t>
            </a:r>
            <a:r>
              <a:rPr sz="1800" spc="10" dirty="0">
                <a:latin typeface="Calibri"/>
                <a:cs typeface="Calibri"/>
              </a:rPr>
              <a:t> </a:t>
            </a:r>
            <a:r>
              <a:rPr sz="1800" spc="-5" dirty="0">
                <a:latin typeface="Calibri"/>
                <a:cs typeface="Calibri"/>
              </a:rPr>
              <a:t>Gold</a:t>
            </a:r>
            <a:r>
              <a:rPr sz="1800" spc="5" dirty="0">
                <a:latin typeface="Calibri"/>
                <a:cs typeface="Calibri"/>
              </a:rPr>
              <a:t> </a:t>
            </a:r>
            <a:r>
              <a:rPr sz="1800" spc="-10" dirty="0">
                <a:latin typeface="Calibri"/>
                <a:cs typeface="Calibri"/>
              </a:rPr>
              <a:t>are</a:t>
            </a:r>
            <a:r>
              <a:rPr sz="1800" spc="10" dirty="0">
                <a:latin typeface="Calibri"/>
                <a:cs typeface="Calibri"/>
              </a:rPr>
              <a:t> </a:t>
            </a:r>
            <a:r>
              <a:rPr sz="1800" spc="-10" dirty="0">
                <a:latin typeface="Calibri"/>
                <a:cs typeface="Calibri"/>
              </a:rPr>
              <a:t>random.</a:t>
            </a:r>
            <a:endParaRPr sz="1800">
              <a:latin typeface="Calibri"/>
              <a:cs typeface="Calibri"/>
            </a:endParaRPr>
          </a:p>
          <a:p>
            <a:pPr marL="1015365">
              <a:lnSpc>
                <a:spcPct val="100000"/>
              </a:lnSpc>
            </a:pPr>
            <a:r>
              <a:rPr sz="1800" spc="-20" dirty="0">
                <a:latin typeface="Calibri"/>
                <a:cs typeface="Calibri"/>
              </a:rPr>
              <a:t>Agent</a:t>
            </a:r>
            <a:r>
              <a:rPr sz="1800" spc="60" dirty="0">
                <a:latin typeface="Calibri"/>
                <a:cs typeface="Calibri"/>
              </a:rPr>
              <a:t> </a:t>
            </a:r>
            <a:r>
              <a:rPr sz="1800" spc="-10" dirty="0">
                <a:latin typeface="Calibri"/>
                <a:cs typeface="Calibri"/>
              </a:rPr>
              <a:t>dies</a:t>
            </a:r>
            <a:r>
              <a:rPr sz="1800" spc="10" dirty="0">
                <a:latin typeface="Calibri"/>
                <a:cs typeface="Calibri"/>
              </a:rPr>
              <a:t> </a:t>
            </a:r>
            <a:r>
              <a:rPr sz="1800" spc="-5" dirty="0">
                <a:latin typeface="Calibri"/>
                <a:cs typeface="Calibri"/>
              </a:rPr>
              <a:t>if</a:t>
            </a:r>
            <a:r>
              <a:rPr sz="1800" spc="25" dirty="0">
                <a:latin typeface="Calibri"/>
                <a:cs typeface="Calibri"/>
              </a:rPr>
              <a:t> </a:t>
            </a:r>
            <a:r>
              <a:rPr sz="1800" spc="-20" dirty="0">
                <a:latin typeface="Calibri"/>
                <a:cs typeface="Calibri"/>
              </a:rPr>
              <a:t>entered</a:t>
            </a:r>
            <a:r>
              <a:rPr sz="1800" spc="55" dirty="0">
                <a:latin typeface="Calibri"/>
                <a:cs typeface="Calibri"/>
              </a:rPr>
              <a:t> </a:t>
            </a:r>
            <a:r>
              <a:rPr sz="1800" dirty="0">
                <a:latin typeface="Calibri"/>
                <a:cs typeface="Calibri"/>
              </a:rPr>
              <a:t>a </a:t>
            </a:r>
            <a:r>
              <a:rPr sz="1800" spc="-10" dirty="0">
                <a:latin typeface="Calibri"/>
                <a:cs typeface="Calibri"/>
              </a:rPr>
              <a:t>pit</a:t>
            </a:r>
            <a:r>
              <a:rPr sz="1800" spc="20" dirty="0">
                <a:latin typeface="Calibri"/>
                <a:cs typeface="Calibri"/>
              </a:rPr>
              <a:t> </a:t>
            </a:r>
            <a:r>
              <a:rPr sz="1800" dirty="0">
                <a:latin typeface="Calibri"/>
                <a:cs typeface="Calibri"/>
              </a:rPr>
              <a:t>or </a:t>
            </a:r>
            <a:r>
              <a:rPr sz="1800" spc="-15" dirty="0">
                <a:latin typeface="Calibri"/>
                <a:cs typeface="Calibri"/>
              </a:rPr>
              <a:t>live</a:t>
            </a:r>
            <a:r>
              <a:rPr sz="1800" spc="15" dirty="0">
                <a:latin typeface="Calibri"/>
                <a:cs typeface="Calibri"/>
              </a:rPr>
              <a:t> </a:t>
            </a:r>
            <a:r>
              <a:rPr sz="1800" spc="-15" dirty="0">
                <a:latin typeface="Calibri"/>
                <a:cs typeface="Calibri"/>
              </a:rPr>
              <a:t>Wumpus.</a:t>
            </a:r>
            <a:endParaRPr sz="1800">
              <a:latin typeface="Calibri"/>
              <a:cs typeface="Calibri"/>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93878"/>
            <a:ext cx="5838825" cy="391160"/>
          </a:xfrm>
          <a:prstGeom prst="rect">
            <a:avLst/>
          </a:prstGeom>
        </p:spPr>
        <p:txBody>
          <a:bodyPr vert="horz" wrap="square" lIns="0" tIns="12700" rIns="0" bIns="0" rtlCol="0">
            <a:spAutoFit/>
          </a:bodyPr>
          <a:lstStyle/>
          <a:p>
            <a:pPr marL="12700">
              <a:lnSpc>
                <a:spcPct val="100000"/>
              </a:lnSpc>
              <a:spcBef>
                <a:spcPts val="100"/>
              </a:spcBef>
            </a:pPr>
            <a:r>
              <a:rPr spc="-155" dirty="0"/>
              <a:t>K</a:t>
            </a:r>
            <a:r>
              <a:rPr spc="-145" dirty="0"/>
              <a:t>no</a:t>
            </a:r>
            <a:r>
              <a:rPr spc="-90" dirty="0"/>
              <a:t>w</a:t>
            </a:r>
            <a:r>
              <a:rPr spc="-165" dirty="0"/>
              <a:t>l</a:t>
            </a:r>
            <a:r>
              <a:rPr spc="-140" dirty="0"/>
              <a:t>e</a:t>
            </a:r>
            <a:r>
              <a:rPr spc="-170" dirty="0"/>
              <a:t>d</a:t>
            </a:r>
            <a:r>
              <a:rPr spc="-145" dirty="0"/>
              <a:t>g</a:t>
            </a:r>
            <a:r>
              <a:rPr spc="-5" dirty="0"/>
              <a:t>e</a:t>
            </a:r>
            <a:r>
              <a:rPr spc="-365" dirty="0"/>
              <a:t> </a:t>
            </a:r>
            <a:r>
              <a:rPr spc="-145" dirty="0"/>
              <a:t>b</a:t>
            </a:r>
            <a:r>
              <a:rPr spc="-140" dirty="0"/>
              <a:t>ase</a:t>
            </a:r>
            <a:r>
              <a:rPr dirty="0"/>
              <a:t>d</a:t>
            </a:r>
            <a:r>
              <a:rPr spc="-450" dirty="0"/>
              <a:t> </a:t>
            </a:r>
            <a:r>
              <a:rPr spc="-225" dirty="0"/>
              <a:t>A</a:t>
            </a:r>
            <a:r>
              <a:rPr spc="-145" dirty="0"/>
              <a:t>g</a:t>
            </a:r>
            <a:r>
              <a:rPr spc="-140" dirty="0"/>
              <a:t>e</a:t>
            </a:r>
            <a:r>
              <a:rPr spc="-145" dirty="0"/>
              <a:t>n</a:t>
            </a:r>
            <a:r>
              <a:rPr dirty="0"/>
              <a:t>t</a:t>
            </a:r>
            <a:r>
              <a:rPr spc="-240" dirty="0"/>
              <a:t> </a:t>
            </a:r>
            <a:r>
              <a:rPr dirty="0"/>
              <a:t>:</a:t>
            </a:r>
            <a:r>
              <a:rPr spc="-310" dirty="0"/>
              <a:t> </a:t>
            </a:r>
            <a:r>
              <a:rPr spc="-150" dirty="0"/>
              <a:t>M</a:t>
            </a:r>
            <a:r>
              <a:rPr spc="-145" dirty="0"/>
              <a:t>od</a:t>
            </a:r>
            <a:r>
              <a:rPr spc="-140" dirty="0"/>
              <a:t>e</a:t>
            </a:r>
            <a:r>
              <a:rPr dirty="0"/>
              <a:t>l</a:t>
            </a:r>
            <a:r>
              <a:rPr spc="-325" dirty="0"/>
              <a:t> </a:t>
            </a:r>
            <a:r>
              <a:rPr spc="-5" dirty="0"/>
              <a:t>&amp;</a:t>
            </a:r>
            <a:r>
              <a:rPr spc="-310" dirty="0"/>
              <a:t> </a:t>
            </a:r>
            <a:r>
              <a:rPr spc="-155" dirty="0"/>
              <a:t>R</a:t>
            </a:r>
            <a:r>
              <a:rPr spc="-140" dirty="0"/>
              <a:t>e</a:t>
            </a:r>
            <a:r>
              <a:rPr spc="-145" dirty="0"/>
              <a:t>pr</a:t>
            </a:r>
            <a:r>
              <a:rPr spc="-140" dirty="0"/>
              <a:t>ese</a:t>
            </a:r>
            <a:r>
              <a:rPr spc="-145" dirty="0"/>
              <a:t>n</a:t>
            </a:r>
            <a:r>
              <a:rPr dirty="0"/>
              <a:t>t</a:t>
            </a:r>
          </a:p>
        </p:txBody>
      </p:sp>
      <p:pic>
        <p:nvPicPr>
          <p:cNvPr id="3" name="object 3"/>
          <p:cNvPicPr/>
          <p:nvPr/>
        </p:nvPicPr>
        <p:blipFill>
          <a:blip r:embed="rId2" cstate="print"/>
          <a:stretch>
            <a:fillRect/>
          </a:stretch>
        </p:blipFill>
        <p:spPr>
          <a:xfrm>
            <a:off x="101639" y="1612412"/>
            <a:ext cx="3709840" cy="3633175"/>
          </a:xfrm>
          <a:prstGeom prst="rect">
            <a:avLst/>
          </a:prstGeom>
        </p:spPr>
      </p:pic>
      <p:sp>
        <p:nvSpPr>
          <p:cNvPr id="4" name="object 4"/>
          <p:cNvSpPr txBox="1"/>
          <p:nvPr/>
        </p:nvSpPr>
        <p:spPr>
          <a:xfrm>
            <a:off x="3192017" y="852043"/>
            <a:ext cx="5447665" cy="4207510"/>
          </a:xfrm>
          <a:prstGeom prst="rect">
            <a:avLst/>
          </a:prstGeom>
        </p:spPr>
        <p:txBody>
          <a:bodyPr vert="horz" wrap="square" lIns="0" tIns="13335" rIns="0" bIns="0" rtlCol="0">
            <a:spAutoFit/>
          </a:bodyPr>
          <a:lstStyle/>
          <a:p>
            <a:pPr marL="12700">
              <a:lnSpc>
                <a:spcPct val="100000"/>
              </a:lnSpc>
              <a:spcBef>
                <a:spcPts val="105"/>
              </a:spcBef>
            </a:pPr>
            <a:r>
              <a:rPr sz="1600" b="1" spc="-150" dirty="0">
                <a:solidFill>
                  <a:srgbClr val="996600"/>
                </a:solidFill>
                <a:latin typeface="Times New Roman"/>
                <a:cs typeface="Times New Roman"/>
              </a:rPr>
              <a:t>C</a:t>
            </a:r>
            <a:r>
              <a:rPr sz="1600" b="1" spc="-135" dirty="0">
                <a:solidFill>
                  <a:srgbClr val="996600"/>
                </a:solidFill>
                <a:latin typeface="Times New Roman"/>
                <a:cs typeface="Times New Roman"/>
              </a:rPr>
              <a:t>o</a:t>
            </a:r>
            <a:r>
              <a:rPr sz="1600" b="1" spc="-150" dirty="0">
                <a:solidFill>
                  <a:srgbClr val="996600"/>
                </a:solidFill>
                <a:latin typeface="Times New Roman"/>
                <a:cs typeface="Times New Roman"/>
              </a:rPr>
              <a:t>n</a:t>
            </a:r>
            <a:r>
              <a:rPr sz="1600" b="1" spc="-140" dirty="0">
                <a:solidFill>
                  <a:srgbClr val="996600"/>
                </a:solidFill>
                <a:latin typeface="Times New Roman"/>
                <a:cs typeface="Times New Roman"/>
              </a:rPr>
              <a:t>ce</a:t>
            </a:r>
            <a:r>
              <a:rPr sz="1600" b="1" spc="-150" dirty="0">
                <a:solidFill>
                  <a:srgbClr val="996600"/>
                </a:solidFill>
                <a:latin typeface="Times New Roman"/>
                <a:cs typeface="Times New Roman"/>
              </a:rPr>
              <a:t>p</a:t>
            </a:r>
            <a:r>
              <a:rPr sz="1600" b="1" spc="-155" dirty="0">
                <a:solidFill>
                  <a:srgbClr val="996600"/>
                </a:solidFill>
                <a:latin typeface="Times New Roman"/>
                <a:cs typeface="Times New Roman"/>
              </a:rPr>
              <a:t>t</a:t>
            </a:r>
            <a:r>
              <a:rPr sz="1600" b="1" spc="-145" dirty="0">
                <a:solidFill>
                  <a:srgbClr val="996600"/>
                </a:solidFill>
                <a:latin typeface="Times New Roman"/>
                <a:cs typeface="Times New Roman"/>
              </a:rPr>
              <a:t>s</a:t>
            </a:r>
            <a:r>
              <a:rPr sz="1600" b="1" spc="25" dirty="0">
                <a:solidFill>
                  <a:srgbClr val="996600"/>
                </a:solidFill>
                <a:latin typeface="Times New Roman"/>
                <a:cs typeface="Times New Roman"/>
              </a:rPr>
              <a:t>,</a:t>
            </a:r>
            <a:r>
              <a:rPr sz="1600" b="1" spc="-135" dirty="0">
                <a:solidFill>
                  <a:srgbClr val="996600"/>
                </a:solidFill>
                <a:latin typeface="Times New Roman"/>
                <a:cs typeface="Times New Roman"/>
              </a:rPr>
              <a:t>logi</a:t>
            </a:r>
            <a:r>
              <a:rPr sz="1600" b="1" spc="25" dirty="0">
                <a:solidFill>
                  <a:srgbClr val="996600"/>
                </a:solidFill>
                <a:latin typeface="Times New Roman"/>
                <a:cs typeface="Times New Roman"/>
              </a:rPr>
              <a:t>c</a:t>
            </a:r>
            <a:r>
              <a:rPr sz="1600" b="1" spc="-150"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p</a:t>
            </a:r>
            <a:r>
              <a:rPr sz="1600" b="1" spc="-165"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45" dirty="0">
                <a:solidFill>
                  <a:srgbClr val="996600"/>
                </a:solidFill>
                <a:latin typeface="Times New Roman"/>
                <a:cs typeface="Times New Roman"/>
              </a:rPr>
              <a:t>s</a:t>
            </a:r>
            <a:r>
              <a:rPr sz="1600" b="1" spc="-140" dirty="0">
                <a:solidFill>
                  <a:srgbClr val="996600"/>
                </a:solidFill>
                <a:latin typeface="Times New Roman"/>
                <a:cs typeface="Times New Roman"/>
              </a:rPr>
              <a:t>e</a:t>
            </a:r>
            <a:r>
              <a:rPr sz="1600" b="1" spc="-175" dirty="0">
                <a:solidFill>
                  <a:srgbClr val="996600"/>
                </a:solidFill>
                <a:latin typeface="Times New Roman"/>
                <a:cs typeface="Times New Roman"/>
              </a:rPr>
              <a:t>n</a:t>
            </a:r>
            <a:r>
              <a:rPr sz="1600" b="1" spc="-155" dirty="0">
                <a:solidFill>
                  <a:srgbClr val="996600"/>
                </a:solidFill>
                <a:latin typeface="Times New Roman"/>
                <a:cs typeface="Times New Roman"/>
              </a:rPr>
              <a:t>t</a:t>
            </a:r>
            <a:r>
              <a:rPr sz="1600" b="1" spc="-135" dirty="0">
                <a:solidFill>
                  <a:srgbClr val="996600"/>
                </a:solidFill>
                <a:latin typeface="Times New Roman"/>
                <a:cs typeface="Times New Roman"/>
              </a:rPr>
              <a:t>a</a:t>
            </a:r>
            <a:r>
              <a:rPr sz="1600" b="1" spc="-155" dirty="0">
                <a:solidFill>
                  <a:srgbClr val="996600"/>
                </a:solidFill>
                <a:latin typeface="Times New Roman"/>
                <a:cs typeface="Times New Roman"/>
              </a:rPr>
              <a:t>t</a:t>
            </a:r>
            <a:r>
              <a:rPr sz="1600" b="1" spc="-160" dirty="0">
                <a:solidFill>
                  <a:srgbClr val="996600"/>
                </a:solidFill>
                <a:latin typeface="Times New Roman"/>
                <a:cs typeface="Times New Roman"/>
              </a:rPr>
              <a:t>io</a:t>
            </a:r>
            <a:r>
              <a:rPr sz="1600" b="1" spc="15" dirty="0">
                <a:solidFill>
                  <a:srgbClr val="996600"/>
                </a:solidFill>
                <a:latin typeface="Times New Roman"/>
                <a:cs typeface="Times New Roman"/>
              </a:rPr>
              <a:t>n</a:t>
            </a:r>
            <a:r>
              <a:rPr sz="1600" b="1" spc="-135" dirty="0">
                <a:solidFill>
                  <a:srgbClr val="996600"/>
                </a:solidFill>
                <a:latin typeface="Times New Roman"/>
                <a:cs typeface="Times New Roman"/>
              </a:rPr>
              <a:t>o</a:t>
            </a:r>
            <a:r>
              <a:rPr sz="1600" b="1" spc="85" dirty="0">
                <a:solidFill>
                  <a:srgbClr val="996600"/>
                </a:solidFill>
                <a:latin typeface="Times New Roman"/>
                <a:cs typeface="Times New Roman"/>
              </a:rPr>
              <a:t>f</a:t>
            </a:r>
            <a:r>
              <a:rPr sz="1600" b="1" dirty="0">
                <a:solidFill>
                  <a:srgbClr val="996600"/>
                </a:solidFill>
                <a:latin typeface="Times New Roman"/>
                <a:cs typeface="Times New Roman"/>
              </a:rPr>
              <a:t>a</a:t>
            </a:r>
            <a:r>
              <a:rPr sz="1600" b="1" spc="-295" dirty="0">
                <a:solidFill>
                  <a:srgbClr val="996600"/>
                </a:solidFill>
                <a:latin typeface="Times New Roman"/>
                <a:cs typeface="Times New Roman"/>
              </a:rPr>
              <a:t> </a:t>
            </a:r>
            <a:r>
              <a:rPr sz="1600" b="1" spc="-145" dirty="0">
                <a:solidFill>
                  <a:srgbClr val="996600"/>
                </a:solidFill>
                <a:latin typeface="Times New Roman"/>
                <a:cs typeface="Times New Roman"/>
              </a:rPr>
              <a:t>s</a:t>
            </a:r>
            <a:r>
              <a:rPr sz="1600" b="1" spc="-135" dirty="0">
                <a:solidFill>
                  <a:srgbClr val="996600"/>
                </a:solidFill>
                <a:latin typeface="Times New Roman"/>
                <a:cs typeface="Times New Roman"/>
              </a:rPr>
              <a:t>a</a:t>
            </a:r>
            <a:r>
              <a:rPr sz="1600" b="1" spc="-185" dirty="0">
                <a:solidFill>
                  <a:srgbClr val="996600"/>
                </a:solidFill>
                <a:latin typeface="Times New Roman"/>
                <a:cs typeface="Times New Roman"/>
              </a:rPr>
              <a:t>m</a:t>
            </a:r>
            <a:r>
              <a:rPr sz="1600" b="1" spc="-150" dirty="0">
                <a:solidFill>
                  <a:srgbClr val="996600"/>
                </a:solidFill>
                <a:latin typeface="Times New Roman"/>
                <a:cs typeface="Times New Roman"/>
              </a:rPr>
              <a:t>p</a:t>
            </a:r>
            <a:r>
              <a:rPr sz="1600" b="1" spc="-135" dirty="0">
                <a:solidFill>
                  <a:srgbClr val="996600"/>
                </a:solidFill>
                <a:latin typeface="Times New Roman"/>
                <a:cs typeface="Times New Roman"/>
              </a:rPr>
              <a:t>l</a:t>
            </a:r>
            <a:r>
              <a:rPr sz="1600" b="1" spc="75" dirty="0">
                <a:solidFill>
                  <a:srgbClr val="996600"/>
                </a:solidFill>
                <a:latin typeface="Times New Roman"/>
                <a:cs typeface="Times New Roman"/>
              </a:rPr>
              <a:t>e</a:t>
            </a:r>
            <a:r>
              <a:rPr sz="1600" b="1" spc="-135" dirty="0">
                <a:solidFill>
                  <a:srgbClr val="996600"/>
                </a:solidFill>
                <a:latin typeface="Times New Roman"/>
                <a:cs typeface="Times New Roman"/>
              </a:rPr>
              <a:t>ag</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n</a:t>
            </a:r>
            <a:r>
              <a:rPr sz="1600" b="1" dirty="0">
                <a:solidFill>
                  <a:srgbClr val="996600"/>
                </a:solidFill>
                <a:latin typeface="Times New Roman"/>
                <a:cs typeface="Times New Roman"/>
              </a:rPr>
              <a:t>t</a:t>
            </a:r>
            <a:endParaRPr sz="1600">
              <a:latin typeface="Times New Roman"/>
              <a:cs typeface="Times New Roman"/>
            </a:endParaRPr>
          </a:p>
          <a:p>
            <a:pPr>
              <a:lnSpc>
                <a:spcPct val="100000"/>
              </a:lnSpc>
              <a:spcBef>
                <a:spcPts val="35"/>
              </a:spcBef>
            </a:pPr>
            <a:endParaRPr sz="2500">
              <a:latin typeface="Times New Roman"/>
              <a:cs typeface="Times New Roman"/>
            </a:endParaRPr>
          </a:p>
          <a:p>
            <a:pPr marL="1015365">
              <a:lnSpc>
                <a:spcPct val="100000"/>
              </a:lnSpc>
            </a:pPr>
            <a:r>
              <a:rPr sz="1800" spc="-15" dirty="0">
                <a:latin typeface="Calibri"/>
                <a:cs typeface="Calibri"/>
              </a:rPr>
              <a:t>Wumpus</a:t>
            </a:r>
            <a:r>
              <a:rPr sz="1800" spc="-5" dirty="0">
                <a:latin typeface="Calibri"/>
                <a:cs typeface="Calibri"/>
              </a:rPr>
              <a:t> </a:t>
            </a:r>
            <a:r>
              <a:rPr sz="1800" spc="-20" dirty="0">
                <a:latin typeface="Calibri"/>
                <a:cs typeface="Calibri"/>
              </a:rPr>
              <a:t>World</a:t>
            </a:r>
            <a:r>
              <a:rPr sz="1800" dirty="0">
                <a:latin typeface="Calibri"/>
                <a:cs typeface="Calibri"/>
              </a:rPr>
              <a:t> </a:t>
            </a:r>
            <a:r>
              <a:rPr sz="1800" spc="-10" dirty="0">
                <a:latin typeface="Calibri"/>
                <a:cs typeface="Calibri"/>
              </a:rPr>
              <a:t>Problem:</a:t>
            </a:r>
            <a:endParaRPr sz="1800">
              <a:latin typeface="Calibri"/>
              <a:cs typeface="Calibri"/>
            </a:endParaRPr>
          </a:p>
          <a:p>
            <a:pPr>
              <a:lnSpc>
                <a:spcPct val="100000"/>
              </a:lnSpc>
            </a:pPr>
            <a:endParaRPr sz="1800">
              <a:latin typeface="Calibri"/>
              <a:cs typeface="Calibri"/>
            </a:endParaRPr>
          </a:p>
          <a:p>
            <a:pPr>
              <a:lnSpc>
                <a:spcPct val="100000"/>
              </a:lnSpc>
              <a:spcBef>
                <a:spcPts val="50"/>
              </a:spcBef>
            </a:pPr>
            <a:endParaRPr sz="1700">
              <a:latin typeface="Calibri"/>
              <a:cs typeface="Calibri"/>
            </a:endParaRPr>
          </a:p>
          <a:p>
            <a:pPr marL="1015365">
              <a:lnSpc>
                <a:spcPct val="100000"/>
              </a:lnSpc>
            </a:pPr>
            <a:r>
              <a:rPr sz="1800" spc="-10" dirty="0">
                <a:latin typeface="Calibri"/>
                <a:cs typeface="Calibri"/>
              </a:rPr>
              <a:t>PEAS:</a:t>
            </a:r>
            <a:endParaRPr sz="1800">
              <a:latin typeface="Calibri"/>
              <a:cs typeface="Calibri"/>
            </a:endParaRPr>
          </a:p>
          <a:p>
            <a:pPr marL="1015365" marR="3034665">
              <a:lnSpc>
                <a:spcPct val="100000"/>
              </a:lnSpc>
            </a:pPr>
            <a:r>
              <a:rPr sz="1800" b="1" spc="-15" dirty="0">
                <a:latin typeface="Calibri"/>
                <a:cs typeface="Calibri"/>
              </a:rPr>
              <a:t>Actuators</a:t>
            </a:r>
            <a:r>
              <a:rPr sz="1800" b="1" spc="10" dirty="0">
                <a:latin typeface="Calibri"/>
                <a:cs typeface="Calibri"/>
              </a:rPr>
              <a:t> </a:t>
            </a:r>
            <a:r>
              <a:rPr sz="1800" b="1" dirty="0">
                <a:latin typeface="Calibri"/>
                <a:cs typeface="Calibri"/>
              </a:rPr>
              <a:t>– </a:t>
            </a:r>
            <a:r>
              <a:rPr sz="1800" b="1" spc="5" dirty="0">
                <a:latin typeface="Calibri"/>
                <a:cs typeface="Calibri"/>
              </a:rPr>
              <a:t> </a:t>
            </a:r>
            <a:r>
              <a:rPr sz="1800" spc="-15" dirty="0">
                <a:latin typeface="Calibri"/>
                <a:cs typeface="Calibri"/>
              </a:rPr>
              <a:t>Forward, </a:t>
            </a:r>
            <a:r>
              <a:rPr sz="1800" spc="-10" dirty="0">
                <a:latin typeface="Calibri"/>
                <a:cs typeface="Calibri"/>
              </a:rPr>
              <a:t> </a:t>
            </a:r>
            <a:r>
              <a:rPr sz="1800" spc="-25" dirty="0">
                <a:latin typeface="Calibri"/>
                <a:cs typeface="Calibri"/>
              </a:rPr>
              <a:t>TurnLeft</a:t>
            </a:r>
            <a:r>
              <a:rPr sz="1800" spc="10" dirty="0">
                <a:latin typeface="Calibri"/>
                <a:cs typeface="Calibri"/>
              </a:rPr>
              <a:t> </a:t>
            </a:r>
            <a:r>
              <a:rPr sz="1800" spc="-5" dirty="0">
                <a:latin typeface="Calibri"/>
                <a:cs typeface="Calibri"/>
              </a:rPr>
              <a:t>by</a:t>
            </a:r>
            <a:r>
              <a:rPr sz="1800" spc="-30" dirty="0">
                <a:latin typeface="Calibri"/>
                <a:cs typeface="Calibri"/>
              </a:rPr>
              <a:t> </a:t>
            </a:r>
            <a:r>
              <a:rPr sz="1800" dirty="0">
                <a:latin typeface="Calibri"/>
                <a:cs typeface="Calibri"/>
              </a:rPr>
              <a:t>90,</a:t>
            </a:r>
            <a:endParaRPr sz="1800">
              <a:latin typeface="Calibri"/>
              <a:cs typeface="Calibri"/>
            </a:endParaRPr>
          </a:p>
          <a:p>
            <a:pPr marL="1015365">
              <a:lnSpc>
                <a:spcPct val="100000"/>
              </a:lnSpc>
              <a:spcBef>
                <a:spcPts val="5"/>
              </a:spcBef>
            </a:pPr>
            <a:r>
              <a:rPr sz="1800" spc="-25" dirty="0">
                <a:latin typeface="Calibri"/>
                <a:cs typeface="Calibri"/>
              </a:rPr>
              <a:t>TurnRight</a:t>
            </a:r>
            <a:r>
              <a:rPr sz="1800" spc="25" dirty="0">
                <a:latin typeface="Calibri"/>
                <a:cs typeface="Calibri"/>
              </a:rPr>
              <a:t> </a:t>
            </a:r>
            <a:r>
              <a:rPr sz="1800" spc="-10" dirty="0">
                <a:latin typeface="Calibri"/>
                <a:cs typeface="Calibri"/>
              </a:rPr>
              <a:t>by</a:t>
            </a:r>
            <a:r>
              <a:rPr sz="1800" spc="10" dirty="0">
                <a:latin typeface="Calibri"/>
                <a:cs typeface="Calibri"/>
              </a:rPr>
              <a:t> </a:t>
            </a:r>
            <a:r>
              <a:rPr sz="1800" dirty="0">
                <a:latin typeface="Calibri"/>
                <a:cs typeface="Calibri"/>
              </a:rPr>
              <a:t>90,</a:t>
            </a:r>
            <a:endParaRPr sz="1800">
              <a:latin typeface="Calibri"/>
              <a:cs typeface="Calibri"/>
            </a:endParaRPr>
          </a:p>
          <a:p>
            <a:pPr marL="1015365">
              <a:lnSpc>
                <a:spcPct val="100000"/>
              </a:lnSpc>
            </a:pPr>
            <a:r>
              <a:rPr sz="1800" spc="-20" dirty="0">
                <a:latin typeface="Calibri"/>
                <a:cs typeface="Calibri"/>
              </a:rPr>
              <a:t>Grab</a:t>
            </a:r>
            <a:r>
              <a:rPr sz="1800" spc="30" dirty="0">
                <a:latin typeface="Calibri"/>
                <a:cs typeface="Calibri"/>
              </a:rPr>
              <a:t> </a:t>
            </a:r>
            <a:r>
              <a:rPr sz="1800" dirty="0">
                <a:latin typeface="Calibri"/>
                <a:cs typeface="Calibri"/>
              </a:rPr>
              <a:t>–</a:t>
            </a:r>
            <a:r>
              <a:rPr sz="1800" spc="-20" dirty="0">
                <a:latin typeface="Calibri"/>
                <a:cs typeface="Calibri"/>
              </a:rPr>
              <a:t> </a:t>
            </a:r>
            <a:r>
              <a:rPr sz="1800" spc="-5" dirty="0">
                <a:latin typeface="Calibri"/>
                <a:cs typeface="Calibri"/>
              </a:rPr>
              <a:t>pick</a:t>
            </a:r>
            <a:r>
              <a:rPr sz="1800" spc="15" dirty="0">
                <a:latin typeface="Calibri"/>
                <a:cs typeface="Calibri"/>
              </a:rPr>
              <a:t> </a:t>
            </a:r>
            <a:r>
              <a:rPr sz="1800" spc="-10" dirty="0">
                <a:latin typeface="Calibri"/>
                <a:cs typeface="Calibri"/>
              </a:rPr>
              <a:t>gold</a:t>
            </a:r>
            <a:r>
              <a:rPr sz="1800" dirty="0">
                <a:latin typeface="Calibri"/>
                <a:cs typeface="Calibri"/>
              </a:rPr>
              <a:t> </a:t>
            </a:r>
            <a:r>
              <a:rPr sz="1800" spc="-5" dirty="0">
                <a:latin typeface="Calibri"/>
                <a:cs typeface="Calibri"/>
              </a:rPr>
              <a:t>if</a:t>
            </a:r>
            <a:r>
              <a:rPr sz="1800" spc="20" dirty="0">
                <a:latin typeface="Calibri"/>
                <a:cs typeface="Calibri"/>
              </a:rPr>
              <a:t> </a:t>
            </a:r>
            <a:r>
              <a:rPr sz="1800" spc="-15" dirty="0">
                <a:latin typeface="Calibri"/>
                <a:cs typeface="Calibri"/>
              </a:rPr>
              <a:t>present,</a:t>
            </a:r>
            <a:endParaRPr sz="1800">
              <a:latin typeface="Calibri"/>
              <a:cs typeface="Calibri"/>
            </a:endParaRPr>
          </a:p>
          <a:p>
            <a:pPr marL="1015365">
              <a:lnSpc>
                <a:spcPct val="100000"/>
              </a:lnSpc>
            </a:pPr>
            <a:r>
              <a:rPr sz="1800" spc="-5" dirty="0">
                <a:latin typeface="Calibri"/>
                <a:cs typeface="Calibri"/>
              </a:rPr>
              <a:t>Shoot </a:t>
            </a:r>
            <a:r>
              <a:rPr sz="1800" dirty="0">
                <a:latin typeface="Calibri"/>
                <a:cs typeface="Calibri"/>
              </a:rPr>
              <a:t>–</a:t>
            </a:r>
            <a:r>
              <a:rPr sz="1800" spc="15" dirty="0">
                <a:latin typeface="Calibri"/>
                <a:cs typeface="Calibri"/>
              </a:rPr>
              <a:t> </a:t>
            </a:r>
            <a:r>
              <a:rPr sz="1800" spc="-15" dirty="0">
                <a:latin typeface="Calibri"/>
                <a:cs typeface="Calibri"/>
              </a:rPr>
              <a:t>fire</a:t>
            </a:r>
            <a:r>
              <a:rPr sz="1800" spc="20" dirty="0">
                <a:latin typeface="Calibri"/>
                <a:cs typeface="Calibri"/>
              </a:rPr>
              <a:t> </a:t>
            </a:r>
            <a:r>
              <a:rPr sz="1800" dirty="0">
                <a:latin typeface="Calibri"/>
                <a:cs typeface="Calibri"/>
              </a:rPr>
              <a:t>an</a:t>
            </a:r>
            <a:r>
              <a:rPr sz="1800" spc="10" dirty="0">
                <a:latin typeface="Calibri"/>
                <a:cs typeface="Calibri"/>
              </a:rPr>
              <a:t> </a:t>
            </a:r>
            <a:r>
              <a:rPr sz="1800" spc="-30" dirty="0">
                <a:latin typeface="Calibri"/>
                <a:cs typeface="Calibri"/>
              </a:rPr>
              <a:t>arrow,</a:t>
            </a:r>
            <a:r>
              <a:rPr sz="1800" spc="-40" dirty="0">
                <a:latin typeface="Calibri"/>
                <a:cs typeface="Calibri"/>
              </a:rPr>
              <a:t> </a:t>
            </a:r>
            <a:r>
              <a:rPr sz="1800" spc="-5" dirty="0">
                <a:latin typeface="Calibri"/>
                <a:cs typeface="Calibri"/>
              </a:rPr>
              <a:t>it</a:t>
            </a:r>
            <a:r>
              <a:rPr sz="1800" spc="5" dirty="0">
                <a:latin typeface="Calibri"/>
                <a:cs typeface="Calibri"/>
              </a:rPr>
              <a:t> </a:t>
            </a:r>
            <a:r>
              <a:rPr sz="1800" spc="-10" dirty="0">
                <a:latin typeface="Calibri"/>
                <a:cs typeface="Calibri"/>
              </a:rPr>
              <a:t>either</a:t>
            </a:r>
            <a:r>
              <a:rPr sz="1800" spc="40" dirty="0">
                <a:latin typeface="Calibri"/>
                <a:cs typeface="Calibri"/>
              </a:rPr>
              <a:t> </a:t>
            </a:r>
            <a:r>
              <a:rPr sz="1800" spc="-10" dirty="0">
                <a:latin typeface="Calibri"/>
                <a:cs typeface="Calibri"/>
              </a:rPr>
              <a:t>hits</a:t>
            </a:r>
            <a:r>
              <a:rPr sz="1800" spc="10" dirty="0">
                <a:latin typeface="Calibri"/>
                <a:cs typeface="Calibri"/>
              </a:rPr>
              <a:t> </a:t>
            </a:r>
            <a:r>
              <a:rPr sz="1800" dirty="0">
                <a:latin typeface="Calibri"/>
                <a:cs typeface="Calibri"/>
              </a:rPr>
              <a:t>a</a:t>
            </a:r>
            <a:r>
              <a:rPr sz="1800" spc="5" dirty="0">
                <a:latin typeface="Calibri"/>
                <a:cs typeface="Calibri"/>
              </a:rPr>
              <a:t> </a:t>
            </a:r>
            <a:r>
              <a:rPr sz="1800" spc="-10" dirty="0">
                <a:latin typeface="Calibri"/>
                <a:cs typeface="Calibri"/>
              </a:rPr>
              <a:t>wall</a:t>
            </a:r>
            <a:r>
              <a:rPr sz="1800" spc="15" dirty="0">
                <a:latin typeface="Calibri"/>
                <a:cs typeface="Calibri"/>
              </a:rPr>
              <a:t> </a:t>
            </a:r>
            <a:r>
              <a:rPr sz="1800" dirty="0">
                <a:latin typeface="Calibri"/>
                <a:cs typeface="Calibri"/>
              </a:rPr>
              <a:t>or </a:t>
            </a:r>
            <a:r>
              <a:rPr sz="1800" spc="-10" dirty="0">
                <a:latin typeface="Calibri"/>
                <a:cs typeface="Calibri"/>
              </a:rPr>
              <a:t>kills</a:t>
            </a:r>
            <a:endParaRPr sz="1800">
              <a:latin typeface="Calibri"/>
              <a:cs typeface="Calibri"/>
            </a:endParaRPr>
          </a:p>
          <a:p>
            <a:pPr marL="1015365">
              <a:lnSpc>
                <a:spcPct val="100000"/>
              </a:lnSpc>
              <a:spcBef>
                <a:spcPts val="5"/>
              </a:spcBef>
            </a:pPr>
            <a:r>
              <a:rPr sz="1800" spc="-5" dirty="0">
                <a:latin typeface="Calibri"/>
                <a:cs typeface="Calibri"/>
              </a:rPr>
              <a:t>wumpus.</a:t>
            </a:r>
            <a:r>
              <a:rPr sz="1800" spc="5" dirty="0">
                <a:latin typeface="Calibri"/>
                <a:cs typeface="Calibri"/>
              </a:rPr>
              <a:t> </a:t>
            </a:r>
            <a:r>
              <a:rPr sz="1800" spc="-20" dirty="0">
                <a:latin typeface="Calibri"/>
                <a:cs typeface="Calibri"/>
              </a:rPr>
              <a:t>Agent</a:t>
            </a:r>
            <a:r>
              <a:rPr sz="1800" spc="55" dirty="0">
                <a:latin typeface="Calibri"/>
                <a:cs typeface="Calibri"/>
              </a:rPr>
              <a:t> </a:t>
            </a:r>
            <a:r>
              <a:rPr sz="1800" spc="-5" dirty="0">
                <a:latin typeface="Calibri"/>
                <a:cs typeface="Calibri"/>
              </a:rPr>
              <a:t>has</a:t>
            </a:r>
            <a:r>
              <a:rPr sz="1800" dirty="0">
                <a:latin typeface="Calibri"/>
                <a:cs typeface="Calibri"/>
              </a:rPr>
              <a:t> </a:t>
            </a:r>
            <a:r>
              <a:rPr sz="1800" spc="-5" dirty="0">
                <a:latin typeface="Calibri"/>
                <a:cs typeface="Calibri"/>
              </a:rPr>
              <a:t>only</a:t>
            </a:r>
            <a:r>
              <a:rPr sz="1800" spc="-10" dirty="0">
                <a:latin typeface="Calibri"/>
                <a:cs typeface="Calibri"/>
              </a:rPr>
              <a:t> </a:t>
            </a:r>
            <a:r>
              <a:rPr sz="1800" dirty="0">
                <a:latin typeface="Calibri"/>
                <a:cs typeface="Calibri"/>
              </a:rPr>
              <a:t>one</a:t>
            </a:r>
            <a:r>
              <a:rPr sz="1800" spc="5" dirty="0">
                <a:latin typeface="Calibri"/>
                <a:cs typeface="Calibri"/>
              </a:rPr>
              <a:t> </a:t>
            </a:r>
            <a:r>
              <a:rPr sz="1800" spc="-25" dirty="0">
                <a:latin typeface="Calibri"/>
                <a:cs typeface="Calibri"/>
              </a:rPr>
              <a:t>arrow.</a:t>
            </a:r>
            <a:endParaRPr sz="1800">
              <a:latin typeface="Calibri"/>
              <a:cs typeface="Calibri"/>
            </a:endParaRPr>
          </a:p>
          <a:p>
            <a:pPr marL="1015365">
              <a:lnSpc>
                <a:spcPct val="100000"/>
              </a:lnSpc>
            </a:pPr>
            <a:r>
              <a:rPr sz="1800" spc="-5" dirty="0">
                <a:latin typeface="Calibri"/>
                <a:cs typeface="Calibri"/>
              </a:rPr>
              <a:t>Climb</a:t>
            </a:r>
            <a:r>
              <a:rPr sz="1800" spc="10" dirty="0">
                <a:latin typeface="Calibri"/>
                <a:cs typeface="Calibri"/>
              </a:rPr>
              <a:t> </a:t>
            </a:r>
            <a:r>
              <a:rPr sz="1800" dirty="0">
                <a:latin typeface="Calibri"/>
                <a:cs typeface="Calibri"/>
              </a:rPr>
              <a:t>–</a:t>
            </a:r>
            <a:r>
              <a:rPr sz="1800" spc="10" dirty="0">
                <a:latin typeface="Calibri"/>
                <a:cs typeface="Calibri"/>
              </a:rPr>
              <a:t> </a:t>
            </a:r>
            <a:r>
              <a:rPr sz="1800" spc="-5" dirty="0">
                <a:latin typeface="Calibri"/>
                <a:cs typeface="Calibri"/>
              </a:rPr>
              <a:t>Used</a:t>
            </a:r>
            <a:r>
              <a:rPr sz="1800" spc="5" dirty="0">
                <a:latin typeface="Calibri"/>
                <a:cs typeface="Calibri"/>
              </a:rPr>
              <a:t> </a:t>
            </a:r>
            <a:r>
              <a:rPr sz="1800" spc="-15" dirty="0">
                <a:latin typeface="Calibri"/>
                <a:cs typeface="Calibri"/>
              </a:rPr>
              <a:t>to</a:t>
            </a:r>
            <a:r>
              <a:rPr sz="1800" dirty="0">
                <a:latin typeface="Calibri"/>
                <a:cs typeface="Calibri"/>
              </a:rPr>
              <a:t> </a:t>
            </a:r>
            <a:r>
              <a:rPr sz="1800" spc="-5" dirty="0">
                <a:latin typeface="Calibri"/>
                <a:cs typeface="Calibri"/>
              </a:rPr>
              <a:t>climb</a:t>
            </a:r>
            <a:r>
              <a:rPr sz="1800" spc="5" dirty="0">
                <a:latin typeface="Calibri"/>
                <a:cs typeface="Calibri"/>
              </a:rPr>
              <a:t> </a:t>
            </a:r>
            <a:r>
              <a:rPr sz="1800" spc="-5" dirty="0">
                <a:latin typeface="Calibri"/>
                <a:cs typeface="Calibri"/>
              </a:rPr>
              <a:t>out </a:t>
            </a:r>
            <a:r>
              <a:rPr sz="1800" dirty="0">
                <a:latin typeface="Calibri"/>
                <a:cs typeface="Calibri"/>
              </a:rPr>
              <a:t>of</a:t>
            </a:r>
            <a:r>
              <a:rPr sz="1800" spc="-10" dirty="0">
                <a:latin typeface="Calibri"/>
                <a:cs typeface="Calibri"/>
              </a:rPr>
              <a:t> </a:t>
            </a:r>
            <a:r>
              <a:rPr sz="1800" spc="-15" dirty="0">
                <a:latin typeface="Calibri"/>
                <a:cs typeface="Calibri"/>
              </a:rPr>
              <a:t>cave,</a:t>
            </a:r>
            <a:r>
              <a:rPr sz="1800" dirty="0">
                <a:latin typeface="Calibri"/>
                <a:cs typeface="Calibri"/>
              </a:rPr>
              <a:t> </a:t>
            </a:r>
            <a:r>
              <a:rPr sz="1800" spc="-5" dirty="0">
                <a:latin typeface="Calibri"/>
                <a:cs typeface="Calibri"/>
              </a:rPr>
              <a:t>only</a:t>
            </a:r>
            <a:r>
              <a:rPr sz="1800" spc="15" dirty="0">
                <a:latin typeface="Calibri"/>
                <a:cs typeface="Calibri"/>
              </a:rPr>
              <a:t> </a:t>
            </a:r>
            <a:r>
              <a:rPr sz="1800" spc="-10" dirty="0">
                <a:latin typeface="Calibri"/>
                <a:cs typeface="Calibri"/>
              </a:rPr>
              <a:t>from</a:t>
            </a:r>
            <a:r>
              <a:rPr sz="1800" spc="-30" dirty="0">
                <a:latin typeface="Calibri"/>
                <a:cs typeface="Calibri"/>
              </a:rPr>
              <a:t> </a:t>
            </a:r>
            <a:r>
              <a:rPr sz="1800" dirty="0">
                <a:latin typeface="Calibri"/>
                <a:cs typeface="Calibri"/>
              </a:rPr>
              <a:t>[1,</a:t>
            </a:r>
            <a:endParaRPr sz="1800">
              <a:latin typeface="Calibri"/>
              <a:cs typeface="Calibri"/>
            </a:endParaRPr>
          </a:p>
          <a:p>
            <a:pPr marL="1015365">
              <a:lnSpc>
                <a:spcPct val="100000"/>
              </a:lnSpc>
            </a:pPr>
            <a:r>
              <a:rPr sz="1800" spc="-5" dirty="0">
                <a:latin typeface="Calibri"/>
                <a:cs typeface="Calibri"/>
              </a:rPr>
              <a:t>1]</a:t>
            </a:r>
            <a:endParaRPr sz="1800">
              <a:latin typeface="Calibri"/>
              <a:cs typeface="Calibri"/>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93878"/>
            <a:ext cx="5838825" cy="391160"/>
          </a:xfrm>
          <a:prstGeom prst="rect">
            <a:avLst/>
          </a:prstGeom>
        </p:spPr>
        <p:txBody>
          <a:bodyPr vert="horz" wrap="square" lIns="0" tIns="12700" rIns="0" bIns="0" rtlCol="0">
            <a:spAutoFit/>
          </a:bodyPr>
          <a:lstStyle/>
          <a:p>
            <a:pPr marL="12700">
              <a:lnSpc>
                <a:spcPct val="100000"/>
              </a:lnSpc>
              <a:spcBef>
                <a:spcPts val="100"/>
              </a:spcBef>
            </a:pPr>
            <a:r>
              <a:rPr spc="-155" dirty="0"/>
              <a:t>K</a:t>
            </a:r>
            <a:r>
              <a:rPr spc="-145" dirty="0"/>
              <a:t>no</a:t>
            </a:r>
            <a:r>
              <a:rPr spc="-90" dirty="0"/>
              <a:t>w</a:t>
            </a:r>
            <a:r>
              <a:rPr spc="-165" dirty="0"/>
              <a:t>l</a:t>
            </a:r>
            <a:r>
              <a:rPr spc="-140" dirty="0"/>
              <a:t>e</a:t>
            </a:r>
            <a:r>
              <a:rPr spc="-170" dirty="0"/>
              <a:t>d</a:t>
            </a:r>
            <a:r>
              <a:rPr spc="-145" dirty="0"/>
              <a:t>g</a:t>
            </a:r>
            <a:r>
              <a:rPr spc="-5" dirty="0"/>
              <a:t>e</a:t>
            </a:r>
            <a:r>
              <a:rPr spc="-365" dirty="0"/>
              <a:t> </a:t>
            </a:r>
            <a:r>
              <a:rPr spc="-145" dirty="0"/>
              <a:t>b</a:t>
            </a:r>
            <a:r>
              <a:rPr spc="-140" dirty="0"/>
              <a:t>ase</a:t>
            </a:r>
            <a:r>
              <a:rPr dirty="0"/>
              <a:t>d</a:t>
            </a:r>
            <a:r>
              <a:rPr spc="-450" dirty="0"/>
              <a:t> </a:t>
            </a:r>
            <a:r>
              <a:rPr spc="-225" dirty="0"/>
              <a:t>A</a:t>
            </a:r>
            <a:r>
              <a:rPr spc="-145" dirty="0"/>
              <a:t>g</a:t>
            </a:r>
            <a:r>
              <a:rPr spc="-140" dirty="0"/>
              <a:t>e</a:t>
            </a:r>
            <a:r>
              <a:rPr spc="-145" dirty="0"/>
              <a:t>n</a:t>
            </a:r>
            <a:r>
              <a:rPr dirty="0"/>
              <a:t>t</a:t>
            </a:r>
            <a:r>
              <a:rPr spc="-240" dirty="0"/>
              <a:t> </a:t>
            </a:r>
            <a:r>
              <a:rPr dirty="0"/>
              <a:t>:</a:t>
            </a:r>
            <a:r>
              <a:rPr spc="-310" dirty="0"/>
              <a:t> </a:t>
            </a:r>
            <a:r>
              <a:rPr spc="-150" dirty="0"/>
              <a:t>M</a:t>
            </a:r>
            <a:r>
              <a:rPr spc="-145" dirty="0"/>
              <a:t>od</a:t>
            </a:r>
            <a:r>
              <a:rPr spc="-140" dirty="0"/>
              <a:t>e</a:t>
            </a:r>
            <a:r>
              <a:rPr dirty="0"/>
              <a:t>l</a:t>
            </a:r>
            <a:r>
              <a:rPr spc="-325" dirty="0"/>
              <a:t> </a:t>
            </a:r>
            <a:r>
              <a:rPr spc="-5" dirty="0"/>
              <a:t>&amp;</a:t>
            </a:r>
            <a:r>
              <a:rPr spc="-310" dirty="0"/>
              <a:t> </a:t>
            </a:r>
            <a:r>
              <a:rPr spc="-155" dirty="0"/>
              <a:t>R</a:t>
            </a:r>
            <a:r>
              <a:rPr spc="-140" dirty="0"/>
              <a:t>e</a:t>
            </a:r>
            <a:r>
              <a:rPr spc="-145" dirty="0"/>
              <a:t>pr</a:t>
            </a:r>
            <a:r>
              <a:rPr spc="-140" dirty="0"/>
              <a:t>ese</a:t>
            </a:r>
            <a:r>
              <a:rPr spc="-145" dirty="0"/>
              <a:t>n</a:t>
            </a:r>
            <a:r>
              <a:rPr dirty="0"/>
              <a:t>t</a:t>
            </a:r>
          </a:p>
        </p:txBody>
      </p:sp>
      <p:pic>
        <p:nvPicPr>
          <p:cNvPr id="3" name="object 3"/>
          <p:cNvPicPr/>
          <p:nvPr/>
        </p:nvPicPr>
        <p:blipFill>
          <a:blip r:embed="rId2" cstate="print"/>
          <a:stretch>
            <a:fillRect/>
          </a:stretch>
        </p:blipFill>
        <p:spPr>
          <a:xfrm>
            <a:off x="101639" y="1612412"/>
            <a:ext cx="3709840" cy="3633175"/>
          </a:xfrm>
          <a:prstGeom prst="rect">
            <a:avLst/>
          </a:prstGeom>
        </p:spPr>
      </p:pic>
      <p:sp>
        <p:nvSpPr>
          <p:cNvPr id="4" name="object 4"/>
          <p:cNvSpPr txBox="1"/>
          <p:nvPr/>
        </p:nvSpPr>
        <p:spPr>
          <a:xfrm>
            <a:off x="3192017" y="852043"/>
            <a:ext cx="5487035" cy="3109595"/>
          </a:xfrm>
          <a:prstGeom prst="rect">
            <a:avLst/>
          </a:prstGeom>
        </p:spPr>
        <p:txBody>
          <a:bodyPr vert="horz" wrap="square" lIns="0" tIns="13335" rIns="0" bIns="0" rtlCol="0">
            <a:spAutoFit/>
          </a:bodyPr>
          <a:lstStyle/>
          <a:p>
            <a:pPr marL="12700">
              <a:lnSpc>
                <a:spcPct val="100000"/>
              </a:lnSpc>
              <a:spcBef>
                <a:spcPts val="105"/>
              </a:spcBef>
            </a:pPr>
            <a:r>
              <a:rPr sz="1600" b="1" spc="-150" dirty="0">
                <a:solidFill>
                  <a:srgbClr val="996600"/>
                </a:solidFill>
                <a:latin typeface="Times New Roman"/>
                <a:cs typeface="Times New Roman"/>
              </a:rPr>
              <a:t>C</a:t>
            </a:r>
            <a:r>
              <a:rPr sz="1600" b="1" spc="-135" dirty="0">
                <a:solidFill>
                  <a:srgbClr val="996600"/>
                </a:solidFill>
                <a:latin typeface="Times New Roman"/>
                <a:cs typeface="Times New Roman"/>
              </a:rPr>
              <a:t>o</a:t>
            </a:r>
            <a:r>
              <a:rPr sz="1600" b="1" spc="-150" dirty="0">
                <a:solidFill>
                  <a:srgbClr val="996600"/>
                </a:solidFill>
                <a:latin typeface="Times New Roman"/>
                <a:cs typeface="Times New Roman"/>
              </a:rPr>
              <a:t>n</a:t>
            </a:r>
            <a:r>
              <a:rPr sz="1600" b="1" spc="-140" dirty="0">
                <a:solidFill>
                  <a:srgbClr val="996600"/>
                </a:solidFill>
                <a:latin typeface="Times New Roman"/>
                <a:cs typeface="Times New Roman"/>
              </a:rPr>
              <a:t>ce</a:t>
            </a:r>
            <a:r>
              <a:rPr sz="1600" b="1" spc="-150" dirty="0">
                <a:solidFill>
                  <a:srgbClr val="996600"/>
                </a:solidFill>
                <a:latin typeface="Times New Roman"/>
                <a:cs typeface="Times New Roman"/>
              </a:rPr>
              <a:t>p</a:t>
            </a:r>
            <a:r>
              <a:rPr sz="1600" b="1" spc="-155" dirty="0">
                <a:solidFill>
                  <a:srgbClr val="996600"/>
                </a:solidFill>
                <a:latin typeface="Times New Roman"/>
                <a:cs typeface="Times New Roman"/>
              </a:rPr>
              <a:t>t</a:t>
            </a:r>
            <a:r>
              <a:rPr sz="1600" b="1" spc="-145" dirty="0">
                <a:solidFill>
                  <a:srgbClr val="996600"/>
                </a:solidFill>
                <a:latin typeface="Times New Roman"/>
                <a:cs typeface="Times New Roman"/>
              </a:rPr>
              <a:t>s</a:t>
            </a:r>
            <a:r>
              <a:rPr sz="1600" b="1" spc="25" dirty="0">
                <a:solidFill>
                  <a:srgbClr val="996600"/>
                </a:solidFill>
                <a:latin typeface="Times New Roman"/>
                <a:cs typeface="Times New Roman"/>
              </a:rPr>
              <a:t>,</a:t>
            </a:r>
            <a:r>
              <a:rPr sz="1600" b="1" spc="-135" dirty="0">
                <a:solidFill>
                  <a:srgbClr val="996600"/>
                </a:solidFill>
                <a:latin typeface="Times New Roman"/>
                <a:cs typeface="Times New Roman"/>
              </a:rPr>
              <a:t>logi</a:t>
            </a:r>
            <a:r>
              <a:rPr sz="1600" b="1" spc="25" dirty="0">
                <a:solidFill>
                  <a:srgbClr val="996600"/>
                </a:solidFill>
                <a:latin typeface="Times New Roman"/>
                <a:cs typeface="Times New Roman"/>
              </a:rPr>
              <a:t>c</a:t>
            </a:r>
            <a:r>
              <a:rPr sz="1600" b="1" spc="-150"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p</a:t>
            </a:r>
            <a:r>
              <a:rPr sz="1600" b="1" spc="-165"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45" dirty="0">
                <a:solidFill>
                  <a:srgbClr val="996600"/>
                </a:solidFill>
                <a:latin typeface="Times New Roman"/>
                <a:cs typeface="Times New Roman"/>
              </a:rPr>
              <a:t>s</a:t>
            </a:r>
            <a:r>
              <a:rPr sz="1600" b="1" spc="-140" dirty="0">
                <a:solidFill>
                  <a:srgbClr val="996600"/>
                </a:solidFill>
                <a:latin typeface="Times New Roman"/>
                <a:cs typeface="Times New Roman"/>
              </a:rPr>
              <a:t>e</a:t>
            </a:r>
            <a:r>
              <a:rPr sz="1600" b="1" spc="-175" dirty="0">
                <a:solidFill>
                  <a:srgbClr val="996600"/>
                </a:solidFill>
                <a:latin typeface="Times New Roman"/>
                <a:cs typeface="Times New Roman"/>
              </a:rPr>
              <a:t>n</a:t>
            </a:r>
            <a:r>
              <a:rPr sz="1600" b="1" spc="-155" dirty="0">
                <a:solidFill>
                  <a:srgbClr val="996600"/>
                </a:solidFill>
                <a:latin typeface="Times New Roman"/>
                <a:cs typeface="Times New Roman"/>
              </a:rPr>
              <a:t>t</a:t>
            </a:r>
            <a:r>
              <a:rPr sz="1600" b="1" spc="-135" dirty="0">
                <a:solidFill>
                  <a:srgbClr val="996600"/>
                </a:solidFill>
                <a:latin typeface="Times New Roman"/>
                <a:cs typeface="Times New Roman"/>
              </a:rPr>
              <a:t>a</a:t>
            </a:r>
            <a:r>
              <a:rPr sz="1600" b="1" spc="-155" dirty="0">
                <a:solidFill>
                  <a:srgbClr val="996600"/>
                </a:solidFill>
                <a:latin typeface="Times New Roman"/>
                <a:cs typeface="Times New Roman"/>
              </a:rPr>
              <a:t>t</a:t>
            </a:r>
            <a:r>
              <a:rPr sz="1600" b="1" spc="-160" dirty="0">
                <a:solidFill>
                  <a:srgbClr val="996600"/>
                </a:solidFill>
                <a:latin typeface="Times New Roman"/>
                <a:cs typeface="Times New Roman"/>
              </a:rPr>
              <a:t>io</a:t>
            </a:r>
            <a:r>
              <a:rPr sz="1600" b="1" spc="15" dirty="0">
                <a:solidFill>
                  <a:srgbClr val="996600"/>
                </a:solidFill>
                <a:latin typeface="Times New Roman"/>
                <a:cs typeface="Times New Roman"/>
              </a:rPr>
              <a:t>n</a:t>
            </a:r>
            <a:r>
              <a:rPr sz="1600" b="1" spc="-135" dirty="0">
                <a:solidFill>
                  <a:srgbClr val="996600"/>
                </a:solidFill>
                <a:latin typeface="Times New Roman"/>
                <a:cs typeface="Times New Roman"/>
              </a:rPr>
              <a:t>o</a:t>
            </a:r>
            <a:r>
              <a:rPr sz="1600" b="1" spc="85" dirty="0">
                <a:solidFill>
                  <a:srgbClr val="996600"/>
                </a:solidFill>
                <a:latin typeface="Times New Roman"/>
                <a:cs typeface="Times New Roman"/>
              </a:rPr>
              <a:t>f</a:t>
            </a:r>
            <a:r>
              <a:rPr sz="1600" b="1" dirty="0">
                <a:solidFill>
                  <a:srgbClr val="996600"/>
                </a:solidFill>
                <a:latin typeface="Times New Roman"/>
                <a:cs typeface="Times New Roman"/>
              </a:rPr>
              <a:t>a</a:t>
            </a:r>
            <a:r>
              <a:rPr sz="1600" b="1" spc="-295" dirty="0">
                <a:solidFill>
                  <a:srgbClr val="996600"/>
                </a:solidFill>
                <a:latin typeface="Times New Roman"/>
                <a:cs typeface="Times New Roman"/>
              </a:rPr>
              <a:t> </a:t>
            </a:r>
            <a:r>
              <a:rPr sz="1600" b="1" spc="-145" dirty="0">
                <a:solidFill>
                  <a:srgbClr val="996600"/>
                </a:solidFill>
                <a:latin typeface="Times New Roman"/>
                <a:cs typeface="Times New Roman"/>
              </a:rPr>
              <a:t>s</a:t>
            </a:r>
            <a:r>
              <a:rPr sz="1600" b="1" spc="-135" dirty="0">
                <a:solidFill>
                  <a:srgbClr val="996600"/>
                </a:solidFill>
                <a:latin typeface="Times New Roman"/>
                <a:cs typeface="Times New Roman"/>
              </a:rPr>
              <a:t>a</a:t>
            </a:r>
            <a:r>
              <a:rPr sz="1600" b="1" spc="-185" dirty="0">
                <a:solidFill>
                  <a:srgbClr val="996600"/>
                </a:solidFill>
                <a:latin typeface="Times New Roman"/>
                <a:cs typeface="Times New Roman"/>
              </a:rPr>
              <a:t>m</a:t>
            </a:r>
            <a:r>
              <a:rPr sz="1600" b="1" spc="-150" dirty="0">
                <a:solidFill>
                  <a:srgbClr val="996600"/>
                </a:solidFill>
                <a:latin typeface="Times New Roman"/>
                <a:cs typeface="Times New Roman"/>
              </a:rPr>
              <a:t>p</a:t>
            </a:r>
            <a:r>
              <a:rPr sz="1600" b="1" spc="-135" dirty="0">
                <a:solidFill>
                  <a:srgbClr val="996600"/>
                </a:solidFill>
                <a:latin typeface="Times New Roman"/>
                <a:cs typeface="Times New Roman"/>
              </a:rPr>
              <a:t>l</a:t>
            </a:r>
            <a:r>
              <a:rPr sz="1600" b="1" spc="75" dirty="0">
                <a:solidFill>
                  <a:srgbClr val="996600"/>
                </a:solidFill>
                <a:latin typeface="Times New Roman"/>
                <a:cs typeface="Times New Roman"/>
              </a:rPr>
              <a:t>e</a:t>
            </a:r>
            <a:r>
              <a:rPr sz="1600" b="1" spc="-135" dirty="0">
                <a:solidFill>
                  <a:srgbClr val="996600"/>
                </a:solidFill>
                <a:latin typeface="Times New Roman"/>
                <a:cs typeface="Times New Roman"/>
              </a:rPr>
              <a:t>ag</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n</a:t>
            </a:r>
            <a:r>
              <a:rPr sz="1600" b="1" dirty="0">
                <a:solidFill>
                  <a:srgbClr val="996600"/>
                </a:solidFill>
                <a:latin typeface="Times New Roman"/>
                <a:cs typeface="Times New Roman"/>
              </a:rPr>
              <a:t>t</a:t>
            </a:r>
            <a:endParaRPr sz="1600">
              <a:latin typeface="Times New Roman"/>
              <a:cs typeface="Times New Roman"/>
            </a:endParaRPr>
          </a:p>
          <a:p>
            <a:pPr>
              <a:lnSpc>
                <a:spcPct val="100000"/>
              </a:lnSpc>
              <a:spcBef>
                <a:spcPts val="35"/>
              </a:spcBef>
            </a:pPr>
            <a:endParaRPr sz="2500">
              <a:latin typeface="Times New Roman"/>
              <a:cs typeface="Times New Roman"/>
            </a:endParaRPr>
          </a:p>
          <a:p>
            <a:pPr marL="1015365">
              <a:lnSpc>
                <a:spcPct val="100000"/>
              </a:lnSpc>
            </a:pPr>
            <a:r>
              <a:rPr sz="1800" spc="-15" dirty="0">
                <a:latin typeface="Calibri"/>
                <a:cs typeface="Calibri"/>
              </a:rPr>
              <a:t>Why </a:t>
            </a:r>
            <a:r>
              <a:rPr sz="1800" spc="-5" dirty="0">
                <a:latin typeface="Calibri"/>
                <a:cs typeface="Calibri"/>
              </a:rPr>
              <a:t>do </a:t>
            </a:r>
            <a:r>
              <a:rPr sz="1800" spc="-10" dirty="0">
                <a:latin typeface="Calibri"/>
                <a:cs typeface="Calibri"/>
              </a:rPr>
              <a:t>we</a:t>
            </a:r>
            <a:r>
              <a:rPr sz="1800" spc="5" dirty="0">
                <a:latin typeface="Calibri"/>
                <a:cs typeface="Calibri"/>
              </a:rPr>
              <a:t> </a:t>
            </a:r>
            <a:r>
              <a:rPr sz="1800" spc="-10" dirty="0">
                <a:latin typeface="Calibri"/>
                <a:cs typeface="Calibri"/>
              </a:rPr>
              <a:t>need</a:t>
            </a:r>
            <a:r>
              <a:rPr sz="1800" spc="25" dirty="0">
                <a:latin typeface="Calibri"/>
                <a:cs typeface="Calibri"/>
              </a:rPr>
              <a:t> </a:t>
            </a:r>
            <a:r>
              <a:rPr sz="1800" spc="-15" dirty="0">
                <a:latin typeface="Calibri"/>
                <a:cs typeface="Calibri"/>
              </a:rPr>
              <a:t>Factored</a:t>
            </a:r>
            <a:r>
              <a:rPr sz="1800" spc="25" dirty="0">
                <a:latin typeface="Calibri"/>
                <a:cs typeface="Calibri"/>
              </a:rPr>
              <a:t> </a:t>
            </a:r>
            <a:r>
              <a:rPr sz="1800" spc="-15" dirty="0">
                <a:latin typeface="Calibri"/>
                <a:cs typeface="Calibri"/>
              </a:rPr>
              <a:t>representation</a:t>
            </a:r>
            <a:endParaRPr sz="1800">
              <a:latin typeface="Calibri"/>
              <a:cs typeface="Calibri"/>
            </a:endParaRPr>
          </a:p>
          <a:p>
            <a:pPr marL="1301750" indent="-287020">
              <a:lnSpc>
                <a:spcPct val="100000"/>
              </a:lnSpc>
              <a:buFont typeface="Microsoft Sans Serif"/>
              <a:buChar char="•"/>
              <a:tabLst>
                <a:tab pos="1301750" algn="l"/>
                <a:tab pos="1302385" algn="l"/>
              </a:tabLst>
            </a:pPr>
            <a:r>
              <a:rPr sz="1800" spc="-80" dirty="0">
                <a:latin typeface="Calibri"/>
                <a:cs typeface="Calibri"/>
              </a:rPr>
              <a:t>To</a:t>
            </a:r>
            <a:r>
              <a:rPr sz="1800" spc="-10" dirty="0">
                <a:latin typeface="Calibri"/>
                <a:cs typeface="Calibri"/>
              </a:rPr>
              <a:t> reason</a:t>
            </a:r>
            <a:r>
              <a:rPr sz="1800" spc="-5" dirty="0">
                <a:latin typeface="Calibri"/>
                <a:cs typeface="Calibri"/>
              </a:rPr>
              <a:t> about</a:t>
            </a:r>
            <a:r>
              <a:rPr sz="1800" spc="-15" dirty="0">
                <a:latin typeface="Calibri"/>
                <a:cs typeface="Calibri"/>
              </a:rPr>
              <a:t> </a:t>
            </a:r>
            <a:r>
              <a:rPr sz="1800" spc="-20" dirty="0">
                <a:latin typeface="Calibri"/>
                <a:cs typeface="Calibri"/>
              </a:rPr>
              <a:t>steps</a:t>
            </a:r>
            <a:endParaRPr sz="1800">
              <a:latin typeface="Calibri"/>
              <a:cs typeface="Calibri"/>
            </a:endParaRPr>
          </a:p>
          <a:p>
            <a:pPr marL="1301750" indent="-287020">
              <a:lnSpc>
                <a:spcPct val="100000"/>
              </a:lnSpc>
              <a:buFont typeface="Microsoft Sans Serif"/>
              <a:buChar char="•"/>
              <a:tabLst>
                <a:tab pos="1301750" algn="l"/>
                <a:tab pos="1302385" algn="l"/>
              </a:tabLst>
            </a:pPr>
            <a:r>
              <a:rPr sz="1800" spc="-80" dirty="0">
                <a:latin typeface="Calibri"/>
                <a:cs typeface="Calibri"/>
              </a:rPr>
              <a:t>To</a:t>
            </a:r>
            <a:r>
              <a:rPr sz="1800" spc="-5" dirty="0">
                <a:latin typeface="Calibri"/>
                <a:cs typeface="Calibri"/>
              </a:rPr>
              <a:t> learn</a:t>
            </a:r>
            <a:r>
              <a:rPr sz="1800" dirty="0">
                <a:latin typeface="Calibri"/>
                <a:cs typeface="Calibri"/>
              </a:rPr>
              <a:t> </a:t>
            </a:r>
            <a:r>
              <a:rPr sz="1800" spc="-10" dirty="0">
                <a:latin typeface="Calibri"/>
                <a:cs typeface="Calibri"/>
              </a:rPr>
              <a:t>new</a:t>
            </a:r>
            <a:r>
              <a:rPr sz="1800" spc="20" dirty="0">
                <a:latin typeface="Calibri"/>
                <a:cs typeface="Calibri"/>
              </a:rPr>
              <a:t> </a:t>
            </a:r>
            <a:r>
              <a:rPr sz="1800" spc="-10" dirty="0">
                <a:latin typeface="Calibri"/>
                <a:cs typeface="Calibri"/>
              </a:rPr>
              <a:t>knowledge</a:t>
            </a:r>
            <a:r>
              <a:rPr sz="1800" spc="30" dirty="0">
                <a:latin typeface="Calibri"/>
                <a:cs typeface="Calibri"/>
              </a:rPr>
              <a:t> </a:t>
            </a:r>
            <a:r>
              <a:rPr sz="1800" spc="-5" dirty="0">
                <a:latin typeface="Calibri"/>
                <a:cs typeface="Calibri"/>
              </a:rPr>
              <a:t>about</a:t>
            </a:r>
            <a:r>
              <a:rPr sz="1800" spc="15" dirty="0">
                <a:latin typeface="Calibri"/>
                <a:cs typeface="Calibri"/>
              </a:rPr>
              <a:t> </a:t>
            </a:r>
            <a:r>
              <a:rPr sz="1800" spc="-5" dirty="0">
                <a:latin typeface="Calibri"/>
                <a:cs typeface="Calibri"/>
              </a:rPr>
              <a:t>the</a:t>
            </a:r>
            <a:endParaRPr sz="1800">
              <a:latin typeface="Calibri"/>
              <a:cs typeface="Calibri"/>
            </a:endParaRPr>
          </a:p>
          <a:p>
            <a:pPr marL="1301750">
              <a:lnSpc>
                <a:spcPct val="100000"/>
              </a:lnSpc>
              <a:spcBef>
                <a:spcPts val="5"/>
              </a:spcBef>
            </a:pPr>
            <a:r>
              <a:rPr sz="1800" spc="-15" dirty="0">
                <a:latin typeface="Calibri"/>
                <a:cs typeface="Calibri"/>
              </a:rPr>
              <a:t>environment</a:t>
            </a:r>
            <a:endParaRPr sz="1800">
              <a:latin typeface="Calibri"/>
              <a:cs typeface="Calibri"/>
            </a:endParaRPr>
          </a:p>
          <a:p>
            <a:pPr marL="1301750" indent="-287020">
              <a:lnSpc>
                <a:spcPct val="100000"/>
              </a:lnSpc>
              <a:buFont typeface="Microsoft Sans Serif"/>
              <a:buChar char="•"/>
              <a:tabLst>
                <a:tab pos="1301750" algn="l"/>
                <a:tab pos="1302385" algn="l"/>
              </a:tabLst>
            </a:pPr>
            <a:r>
              <a:rPr sz="1800" spc="-80" dirty="0">
                <a:latin typeface="Calibri"/>
                <a:cs typeface="Calibri"/>
              </a:rPr>
              <a:t>To</a:t>
            </a:r>
            <a:r>
              <a:rPr sz="1800" spc="-5" dirty="0">
                <a:latin typeface="Calibri"/>
                <a:cs typeface="Calibri"/>
              </a:rPr>
              <a:t> adapt</a:t>
            </a:r>
            <a:r>
              <a:rPr sz="1800" spc="-10" dirty="0">
                <a:latin typeface="Calibri"/>
                <a:cs typeface="Calibri"/>
              </a:rPr>
              <a:t> </a:t>
            </a:r>
            <a:r>
              <a:rPr sz="1800" spc="-20" dirty="0">
                <a:latin typeface="Calibri"/>
                <a:cs typeface="Calibri"/>
              </a:rPr>
              <a:t>to</a:t>
            </a:r>
            <a:r>
              <a:rPr sz="1800" spc="20" dirty="0">
                <a:latin typeface="Calibri"/>
                <a:cs typeface="Calibri"/>
              </a:rPr>
              <a:t> </a:t>
            </a:r>
            <a:r>
              <a:rPr sz="1800" spc="-10" dirty="0">
                <a:latin typeface="Calibri"/>
                <a:cs typeface="Calibri"/>
              </a:rPr>
              <a:t>changes</a:t>
            </a:r>
            <a:r>
              <a:rPr sz="1800" spc="30" dirty="0">
                <a:latin typeface="Calibri"/>
                <a:cs typeface="Calibri"/>
              </a:rPr>
              <a:t> </a:t>
            </a:r>
            <a:r>
              <a:rPr sz="1800" spc="-15" dirty="0">
                <a:latin typeface="Calibri"/>
                <a:cs typeface="Calibri"/>
              </a:rPr>
              <a:t>to</a:t>
            </a:r>
            <a:r>
              <a:rPr sz="1800" spc="-5" dirty="0">
                <a:latin typeface="Calibri"/>
                <a:cs typeface="Calibri"/>
              </a:rPr>
              <a:t> the</a:t>
            </a:r>
            <a:r>
              <a:rPr sz="1800" spc="5" dirty="0">
                <a:latin typeface="Calibri"/>
                <a:cs typeface="Calibri"/>
              </a:rPr>
              <a:t> </a:t>
            </a:r>
            <a:r>
              <a:rPr sz="1800" spc="-15" dirty="0">
                <a:latin typeface="Calibri"/>
                <a:cs typeface="Calibri"/>
              </a:rPr>
              <a:t>existing</a:t>
            </a:r>
            <a:endParaRPr sz="1800">
              <a:latin typeface="Calibri"/>
              <a:cs typeface="Calibri"/>
            </a:endParaRPr>
          </a:p>
          <a:p>
            <a:pPr marL="1301750">
              <a:lnSpc>
                <a:spcPct val="100000"/>
              </a:lnSpc>
            </a:pPr>
            <a:r>
              <a:rPr sz="1800" spc="-10" dirty="0">
                <a:latin typeface="Calibri"/>
                <a:cs typeface="Calibri"/>
              </a:rPr>
              <a:t>knowledge</a:t>
            </a:r>
            <a:endParaRPr sz="1800">
              <a:latin typeface="Calibri"/>
              <a:cs typeface="Calibri"/>
            </a:endParaRPr>
          </a:p>
          <a:p>
            <a:pPr marL="1301750" indent="-287020">
              <a:lnSpc>
                <a:spcPct val="100000"/>
              </a:lnSpc>
              <a:buFont typeface="Microsoft Sans Serif"/>
              <a:buChar char="•"/>
              <a:tabLst>
                <a:tab pos="1301750" algn="l"/>
                <a:tab pos="1302385" algn="l"/>
              </a:tabLst>
            </a:pPr>
            <a:r>
              <a:rPr sz="1800" spc="-5" dirty="0">
                <a:latin typeface="Calibri"/>
                <a:cs typeface="Calibri"/>
              </a:rPr>
              <a:t>Accept</a:t>
            </a:r>
            <a:r>
              <a:rPr sz="1800" spc="10" dirty="0">
                <a:latin typeface="Calibri"/>
                <a:cs typeface="Calibri"/>
              </a:rPr>
              <a:t> </a:t>
            </a:r>
            <a:r>
              <a:rPr sz="1800" spc="-10" dirty="0">
                <a:latin typeface="Calibri"/>
                <a:cs typeface="Calibri"/>
              </a:rPr>
              <a:t>new</a:t>
            </a:r>
            <a:r>
              <a:rPr sz="1800" spc="5" dirty="0">
                <a:latin typeface="Calibri"/>
                <a:cs typeface="Calibri"/>
              </a:rPr>
              <a:t> </a:t>
            </a:r>
            <a:r>
              <a:rPr sz="1800" spc="-15" dirty="0">
                <a:latin typeface="Calibri"/>
                <a:cs typeface="Calibri"/>
              </a:rPr>
              <a:t>tasks</a:t>
            </a:r>
            <a:r>
              <a:rPr sz="1800" spc="10" dirty="0">
                <a:latin typeface="Calibri"/>
                <a:cs typeface="Calibri"/>
              </a:rPr>
              <a:t> </a:t>
            </a:r>
            <a:r>
              <a:rPr sz="1800" spc="-5" dirty="0">
                <a:latin typeface="Calibri"/>
                <a:cs typeface="Calibri"/>
              </a:rPr>
              <a:t>in</a:t>
            </a:r>
            <a:r>
              <a:rPr sz="1800" spc="10" dirty="0">
                <a:latin typeface="Calibri"/>
                <a:cs typeface="Calibri"/>
              </a:rPr>
              <a:t> </a:t>
            </a:r>
            <a:r>
              <a:rPr sz="1800" spc="-5" dirty="0">
                <a:latin typeface="Calibri"/>
                <a:cs typeface="Calibri"/>
              </a:rPr>
              <a:t>the</a:t>
            </a:r>
            <a:r>
              <a:rPr sz="1800" spc="10" dirty="0">
                <a:latin typeface="Calibri"/>
                <a:cs typeface="Calibri"/>
              </a:rPr>
              <a:t> </a:t>
            </a:r>
            <a:r>
              <a:rPr sz="1800" spc="-15" dirty="0">
                <a:latin typeface="Calibri"/>
                <a:cs typeface="Calibri"/>
              </a:rPr>
              <a:t>form</a:t>
            </a:r>
            <a:r>
              <a:rPr sz="1800" dirty="0">
                <a:latin typeface="Calibri"/>
                <a:cs typeface="Calibri"/>
              </a:rPr>
              <a:t> of</a:t>
            </a:r>
            <a:r>
              <a:rPr sz="1800" spc="-10" dirty="0">
                <a:latin typeface="Calibri"/>
                <a:cs typeface="Calibri"/>
              </a:rPr>
              <a:t> explicit</a:t>
            </a:r>
            <a:r>
              <a:rPr sz="1800" spc="45" dirty="0">
                <a:latin typeface="Calibri"/>
                <a:cs typeface="Calibri"/>
              </a:rPr>
              <a:t> </a:t>
            </a:r>
            <a:r>
              <a:rPr sz="1800" spc="-10" dirty="0">
                <a:latin typeface="Calibri"/>
                <a:cs typeface="Calibri"/>
              </a:rPr>
              <a:t>goals</a:t>
            </a:r>
            <a:endParaRPr sz="1800">
              <a:latin typeface="Calibri"/>
              <a:cs typeface="Calibri"/>
            </a:endParaRPr>
          </a:p>
          <a:p>
            <a:pPr marL="1301750" indent="-287020">
              <a:lnSpc>
                <a:spcPct val="100000"/>
              </a:lnSpc>
              <a:buFont typeface="Microsoft Sans Serif"/>
              <a:buChar char="•"/>
              <a:tabLst>
                <a:tab pos="1301750" algn="l"/>
                <a:tab pos="1302385" algn="l"/>
              </a:tabLst>
            </a:pPr>
            <a:r>
              <a:rPr sz="1800" spc="-80" dirty="0">
                <a:latin typeface="Calibri"/>
                <a:cs typeface="Calibri"/>
              </a:rPr>
              <a:t>To</a:t>
            </a:r>
            <a:r>
              <a:rPr sz="1800" dirty="0">
                <a:latin typeface="Calibri"/>
                <a:cs typeface="Calibri"/>
              </a:rPr>
              <a:t> </a:t>
            </a:r>
            <a:r>
              <a:rPr sz="1800" spc="-10" dirty="0">
                <a:latin typeface="Calibri"/>
                <a:cs typeface="Calibri"/>
              </a:rPr>
              <a:t>overcome </a:t>
            </a:r>
            <a:r>
              <a:rPr sz="1800" spc="-5" dirty="0">
                <a:latin typeface="Calibri"/>
                <a:cs typeface="Calibri"/>
              </a:rPr>
              <a:t>partial</a:t>
            </a:r>
            <a:r>
              <a:rPr sz="1800" spc="15" dirty="0">
                <a:latin typeface="Calibri"/>
                <a:cs typeface="Calibri"/>
              </a:rPr>
              <a:t> </a:t>
            </a:r>
            <a:r>
              <a:rPr sz="1800" spc="-10" dirty="0">
                <a:latin typeface="Calibri"/>
                <a:cs typeface="Calibri"/>
              </a:rPr>
              <a:t>observability</a:t>
            </a:r>
            <a:r>
              <a:rPr sz="1800" spc="15" dirty="0">
                <a:latin typeface="Calibri"/>
                <a:cs typeface="Calibri"/>
              </a:rPr>
              <a:t> </a:t>
            </a:r>
            <a:r>
              <a:rPr sz="1800" dirty="0">
                <a:latin typeface="Calibri"/>
                <a:cs typeface="Calibri"/>
              </a:rPr>
              <a:t>of</a:t>
            </a:r>
            <a:endParaRPr sz="1800">
              <a:latin typeface="Calibri"/>
              <a:cs typeface="Calibri"/>
            </a:endParaRPr>
          </a:p>
          <a:p>
            <a:pPr marL="1301750">
              <a:lnSpc>
                <a:spcPct val="100000"/>
              </a:lnSpc>
              <a:spcBef>
                <a:spcPts val="5"/>
              </a:spcBef>
            </a:pPr>
            <a:r>
              <a:rPr sz="1800" spc="-15" dirty="0">
                <a:latin typeface="Calibri"/>
                <a:cs typeface="Calibri"/>
              </a:rPr>
              <a:t>environment</a:t>
            </a:r>
            <a:endParaRPr sz="1800">
              <a:latin typeface="Calibri"/>
              <a:cs typeface="Calibri"/>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1101725" cy="1012825"/>
          </a:xfrm>
          <a:prstGeom prst="rect">
            <a:avLst/>
          </a:prstGeom>
        </p:spPr>
        <p:txBody>
          <a:bodyPr vert="horz" wrap="square" lIns="0" tIns="12065" rIns="0" bIns="0" rtlCol="0">
            <a:spAutoFit/>
          </a:bodyPr>
          <a:lstStyle/>
          <a:p>
            <a:pPr marL="12700" marR="5080">
              <a:lnSpc>
                <a:spcPct val="120000"/>
              </a:lnSpc>
              <a:spcBef>
                <a:spcPts val="95"/>
              </a:spcBef>
            </a:pPr>
            <a:r>
              <a:rPr sz="1800" dirty="0">
                <a:latin typeface="Microsoft Sans Serif"/>
                <a:cs typeface="Microsoft Sans Serif"/>
              </a:rPr>
              <a:t>Syntax </a:t>
            </a:r>
            <a:r>
              <a:rPr sz="1800" spc="5" dirty="0">
                <a:latin typeface="Microsoft Sans Serif"/>
                <a:cs typeface="Microsoft Sans Serif"/>
              </a:rPr>
              <a:t> </a:t>
            </a:r>
            <a:r>
              <a:rPr sz="1800" dirty="0">
                <a:latin typeface="Microsoft Sans Serif"/>
                <a:cs typeface="Microsoft Sans Serif"/>
              </a:rPr>
              <a:t>S</a:t>
            </a:r>
            <a:r>
              <a:rPr sz="1800" spc="5" dirty="0">
                <a:latin typeface="Microsoft Sans Serif"/>
                <a:cs typeface="Microsoft Sans Serif"/>
              </a:rPr>
              <a:t>e</a:t>
            </a:r>
            <a:r>
              <a:rPr sz="1800" spc="10" dirty="0">
                <a:latin typeface="Microsoft Sans Serif"/>
                <a:cs typeface="Microsoft Sans Serif"/>
              </a:rPr>
              <a:t>m</a:t>
            </a:r>
            <a:r>
              <a:rPr sz="1800" spc="5" dirty="0">
                <a:latin typeface="Microsoft Sans Serif"/>
                <a:cs typeface="Microsoft Sans Serif"/>
              </a:rPr>
              <a:t>an</a:t>
            </a:r>
            <a:r>
              <a:rPr sz="1800" spc="-10" dirty="0">
                <a:latin typeface="Microsoft Sans Serif"/>
                <a:cs typeface="Microsoft Sans Serif"/>
              </a:rPr>
              <a:t>t</a:t>
            </a:r>
            <a:r>
              <a:rPr sz="1800" spc="5" dirty="0">
                <a:latin typeface="Microsoft Sans Serif"/>
                <a:cs typeface="Microsoft Sans Serif"/>
              </a:rPr>
              <a:t>i</a:t>
            </a:r>
            <a:r>
              <a:rPr sz="1800" spc="10" dirty="0">
                <a:latin typeface="Microsoft Sans Serif"/>
                <a:cs typeface="Microsoft Sans Serif"/>
              </a:rPr>
              <a:t>c</a:t>
            </a:r>
            <a:r>
              <a:rPr sz="1800" dirty="0">
                <a:latin typeface="Microsoft Sans Serif"/>
                <a:cs typeface="Microsoft Sans Serif"/>
              </a:rPr>
              <a:t>s  </a:t>
            </a:r>
            <a:r>
              <a:rPr sz="1800" spc="-10" dirty="0">
                <a:latin typeface="Microsoft Sans Serif"/>
                <a:cs typeface="Microsoft Sans Serif"/>
              </a:rPr>
              <a:t>Model</a:t>
            </a:r>
            <a:endParaRPr sz="1800">
              <a:latin typeface="Microsoft Sans Serif"/>
              <a:cs typeface="Microsoft Sans Serif"/>
            </a:endParaRPr>
          </a:p>
        </p:txBody>
      </p:sp>
      <p:sp>
        <p:nvSpPr>
          <p:cNvPr id="3" name="object 3"/>
          <p:cNvSpPr txBox="1"/>
          <p:nvPr/>
        </p:nvSpPr>
        <p:spPr>
          <a:xfrm>
            <a:off x="4042664" y="1521714"/>
            <a:ext cx="195707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Microsoft Sans Serif"/>
                <a:cs typeface="Microsoft Sans Serif"/>
              </a:rPr>
              <a:t>Pr</a:t>
            </a:r>
            <a:r>
              <a:rPr sz="1800" dirty="0">
                <a:latin typeface="Microsoft Sans Serif"/>
                <a:cs typeface="Microsoft Sans Serif"/>
              </a:rPr>
              <a:t>opo</a:t>
            </a:r>
            <a:r>
              <a:rPr sz="1800" spc="10" dirty="0">
                <a:latin typeface="Microsoft Sans Serif"/>
                <a:cs typeface="Microsoft Sans Serif"/>
              </a:rPr>
              <a:t>s</a:t>
            </a:r>
            <a:r>
              <a:rPr sz="1800" spc="-10" dirty="0">
                <a:latin typeface="Microsoft Sans Serif"/>
                <a:cs typeface="Microsoft Sans Serif"/>
              </a:rPr>
              <a:t>it</a:t>
            </a:r>
            <a:r>
              <a:rPr sz="1800" spc="5" dirty="0">
                <a:latin typeface="Microsoft Sans Serif"/>
                <a:cs typeface="Microsoft Sans Serif"/>
              </a:rPr>
              <a:t>i</a:t>
            </a:r>
            <a:r>
              <a:rPr sz="1800" dirty="0">
                <a:latin typeface="Microsoft Sans Serif"/>
                <a:cs typeface="Microsoft Sans Serif"/>
              </a:rPr>
              <a:t>ona</a:t>
            </a:r>
            <a:r>
              <a:rPr sz="1800" spc="-15" dirty="0">
                <a:latin typeface="Microsoft Sans Serif"/>
                <a:cs typeface="Microsoft Sans Serif"/>
              </a:rPr>
              <a:t>l</a:t>
            </a:r>
            <a:r>
              <a:rPr sz="1800" spc="-65" dirty="0">
                <a:latin typeface="Microsoft Sans Serif"/>
                <a:cs typeface="Microsoft Sans Serif"/>
              </a:rPr>
              <a:t> </a:t>
            </a:r>
            <a:r>
              <a:rPr sz="1800" dirty="0">
                <a:latin typeface="Microsoft Sans Serif"/>
                <a:cs typeface="Microsoft Sans Serif"/>
              </a:rPr>
              <a:t>Log</a:t>
            </a:r>
            <a:r>
              <a:rPr sz="1800" spc="-10" dirty="0">
                <a:latin typeface="Microsoft Sans Serif"/>
                <a:cs typeface="Microsoft Sans Serif"/>
              </a:rPr>
              <a:t>i</a:t>
            </a:r>
            <a:r>
              <a:rPr sz="1800" dirty="0">
                <a:latin typeface="Microsoft Sans Serif"/>
                <a:cs typeface="Microsoft Sans Serif"/>
              </a:rPr>
              <a:t>c</a:t>
            </a:r>
            <a:endParaRPr sz="1800">
              <a:latin typeface="Microsoft Sans Serif"/>
              <a:cs typeface="Microsoft Sans Serif"/>
            </a:endParaRPr>
          </a:p>
        </p:txBody>
      </p:sp>
      <p:sp>
        <p:nvSpPr>
          <p:cNvPr id="4" name="object 4"/>
          <p:cNvSpPr txBox="1"/>
          <p:nvPr/>
        </p:nvSpPr>
        <p:spPr>
          <a:xfrm>
            <a:off x="2534329" y="1850593"/>
            <a:ext cx="57721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Microsoft Sans Serif"/>
                <a:cs typeface="Microsoft Sans Serif"/>
              </a:rPr>
              <a:t>L</a:t>
            </a:r>
            <a:r>
              <a:rPr sz="1800" spc="5" dirty="0">
                <a:latin typeface="Microsoft Sans Serif"/>
                <a:cs typeface="Microsoft Sans Serif"/>
              </a:rPr>
              <a:t>og</a:t>
            </a:r>
            <a:r>
              <a:rPr sz="1800" spc="-10" dirty="0">
                <a:latin typeface="Microsoft Sans Serif"/>
                <a:cs typeface="Microsoft Sans Serif"/>
              </a:rPr>
              <a:t>i</a:t>
            </a:r>
            <a:r>
              <a:rPr sz="1800" dirty="0">
                <a:latin typeface="Microsoft Sans Serif"/>
                <a:cs typeface="Microsoft Sans Serif"/>
              </a:rPr>
              <a:t>c</a:t>
            </a:r>
            <a:endParaRPr sz="1800">
              <a:latin typeface="Microsoft Sans Serif"/>
              <a:cs typeface="Microsoft Sans Serif"/>
            </a:endParaRPr>
          </a:p>
        </p:txBody>
      </p:sp>
      <p:sp>
        <p:nvSpPr>
          <p:cNvPr id="5" name="object 5"/>
          <p:cNvSpPr txBox="1"/>
          <p:nvPr/>
        </p:nvSpPr>
        <p:spPr>
          <a:xfrm>
            <a:off x="4042664" y="2180335"/>
            <a:ext cx="16040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Sans Serif"/>
                <a:cs typeface="Microsoft Sans Serif"/>
              </a:rPr>
              <a:t>Predicate</a:t>
            </a:r>
            <a:r>
              <a:rPr sz="1800" spc="-75" dirty="0">
                <a:latin typeface="Microsoft Sans Serif"/>
                <a:cs typeface="Microsoft Sans Serif"/>
              </a:rPr>
              <a:t> </a:t>
            </a:r>
            <a:r>
              <a:rPr sz="1800" dirty="0">
                <a:latin typeface="Microsoft Sans Serif"/>
                <a:cs typeface="Microsoft Sans Serif"/>
              </a:rPr>
              <a:t>Logic</a:t>
            </a:r>
            <a:endParaRPr sz="1800">
              <a:latin typeface="Microsoft Sans Serif"/>
              <a:cs typeface="Microsoft Sans Serif"/>
            </a:endParaRPr>
          </a:p>
        </p:txBody>
      </p:sp>
      <p:sp>
        <p:nvSpPr>
          <p:cNvPr id="6" name="object 6"/>
          <p:cNvSpPr txBox="1">
            <a:spLocks noGrp="1"/>
          </p:cNvSpPr>
          <p:nvPr>
            <p:ph type="title"/>
          </p:nvPr>
        </p:nvSpPr>
        <p:spPr>
          <a:xfrm>
            <a:off x="383540" y="293878"/>
            <a:ext cx="2011045" cy="391160"/>
          </a:xfrm>
          <a:prstGeom prst="rect">
            <a:avLst/>
          </a:prstGeom>
        </p:spPr>
        <p:txBody>
          <a:bodyPr vert="horz" wrap="square" lIns="0" tIns="12700" rIns="0" bIns="0" rtlCol="0">
            <a:spAutoFit/>
          </a:bodyPr>
          <a:lstStyle/>
          <a:p>
            <a:pPr marL="12700">
              <a:lnSpc>
                <a:spcPct val="100000"/>
              </a:lnSpc>
              <a:spcBef>
                <a:spcPts val="100"/>
              </a:spcBef>
            </a:pPr>
            <a:r>
              <a:rPr spc="-135" dirty="0"/>
              <a:t>Representation</a:t>
            </a:r>
          </a:p>
        </p:txBody>
      </p:sp>
      <p:sp>
        <p:nvSpPr>
          <p:cNvPr id="7" name="object 7"/>
          <p:cNvSpPr txBox="1"/>
          <p:nvPr/>
        </p:nvSpPr>
        <p:spPr>
          <a:xfrm>
            <a:off x="1676526" y="827659"/>
            <a:ext cx="6054090" cy="299720"/>
          </a:xfrm>
          <a:prstGeom prst="rect">
            <a:avLst/>
          </a:prstGeom>
        </p:spPr>
        <p:txBody>
          <a:bodyPr vert="horz" wrap="square" lIns="0" tIns="12700" rIns="0" bIns="0" rtlCol="0">
            <a:spAutoFit/>
          </a:bodyPr>
          <a:lstStyle/>
          <a:p>
            <a:pPr marL="12700">
              <a:lnSpc>
                <a:spcPct val="100000"/>
              </a:lnSpc>
              <a:spcBef>
                <a:spcPts val="100"/>
              </a:spcBef>
            </a:pPr>
            <a:r>
              <a:rPr sz="1800" b="1" spc="-130" dirty="0">
                <a:solidFill>
                  <a:srgbClr val="996600"/>
                </a:solidFill>
                <a:latin typeface="Times New Roman"/>
                <a:cs typeface="Times New Roman"/>
              </a:rPr>
              <a:t>Agents</a:t>
            </a:r>
            <a:r>
              <a:rPr sz="1800" b="1" spc="-305" dirty="0">
                <a:solidFill>
                  <a:srgbClr val="996600"/>
                </a:solidFill>
                <a:latin typeface="Times New Roman"/>
                <a:cs typeface="Times New Roman"/>
              </a:rPr>
              <a:t> </a:t>
            </a:r>
            <a:r>
              <a:rPr sz="1800" b="1" spc="-130" dirty="0">
                <a:solidFill>
                  <a:srgbClr val="996600"/>
                </a:solidFill>
                <a:latin typeface="Times New Roman"/>
                <a:cs typeface="Times New Roman"/>
              </a:rPr>
              <a:t>based</a:t>
            </a:r>
            <a:r>
              <a:rPr sz="1800" b="1" spc="-290" dirty="0">
                <a:solidFill>
                  <a:srgbClr val="996600"/>
                </a:solidFill>
                <a:latin typeface="Times New Roman"/>
                <a:cs typeface="Times New Roman"/>
              </a:rPr>
              <a:t> </a:t>
            </a:r>
            <a:r>
              <a:rPr sz="1800" b="1" spc="-85" dirty="0">
                <a:solidFill>
                  <a:srgbClr val="996600"/>
                </a:solidFill>
                <a:latin typeface="Times New Roman"/>
                <a:cs typeface="Times New Roman"/>
              </a:rPr>
              <a:t>on</a:t>
            </a:r>
            <a:r>
              <a:rPr sz="1800" b="1" spc="-265" dirty="0">
                <a:solidFill>
                  <a:srgbClr val="996600"/>
                </a:solidFill>
                <a:latin typeface="Times New Roman"/>
                <a:cs typeface="Times New Roman"/>
              </a:rPr>
              <a:t> </a:t>
            </a:r>
            <a:r>
              <a:rPr sz="1800" b="1" spc="-145" dirty="0">
                <a:solidFill>
                  <a:srgbClr val="996600"/>
                </a:solidFill>
                <a:latin typeface="Times New Roman"/>
                <a:cs typeface="Times New Roman"/>
              </a:rPr>
              <a:t>Propositional</a:t>
            </a:r>
            <a:r>
              <a:rPr sz="1800" b="1" spc="-295" dirty="0">
                <a:solidFill>
                  <a:srgbClr val="996600"/>
                </a:solidFill>
                <a:latin typeface="Times New Roman"/>
                <a:cs typeface="Times New Roman"/>
              </a:rPr>
              <a:t> </a:t>
            </a:r>
            <a:r>
              <a:rPr sz="1800" b="1" spc="-135" dirty="0">
                <a:solidFill>
                  <a:srgbClr val="996600"/>
                </a:solidFill>
                <a:latin typeface="Times New Roman"/>
                <a:cs typeface="Times New Roman"/>
              </a:rPr>
              <a:t>logic,TT-Entail</a:t>
            </a:r>
            <a:r>
              <a:rPr sz="1800" b="1" spc="-325" dirty="0">
                <a:solidFill>
                  <a:srgbClr val="996600"/>
                </a:solidFill>
                <a:latin typeface="Times New Roman"/>
                <a:cs typeface="Times New Roman"/>
              </a:rPr>
              <a:t> </a:t>
            </a:r>
            <a:r>
              <a:rPr sz="1800" b="1" spc="-125" dirty="0">
                <a:solidFill>
                  <a:srgbClr val="996600"/>
                </a:solidFill>
                <a:latin typeface="Times New Roman"/>
                <a:cs typeface="Times New Roman"/>
              </a:rPr>
              <a:t>forinference</a:t>
            </a:r>
            <a:r>
              <a:rPr sz="1800" b="1" spc="-280" dirty="0">
                <a:solidFill>
                  <a:srgbClr val="996600"/>
                </a:solidFill>
                <a:latin typeface="Times New Roman"/>
                <a:cs typeface="Times New Roman"/>
              </a:rPr>
              <a:t> </a:t>
            </a:r>
            <a:r>
              <a:rPr sz="1800" b="1" spc="-120" dirty="0">
                <a:solidFill>
                  <a:srgbClr val="996600"/>
                </a:solidFill>
                <a:latin typeface="Times New Roman"/>
                <a:cs typeface="Times New Roman"/>
              </a:rPr>
              <a:t>from</a:t>
            </a:r>
            <a:r>
              <a:rPr sz="1800" b="1" spc="-315" dirty="0">
                <a:solidFill>
                  <a:srgbClr val="996600"/>
                </a:solidFill>
                <a:latin typeface="Times New Roman"/>
                <a:cs typeface="Times New Roman"/>
              </a:rPr>
              <a:t> </a:t>
            </a:r>
            <a:r>
              <a:rPr sz="1800" b="1" spc="-125" dirty="0">
                <a:solidFill>
                  <a:srgbClr val="996600"/>
                </a:solidFill>
                <a:latin typeface="Times New Roman"/>
                <a:cs typeface="Times New Roman"/>
              </a:rPr>
              <a:t>truth</a:t>
            </a:r>
            <a:r>
              <a:rPr sz="1800" b="1" spc="-285" dirty="0">
                <a:solidFill>
                  <a:srgbClr val="996600"/>
                </a:solidFill>
                <a:latin typeface="Times New Roman"/>
                <a:cs typeface="Times New Roman"/>
              </a:rPr>
              <a:t> </a:t>
            </a:r>
            <a:r>
              <a:rPr sz="1800" b="1" spc="-125" dirty="0">
                <a:solidFill>
                  <a:srgbClr val="996600"/>
                </a:solidFill>
                <a:latin typeface="Times New Roman"/>
                <a:cs typeface="Times New Roman"/>
              </a:rPr>
              <a:t>table</a:t>
            </a:r>
            <a:endParaRPr sz="1800">
              <a:latin typeface="Times New Roman"/>
              <a:cs typeface="Times New Roman"/>
            </a:endParaRPr>
          </a:p>
        </p:txBody>
      </p:sp>
      <p:grpSp>
        <p:nvGrpSpPr>
          <p:cNvPr id="8" name="object 8"/>
          <p:cNvGrpSpPr/>
          <p:nvPr/>
        </p:nvGrpSpPr>
        <p:grpSpPr>
          <a:xfrm>
            <a:off x="1588008" y="1892807"/>
            <a:ext cx="798830" cy="329565"/>
            <a:chOff x="1588008" y="1892807"/>
            <a:chExt cx="798830" cy="329565"/>
          </a:xfrm>
        </p:grpSpPr>
        <p:sp>
          <p:nvSpPr>
            <p:cNvPr id="9" name="object 9"/>
            <p:cNvSpPr/>
            <p:nvPr/>
          </p:nvSpPr>
          <p:spPr>
            <a:xfrm>
              <a:off x="1600200" y="1904999"/>
              <a:ext cx="774700" cy="304800"/>
            </a:xfrm>
            <a:custGeom>
              <a:avLst/>
              <a:gdLst/>
              <a:ahLst/>
              <a:cxnLst/>
              <a:rect l="l" t="t" r="r" b="b"/>
              <a:pathLst>
                <a:path w="774700" h="304800">
                  <a:moveTo>
                    <a:pt x="621792" y="0"/>
                  </a:moveTo>
                  <a:lnTo>
                    <a:pt x="621792" y="76200"/>
                  </a:lnTo>
                  <a:lnTo>
                    <a:pt x="0" y="76200"/>
                  </a:lnTo>
                  <a:lnTo>
                    <a:pt x="0" y="228600"/>
                  </a:lnTo>
                  <a:lnTo>
                    <a:pt x="621792" y="228600"/>
                  </a:lnTo>
                  <a:lnTo>
                    <a:pt x="621792" y="304800"/>
                  </a:lnTo>
                  <a:lnTo>
                    <a:pt x="774192" y="152400"/>
                  </a:lnTo>
                  <a:lnTo>
                    <a:pt x="621792" y="0"/>
                  </a:lnTo>
                  <a:close/>
                </a:path>
              </a:pathLst>
            </a:custGeom>
            <a:solidFill>
              <a:srgbClr val="4F81BC"/>
            </a:solidFill>
          </p:spPr>
          <p:txBody>
            <a:bodyPr wrap="square" lIns="0" tIns="0" rIns="0" bIns="0" rtlCol="0"/>
            <a:lstStyle/>
            <a:p>
              <a:endParaRPr/>
            </a:p>
          </p:txBody>
        </p:sp>
        <p:sp>
          <p:nvSpPr>
            <p:cNvPr id="10" name="object 10"/>
            <p:cNvSpPr/>
            <p:nvPr/>
          </p:nvSpPr>
          <p:spPr>
            <a:xfrm>
              <a:off x="1600200" y="1904999"/>
              <a:ext cx="774700" cy="304800"/>
            </a:xfrm>
            <a:custGeom>
              <a:avLst/>
              <a:gdLst/>
              <a:ahLst/>
              <a:cxnLst/>
              <a:rect l="l" t="t" r="r" b="b"/>
              <a:pathLst>
                <a:path w="774700" h="304800">
                  <a:moveTo>
                    <a:pt x="0" y="76200"/>
                  </a:moveTo>
                  <a:lnTo>
                    <a:pt x="621792" y="76200"/>
                  </a:lnTo>
                  <a:lnTo>
                    <a:pt x="621792" y="0"/>
                  </a:lnTo>
                  <a:lnTo>
                    <a:pt x="774192" y="152400"/>
                  </a:lnTo>
                  <a:lnTo>
                    <a:pt x="621792" y="304800"/>
                  </a:lnTo>
                  <a:lnTo>
                    <a:pt x="621792" y="228600"/>
                  </a:lnTo>
                  <a:lnTo>
                    <a:pt x="0" y="228600"/>
                  </a:lnTo>
                  <a:lnTo>
                    <a:pt x="0" y="76200"/>
                  </a:lnTo>
                  <a:close/>
                </a:path>
              </a:pathLst>
            </a:custGeom>
            <a:ln w="24384">
              <a:solidFill>
                <a:srgbClr val="385D89"/>
              </a:solidFill>
            </a:ln>
          </p:spPr>
          <p:txBody>
            <a:bodyPr wrap="square" lIns="0" tIns="0" rIns="0" bIns="0" rtlCol="0"/>
            <a:lstStyle/>
            <a:p>
              <a:endParaRPr/>
            </a:p>
          </p:txBody>
        </p:sp>
      </p:grpSp>
      <p:grpSp>
        <p:nvGrpSpPr>
          <p:cNvPr id="11" name="object 11"/>
          <p:cNvGrpSpPr/>
          <p:nvPr/>
        </p:nvGrpSpPr>
        <p:grpSpPr>
          <a:xfrm>
            <a:off x="3275076" y="1690242"/>
            <a:ext cx="777240" cy="578485"/>
            <a:chOff x="3275076" y="1690242"/>
            <a:chExt cx="777240" cy="578485"/>
          </a:xfrm>
        </p:grpSpPr>
        <p:sp>
          <p:nvSpPr>
            <p:cNvPr id="12" name="object 12"/>
            <p:cNvSpPr/>
            <p:nvPr/>
          </p:nvSpPr>
          <p:spPr>
            <a:xfrm>
              <a:off x="3288792" y="1702942"/>
              <a:ext cx="749300" cy="318135"/>
            </a:xfrm>
            <a:custGeom>
              <a:avLst/>
              <a:gdLst/>
              <a:ahLst/>
              <a:cxnLst/>
              <a:rect l="l" t="t" r="r" b="b"/>
              <a:pathLst>
                <a:path w="749300" h="318135">
                  <a:moveTo>
                    <a:pt x="653796" y="0"/>
                  </a:moveTo>
                  <a:lnTo>
                    <a:pt x="665226" y="36322"/>
                  </a:lnTo>
                  <a:lnTo>
                    <a:pt x="0" y="245364"/>
                  </a:lnTo>
                  <a:lnTo>
                    <a:pt x="22733" y="318135"/>
                  </a:lnTo>
                  <a:lnTo>
                    <a:pt x="688086" y="109093"/>
                  </a:lnTo>
                  <a:lnTo>
                    <a:pt x="699388" y="145415"/>
                  </a:lnTo>
                  <a:lnTo>
                    <a:pt x="749300" y="49784"/>
                  </a:lnTo>
                  <a:lnTo>
                    <a:pt x="653796" y="0"/>
                  </a:lnTo>
                  <a:close/>
                </a:path>
              </a:pathLst>
            </a:custGeom>
            <a:solidFill>
              <a:srgbClr val="4F81BC"/>
            </a:solidFill>
          </p:spPr>
          <p:txBody>
            <a:bodyPr wrap="square" lIns="0" tIns="0" rIns="0" bIns="0" rtlCol="0"/>
            <a:lstStyle/>
            <a:p>
              <a:endParaRPr/>
            </a:p>
          </p:txBody>
        </p:sp>
        <p:sp>
          <p:nvSpPr>
            <p:cNvPr id="13" name="object 13"/>
            <p:cNvSpPr/>
            <p:nvPr/>
          </p:nvSpPr>
          <p:spPr>
            <a:xfrm>
              <a:off x="3288792" y="1702942"/>
              <a:ext cx="749300" cy="318135"/>
            </a:xfrm>
            <a:custGeom>
              <a:avLst/>
              <a:gdLst/>
              <a:ahLst/>
              <a:cxnLst/>
              <a:rect l="l" t="t" r="r" b="b"/>
              <a:pathLst>
                <a:path w="749300" h="318135">
                  <a:moveTo>
                    <a:pt x="0" y="245364"/>
                  </a:moveTo>
                  <a:lnTo>
                    <a:pt x="665226" y="36322"/>
                  </a:lnTo>
                  <a:lnTo>
                    <a:pt x="653796" y="0"/>
                  </a:lnTo>
                  <a:lnTo>
                    <a:pt x="749300" y="49784"/>
                  </a:lnTo>
                  <a:lnTo>
                    <a:pt x="699388" y="145415"/>
                  </a:lnTo>
                  <a:lnTo>
                    <a:pt x="688086" y="109093"/>
                  </a:lnTo>
                  <a:lnTo>
                    <a:pt x="22733" y="318135"/>
                  </a:lnTo>
                  <a:lnTo>
                    <a:pt x="0" y="245364"/>
                  </a:lnTo>
                  <a:close/>
                </a:path>
              </a:pathLst>
            </a:custGeom>
            <a:ln w="25400">
              <a:solidFill>
                <a:srgbClr val="385D89"/>
              </a:solidFill>
            </a:ln>
          </p:spPr>
          <p:txBody>
            <a:bodyPr wrap="square" lIns="0" tIns="0" rIns="0" bIns="0" rtlCol="0"/>
            <a:lstStyle/>
            <a:p>
              <a:endParaRPr/>
            </a:p>
          </p:txBody>
        </p:sp>
        <p:sp>
          <p:nvSpPr>
            <p:cNvPr id="14" name="object 14"/>
            <p:cNvSpPr/>
            <p:nvPr/>
          </p:nvSpPr>
          <p:spPr>
            <a:xfrm>
              <a:off x="3287776" y="1945893"/>
              <a:ext cx="751840" cy="310515"/>
            </a:xfrm>
            <a:custGeom>
              <a:avLst/>
              <a:gdLst/>
              <a:ahLst/>
              <a:cxnLst/>
              <a:rect l="l" t="t" r="r" b="b"/>
              <a:pathLst>
                <a:path w="751839" h="310514">
                  <a:moveTo>
                    <a:pt x="21971" y="0"/>
                  </a:moveTo>
                  <a:lnTo>
                    <a:pt x="0" y="72897"/>
                  </a:lnTo>
                  <a:lnTo>
                    <a:pt x="667765" y="273684"/>
                  </a:lnTo>
                  <a:lnTo>
                    <a:pt x="656844" y="310133"/>
                  </a:lnTo>
                  <a:lnTo>
                    <a:pt x="751713" y="259079"/>
                  </a:lnTo>
                  <a:lnTo>
                    <a:pt x="700659" y="164210"/>
                  </a:lnTo>
                  <a:lnTo>
                    <a:pt x="689737" y="200659"/>
                  </a:lnTo>
                  <a:lnTo>
                    <a:pt x="21971" y="0"/>
                  </a:lnTo>
                  <a:close/>
                </a:path>
              </a:pathLst>
            </a:custGeom>
            <a:solidFill>
              <a:srgbClr val="4F81BC"/>
            </a:solidFill>
          </p:spPr>
          <p:txBody>
            <a:bodyPr wrap="square" lIns="0" tIns="0" rIns="0" bIns="0" rtlCol="0"/>
            <a:lstStyle/>
            <a:p>
              <a:endParaRPr/>
            </a:p>
          </p:txBody>
        </p:sp>
        <p:sp>
          <p:nvSpPr>
            <p:cNvPr id="15" name="object 15"/>
            <p:cNvSpPr/>
            <p:nvPr/>
          </p:nvSpPr>
          <p:spPr>
            <a:xfrm>
              <a:off x="3287776" y="1945893"/>
              <a:ext cx="751840" cy="310515"/>
            </a:xfrm>
            <a:custGeom>
              <a:avLst/>
              <a:gdLst/>
              <a:ahLst/>
              <a:cxnLst/>
              <a:rect l="l" t="t" r="r" b="b"/>
              <a:pathLst>
                <a:path w="751839" h="310514">
                  <a:moveTo>
                    <a:pt x="21971" y="0"/>
                  </a:moveTo>
                  <a:lnTo>
                    <a:pt x="689737" y="200659"/>
                  </a:lnTo>
                  <a:lnTo>
                    <a:pt x="700659" y="164210"/>
                  </a:lnTo>
                  <a:lnTo>
                    <a:pt x="751713" y="259079"/>
                  </a:lnTo>
                  <a:lnTo>
                    <a:pt x="656844" y="310133"/>
                  </a:lnTo>
                  <a:lnTo>
                    <a:pt x="667765" y="273684"/>
                  </a:lnTo>
                  <a:lnTo>
                    <a:pt x="0" y="72897"/>
                  </a:lnTo>
                  <a:lnTo>
                    <a:pt x="21971" y="0"/>
                  </a:lnTo>
                  <a:close/>
                </a:path>
              </a:pathLst>
            </a:custGeom>
            <a:ln w="25400">
              <a:solidFill>
                <a:srgbClr val="385D89"/>
              </a:solidFill>
            </a:ln>
          </p:spPr>
          <p:txBody>
            <a:bodyPr wrap="square" lIns="0" tIns="0" rIns="0" bIns="0" rtlCol="0"/>
            <a:lstStyle/>
            <a:p>
              <a:endParaRPr/>
            </a:p>
          </p:txBody>
        </p:sp>
      </p:grpSp>
      <p:pic>
        <p:nvPicPr>
          <p:cNvPr id="16" name="object 16"/>
          <p:cNvPicPr/>
          <p:nvPr/>
        </p:nvPicPr>
        <p:blipFill>
          <a:blip r:embed="rId2" cstate="print"/>
          <a:stretch>
            <a:fillRect/>
          </a:stretch>
        </p:blipFill>
        <p:spPr>
          <a:xfrm>
            <a:off x="533400" y="2687573"/>
            <a:ext cx="7874000" cy="2857500"/>
          </a:xfrm>
          <a:prstGeom prst="rect">
            <a:avLst/>
          </a:prstGeom>
        </p:spPr>
      </p:pic>
      <p:sp>
        <p:nvSpPr>
          <p:cNvPr id="17" name="object 17"/>
          <p:cNvSpPr txBox="1"/>
          <p:nvPr/>
        </p:nvSpPr>
        <p:spPr>
          <a:xfrm>
            <a:off x="406095" y="6070498"/>
            <a:ext cx="160528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Search</a:t>
            </a:r>
            <a:r>
              <a:rPr sz="1800" spc="-30" dirty="0">
                <a:latin typeface="Calibri"/>
                <a:cs typeface="Calibri"/>
              </a:rPr>
              <a:t> </a:t>
            </a:r>
            <a:r>
              <a:rPr sz="1800" spc="-20" dirty="0">
                <a:latin typeface="Calibri"/>
                <a:cs typeface="Calibri"/>
              </a:rPr>
              <a:t>Strategies</a:t>
            </a:r>
            <a:endParaRPr sz="18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18" name="object 18"/>
          <p:cNvSpPr txBox="1"/>
          <p:nvPr/>
        </p:nvSpPr>
        <p:spPr>
          <a:xfrm>
            <a:off x="2926460" y="6070498"/>
            <a:ext cx="1779270"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Propositional</a:t>
            </a:r>
            <a:r>
              <a:rPr sz="1800" spc="-65" dirty="0">
                <a:latin typeface="Calibri"/>
                <a:cs typeface="Calibri"/>
              </a:rPr>
              <a:t> </a:t>
            </a:r>
            <a:r>
              <a:rPr sz="1800" spc="-5" dirty="0">
                <a:latin typeface="Calibri"/>
                <a:cs typeface="Calibri"/>
              </a:rPr>
              <a:t>Logic</a:t>
            </a:r>
            <a:endParaRPr sz="1800">
              <a:latin typeface="Calibri"/>
              <a:cs typeface="Calibri"/>
            </a:endParaRPr>
          </a:p>
        </p:txBody>
      </p:sp>
      <p:sp>
        <p:nvSpPr>
          <p:cNvPr id="19" name="object 19"/>
          <p:cNvSpPr txBox="1"/>
          <p:nvPr/>
        </p:nvSpPr>
        <p:spPr>
          <a:xfrm>
            <a:off x="6166484" y="6070498"/>
            <a:ext cx="1541780" cy="300355"/>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First</a:t>
            </a:r>
            <a:r>
              <a:rPr sz="1800" spc="-10" dirty="0">
                <a:latin typeface="Calibri"/>
                <a:cs typeface="Calibri"/>
              </a:rPr>
              <a:t> Order </a:t>
            </a:r>
            <a:r>
              <a:rPr sz="1800" spc="-5" dirty="0">
                <a:latin typeface="Calibri"/>
                <a:cs typeface="Calibri"/>
              </a:rPr>
              <a:t>Logic</a:t>
            </a:r>
            <a:endParaRPr sz="1800">
              <a:latin typeface="Calibri"/>
              <a:cs typeface="Calibri"/>
            </a:endParaRPr>
          </a:p>
        </p:txBody>
      </p:sp>
    </p:spTree>
    <p:extLst>
      <p:ext uri="{BB962C8B-B14F-4D97-AF65-F5344CB8AC3E}">
        <p14:creationId xmlns:p14="http://schemas.microsoft.com/office/powerpoint/2010/main" val="2704326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839851"/>
            <a:ext cx="7205345" cy="2299335"/>
          </a:xfrm>
          <a:prstGeom prst="rect">
            <a:avLst/>
          </a:prstGeom>
        </p:spPr>
        <p:txBody>
          <a:bodyPr vert="horz" wrap="square" lIns="0" tIns="13335" rIns="0" bIns="0" rtlCol="0">
            <a:spAutoFit/>
          </a:bodyPr>
          <a:lstStyle/>
          <a:p>
            <a:pPr marL="554990">
              <a:lnSpc>
                <a:spcPct val="100000"/>
              </a:lnSpc>
              <a:spcBef>
                <a:spcPts val="105"/>
              </a:spcBef>
            </a:pPr>
            <a:r>
              <a:rPr sz="1700" b="1" spc="-100" dirty="0">
                <a:solidFill>
                  <a:srgbClr val="996600"/>
                </a:solidFill>
                <a:latin typeface="Times New Roman"/>
                <a:cs typeface="Times New Roman"/>
              </a:rPr>
              <a:t>Agentsbasedon</a:t>
            </a:r>
            <a:r>
              <a:rPr sz="1700" b="1" spc="-275" dirty="0">
                <a:solidFill>
                  <a:srgbClr val="996600"/>
                </a:solidFill>
                <a:latin typeface="Times New Roman"/>
                <a:cs typeface="Times New Roman"/>
              </a:rPr>
              <a:t> </a:t>
            </a:r>
            <a:r>
              <a:rPr sz="1700" b="1" spc="-120" dirty="0">
                <a:solidFill>
                  <a:srgbClr val="996600"/>
                </a:solidFill>
                <a:latin typeface="Times New Roman"/>
                <a:cs typeface="Times New Roman"/>
              </a:rPr>
              <a:t>Propositionallogic,TT-Entailforinferencefromtruthtable</a:t>
            </a:r>
            <a:endParaRPr sz="1700">
              <a:latin typeface="Times New Roman"/>
              <a:cs typeface="Times New Roman"/>
            </a:endParaRPr>
          </a:p>
          <a:p>
            <a:pPr>
              <a:lnSpc>
                <a:spcPct val="100000"/>
              </a:lnSpc>
            </a:pPr>
            <a:endParaRPr sz="1900">
              <a:latin typeface="Times New Roman"/>
              <a:cs typeface="Times New Roman"/>
            </a:endParaRPr>
          </a:p>
          <a:p>
            <a:pPr marL="12700">
              <a:lnSpc>
                <a:spcPct val="100000"/>
              </a:lnSpc>
              <a:spcBef>
                <a:spcPts val="1140"/>
              </a:spcBef>
            </a:pPr>
            <a:r>
              <a:rPr sz="1800" dirty="0">
                <a:latin typeface="Microsoft Sans Serif"/>
                <a:cs typeface="Microsoft Sans Serif"/>
              </a:rPr>
              <a:t>A</a:t>
            </a:r>
            <a:r>
              <a:rPr sz="1800" spc="-70" dirty="0">
                <a:latin typeface="Microsoft Sans Serif"/>
                <a:cs typeface="Microsoft Sans Serif"/>
              </a:rPr>
              <a:t> </a:t>
            </a:r>
            <a:r>
              <a:rPr sz="1800" dirty="0">
                <a:latin typeface="Microsoft Sans Serif"/>
                <a:cs typeface="Microsoft Sans Serif"/>
              </a:rPr>
              <a:t>simple</a:t>
            </a:r>
            <a:r>
              <a:rPr sz="1800" spc="-40" dirty="0">
                <a:latin typeface="Microsoft Sans Serif"/>
                <a:cs typeface="Microsoft Sans Serif"/>
              </a:rPr>
              <a:t> </a:t>
            </a:r>
            <a:r>
              <a:rPr sz="1800" dirty="0">
                <a:latin typeface="Microsoft Sans Serif"/>
                <a:cs typeface="Microsoft Sans Serif"/>
              </a:rPr>
              <a:t>representation</a:t>
            </a:r>
            <a:r>
              <a:rPr sz="1800" spc="-55" dirty="0">
                <a:latin typeface="Microsoft Sans Serif"/>
                <a:cs typeface="Microsoft Sans Serif"/>
              </a:rPr>
              <a:t> </a:t>
            </a:r>
            <a:r>
              <a:rPr sz="1800" dirty="0">
                <a:latin typeface="Microsoft Sans Serif"/>
                <a:cs typeface="Microsoft Sans Serif"/>
              </a:rPr>
              <a:t>language</a:t>
            </a:r>
            <a:r>
              <a:rPr sz="1800" spc="-40" dirty="0">
                <a:latin typeface="Microsoft Sans Serif"/>
                <a:cs typeface="Microsoft Sans Serif"/>
              </a:rPr>
              <a:t> </a:t>
            </a:r>
            <a:r>
              <a:rPr sz="1800" dirty="0">
                <a:latin typeface="Microsoft Sans Serif"/>
                <a:cs typeface="Microsoft Sans Serif"/>
              </a:rPr>
              <a:t>for</a:t>
            </a:r>
            <a:r>
              <a:rPr sz="1800" spc="30" dirty="0">
                <a:latin typeface="Microsoft Sans Serif"/>
                <a:cs typeface="Microsoft Sans Serif"/>
              </a:rPr>
              <a:t> </a:t>
            </a:r>
            <a:r>
              <a:rPr sz="1800" dirty="0">
                <a:latin typeface="Microsoft Sans Serif"/>
                <a:cs typeface="Microsoft Sans Serif"/>
              </a:rPr>
              <a:t>building</a:t>
            </a:r>
            <a:r>
              <a:rPr sz="1800" spc="-35" dirty="0">
                <a:latin typeface="Microsoft Sans Serif"/>
                <a:cs typeface="Microsoft Sans Serif"/>
              </a:rPr>
              <a:t> </a:t>
            </a:r>
            <a:r>
              <a:rPr sz="1800" dirty="0">
                <a:latin typeface="Microsoft Sans Serif"/>
                <a:cs typeface="Microsoft Sans Serif"/>
              </a:rPr>
              <a:t>knowledge-based</a:t>
            </a:r>
            <a:r>
              <a:rPr sz="1800" spc="-65" dirty="0">
                <a:latin typeface="Microsoft Sans Serif"/>
                <a:cs typeface="Microsoft Sans Serif"/>
              </a:rPr>
              <a:t> </a:t>
            </a:r>
            <a:r>
              <a:rPr sz="1800" dirty="0">
                <a:latin typeface="Microsoft Sans Serif"/>
                <a:cs typeface="Microsoft Sans Serif"/>
              </a:rPr>
              <a:t>agents</a:t>
            </a:r>
            <a:endParaRPr sz="1800">
              <a:latin typeface="Microsoft Sans Serif"/>
              <a:cs typeface="Microsoft Sans Serif"/>
            </a:endParaRPr>
          </a:p>
          <a:p>
            <a:pPr>
              <a:lnSpc>
                <a:spcPct val="100000"/>
              </a:lnSpc>
              <a:spcBef>
                <a:spcPts val="25"/>
              </a:spcBef>
            </a:pPr>
            <a:endParaRPr sz="2650">
              <a:latin typeface="Microsoft Sans Serif"/>
              <a:cs typeface="Microsoft Sans Serif"/>
            </a:endParaRPr>
          </a:p>
          <a:p>
            <a:pPr marL="12700">
              <a:lnSpc>
                <a:spcPct val="100000"/>
              </a:lnSpc>
            </a:pPr>
            <a:r>
              <a:rPr sz="1800" b="1" dirty="0">
                <a:latin typeface="Arial"/>
                <a:cs typeface="Arial"/>
              </a:rPr>
              <a:t>Proposition</a:t>
            </a:r>
            <a:r>
              <a:rPr sz="1800" b="1" spc="-15" dirty="0">
                <a:latin typeface="Arial"/>
                <a:cs typeface="Arial"/>
              </a:rPr>
              <a:t> Symbol</a:t>
            </a:r>
            <a:r>
              <a:rPr sz="1800" b="1" spc="40" dirty="0">
                <a:latin typeface="Arial"/>
                <a:cs typeface="Arial"/>
              </a:rPr>
              <a:t> </a:t>
            </a:r>
            <a:r>
              <a:rPr sz="1800" spc="470" dirty="0">
                <a:latin typeface="Microsoft Sans Serif"/>
                <a:cs typeface="Microsoft Sans Serif"/>
              </a:rPr>
              <a:t>–</a:t>
            </a:r>
            <a:r>
              <a:rPr sz="1800" spc="-65" dirty="0">
                <a:latin typeface="Microsoft Sans Serif"/>
                <a:cs typeface="Microsoft Sans Serif"/>
              </a:rPr>
              <a:t> </a:t>
            </a:r>
            <a:r>
              <a:rPr sz="1800" dirty="0">
                <a:latin typeface="Microsoft Sans Serif"/>
                <a:cs typeface="Microsoft Sans Serif"/>
              </a:rPr>
              <a:t>A</a:t>
            </a:r>
            <a:r>
              <a:rPr sz="1800" spc="-90" dirty="0">
                <a:latin typeface="Microsoft Sans Serif"/>
                <a:cs typeface="Microsoft Sans Serif"/>
              </a:rPr>
              <a:t> </a:t>
            </a:r>
            <a:r>
              <a:rPr sz="1800" dirty="0">
                <a:latin typeface="Microsoft Sans Serif"/>
                <a:cs typeface="Microsoft Sans Serif"/>
              </a:rPr>
              <a:t>symbol</a:t>
            </a:r>
            <a:r>
              <a:rPr sz="1800" spc="10" dirty="0">
                <a:latin typeface="Microsoft Sans Serif"/>
                <a:cs typeface="Microsoft Sans Serif"/>
              </a:rPr>
              <a:t> </a:t>
            </a:r>
            <a:r>
              <a:rPr sz="1800" dirty="0">
                <a:latin typeface="Microsoft Sans Serif"/>
                <a:cs typeface="Microsoft Sans Serif"/>
              </a:rPr>
              <a:t>that</a:t>
            </a:r>
            <a:r>
              <a:rPr sz="1800" spc="-20" dirty="0">
                <a:latin typeface="Microsoft Sans Serif"/>
                <a:cs typeface="Microsoft Sans Serif"/>
              </a:rPr>
              <a:t> </a:t>
            </a:r>
            <a:r>
              <a:rPr sz="1800" dirty="0">
                <a:latin typeface="Microsoft Sans Serif"/>
                <a:cs typeface="Microsoft Sans Serif"/>
              </a:rPr>
              <a:t>stands</a:t>
            </a:r>
            <a:r>
              <a:rPr sz="1800" spc="-10" dirty="0">
                <a:latin typeface="Microsoft Sans Serif"/>
                <a:cs typeface="Microsoft Sans Serif"/>
              </a:rPr>
              <a:t> </a:t>
            </a:r>
            <a:r>
              <a:rPr sz="1800" dirty="0">
                <a:latin typeface="Microsoft Sans Serif"/>
                <a:cs typeface="Microsoft Sans Serif"/>
              </a:rPr>
              <a:t>for</a:t>
            </a:r>
            <a:r>
              <a:rPr sz="1800" spc="5" dirty="0">
                <a:latin typeface="Microsoft Sans Serif"/>
                <a:cs typeface="Microsoft Sans Serif"/>
              </a:rPr>
              <a:t> </a:t>
            </a:r>
            <a:r>
              <a:rPr sz="1800" spc="-5" dirty="0">
                <a:latin typeface="Microsoft Sans Serif"/>
                <a:cs typeface="Microsoft Sans Serif"/>
              </a:rPr>
              <a:t>a</a:t>
            </a:r>
            <a:r>
              <a:rPr sz="1800" spc="25" dirty="0">
                <a:latin typeface="Microsoft Sans Serif"/>
                <a:cs typeface="Microsoft Sans Serif"/>
              </a:rPr>
              <a:t> </a:t>
            </a:r>
            <a:r>
              <a:rPr sz="1800" dirty="0">
                <a:latin typeface="Microsoft Sans Serif"/>
                <a:cs typeface="Microsoft Sans Serif"/>
              </a:rPr>
              <a:t>proposition.</a:t>
            </a:r>
            <a:endParaRPr sz="1800">
              <a:latin typeface="Microsoft Sans Serif"/>
              <a:cs typeface="Microsoft Sans Serif"/>
            </a:endParaRPr>
          </a:p>
          <a:p>
            <a:pPr marL="12700">
              <a:lnSpc>
                <a:spcPct val="100000"/>
              </a:lnSpc>
              <a:spcBef>
                <a:spcPts val="430"/>
              </a:spcBef>
            </a:pPr>
            <a:r>
              <a:rPr sz="1800" dirty="0">
                <a:latin typeface="Microsoft Sans Serif"/>
                <a:cs typeface="Microsoft Sans Serif"/>
              </a:rPr>
              <a:t>E.g.,</a:t>
            </a:r>
            <a:r>
              <a:rPr sz="1800" spc="10" dirty="0">
                <a:latin typeface="Microsoft Sans Serif"/>
                <a:cs typeface="Microsoft Sans Serif"/>
              </a:rPr>
              <a:t> </a:t>
            </a:r>
            <a:r>
              <a:rPr sz="1800" spc="15" dirty="0">
                <a:latin typeface="Microsoft Sans Serif"/>
                <a:cs typeface="Microsoft Sans Serif"/>
              </a:rPr>
              <a:t>W1,3</a:t>
            </a:r>
            <a:r>
              <a:rPr sz="1800" spc="-55" dirty="0">
                <a:latin typeface="Microsoft Sans Serif"/>
                <a:cs typeface="Microsoft Sans Serif"/>
              </a:rPr>
              <a:t> </a:t>
            </a:r>
            <a:r>
              <a:rPr sz="1800" spc="475" dirty="0">
                <a:latin typeface="Microsoft Sans Serif"/>
                <a:cs typeface="Microsoft Sans Serif"/>
              </a:rPr>
              <a:t>–</a:t>
            </a:r>
            <a:r>
              <a:rPr sz="1800" spc="10" dirty="0">
                <a:latin typeface="Microsoft Sans Serif"/>
                <a:cs typeface="Microsoft Sans Serif"/>
              </a:rPr>
              <a:t> </a:t>
            </a:r>
            <a:r>
              <a:rPr sz="1800" dirty="0">
                <a:latin typeface="Microsoft Sans Serif"/>
                <a:cs typeface="Microsoft Sans Serif"/>
              </a:rPr>
              <a:t>“Wumpus</a:t>
            </a:r>
            <a:r>
              <a:rPr sz="1800" spc="-40" dirty="0">
                <a:latin typeface="Microsoft Sans Serif"/>
                <a:cs typeface="Microsoft Sans Serif"/>
              </a:rPr>
              <a:t> </a:t>
            </a:r>
            <a:r>
              <a:rPr sz="1800" spc="-5" dirty="0">
                <a:latin typeface="Microsoft Sans Serif"/>
                <a:cs typeface="Microsoft Sans Serif"/>
              </a:rPr>
              <a:t>in</a:t>
            </a:r>
            <a:r>
              <a:rPr sz="1800" dirty="0">
                <a:latin typeface="Microsoft Sans Serif"/>
                <a:cs typeface="Microsoft Sans Serif"/>
              </a:rPr>
              <a:t> [1,3]”</a:t>
            </a:r>
            <a:r>
              <a:rPr sz="1800" spc="-15" dirty="0">
                <a:latin typeface="Microsoft Sans Serif"/>
                <a:cs typeface="Microsoft Sans Serif"/>
              </a:rPr>
              <a:t> </a:t>
            </a:r>
            <a:r>
              <a:rPr sz="1800" spc="-5" dirty="0">
                <a:latin typeface="Microsoft Sans Serif"/>
                <a:cs typeface="Microsoft Sans Serif"/>
              </a:rPr>
              <a:t>is</a:t>
            </a:r>
            <a:r>
              <a:rPr sz="1800" spc="10" dirty="0">
                <a:latin typeface="Microsoft Sans Serif"/>
                <a:cs typeface="Microsoft Sans Serif"/>
              </a:rPr>
              <a:t> </a:t>
            </a:r>
            <a:r>
              <a:rPr sz="1800" dirty="0">
                <a:latin typeface="Microsoft Sans Serif"/>
                <a:cs typeface="Microsoft Sans Serif"/>
              </a:rPr>
              <a:t>a</a:t>
            </a:r>
            <a:r>
              <a:rPr sz="1800" spc="30" dirty="0">
                <a:latin typeface="Microsoft Sans Serif"/>
                <a:cs typeface="Microsoft Sans Serif"/>
              </a:rPr>
              <a:t> </a:t>
            </a:r>
            <a:r>
              <a:rPr sz="1800" dirty="0">
                <a:latin typeface="Microsoft Sans Serif"/>
                <a:cs typeface="Microsoft Sans Serif"/>
              </a:rPr>
              <a:t>proposition</a:t>
            </a:r>
            <a:r>
              <a:rPr sz="1800" spc="-70" dirty="0">
                <a:latin typeface="Microsoft Sans Serif"/>
                <a:cs typeface="Microsoft Sans Serif"/>
              </a:rPr>
              <a:t> </a:t>
            </a:r>
            <a:r>
              <a:rPr sz="1800" dirty="0">
                <a:latin typeface="Microsoft Sans Serif"/>
                <a:cs typeface="Microsoft Sans Serif"/>
              </a:rPr>
              <a:t>and </a:t>
            </a:r>
            <a:r>
              <a:rPr sz="1800" spc="25" dirty="0">
                <a:latin typeface="Microsoft Sans Serif"/>
                <a:cs typeface="Microsoft Sans Serif"/>
              </a:rPr>
              <a:t>W</a:t>
            </a:r>
            <a:r>
              <a:rPr sz="1400" spc="25" dirty="0">
                <a:latin typeface="Microsoft Sans Serif"/>
                <a:cs typeface="Microsoft Sans Serif"/>
              </a:rPr>
              <a:t>1,3</a:t>
            </a:r>
            <a:r>
              <a:rPr sz="1400" spc="75" dirty="0">
                <a:latin typeface="Microsoft Sans Serif"/>
                <a:cs typeface="Microsoft Sans Serif"/>
              </a:rPr>
              <a:t> </a:t>
            </a:r>
            <a:r>
              <a:rPr sz="1800" spc="-5" dirty="0">
                <a:latin typeface="Microsoft Sans Serif"/>
                <a:cs typeface="Microsoft Sans Serif"/>
              </a:rPr>
              <a:t>is</a:t>
            </a:r>
            <a:r>
              <a:rPr sz="1800" spc="10" dirty="0">
                <a:latin typeface="Microsoft Sans Serif"/>
                <a:cs typeface="Microsoft Sans Serif"/>
              </a:rPr>
              <a:t> </a:t>
            </a:r>
            <a:r>
              <a:rPr sz="1800" dirty="0">
                <a:latin typeface="Microsoft Sans Serif"/>
                <a:cs typeface="Microsoft Sans Serif"/>
              </a:rPr>
              <a:t>the </a:t>
            </a:r>
            <a:r>
              <a:rPr sz="1800" spc="-5" dirty="0">
                <a:latin typeface="Microsoft Sans Serif"/>
                <a:cs typeface="Microsoft Sans Serif"/>
              </a:rPr>
              <a:t>symbol</a:t>
            </a:r>
            <a:endParaRPr sz="1800">
              <a:latin typeface="Microsoft Sans Serif"/>
              <a:cs typeface="Microsoft Sans Serif"/>
            </a:endParaRPr>
          </a:p>
          <a:p>
            <a:pPr marL="12700">
              <a:lnSpc>
                <a:spcPct val="100000"/>
              </a:lnSpc>
              <a:spcBef>
                <a:spcPts val="434"/>
              </a:spcBef>
            </a:pPr>
            <a:r>
              <a:rPr sz="1800" dirty="0">
                <a:latin typeface="Microsoft Sans Serif"/>
                <a:cs typeface="Microsoft Sans Serif"/>
              </a:rPr>
              <a:t>Proposition</a:t>
            </a:r>
            <a:r>
              <a:rPr sz="1800" spc="-50" dirty="0">
                <a:latin typeface="Microsoft Sans Serif"/>
                <a:cs typeface="Microsoft Sans Serif"/>
              </a:rPr>
              <a:t> </a:t>
            </a:r>
            <a:r>
              <a:rPr sz="1800" dirty="0">
                <a:latin typeface="Microsoft Sans Serif"/>
                <a:cs typeface="Microsoft Sans Serif"/>
              </a:rPr>
              <a:t>can</a:t>
            </a:r>
            <a:r>
              <a:rPr sz="1800" spc="5" dirty="0">
                <a:latin typeface="Microsoft Sans Serif"/>
                <a:cs typeface="Microsoft Sans Serif"/>
              </a:rPr>
              <a:t> </a:t>
            </a:r>
            <a:r>
              <a:rPr sz="1800" dirty="0">
                <a:latin typeface="Microsoft Sans Serif"/>
                <a:cs typeface="Microsoft Sans Serif"/>
              </a:rPr>
              <a:t>be</a:t>
            </a:r>
            <a:r>
              <a:rPr sz="1800" spc="5"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dirty="0">
                <a:latin typeface="Microsoft Sans Serif"/>
                <a:cs typeface="Microsoft Sans Serif"/>
              </a:rPr>
              <a:t>or false</a:t>
            </a:r>
            <a:endParaRPr sz="1800">
              <a:latin typeface="Microsoft Sans Serif"/>
              <a:cs typeface="Microsoft Sans Serif"/>
            </a:endParaRPr>
          </a:p>
        </p:txBody>
      </p:sp>
      <p:sp>
        <p:nvSpPr>
          <p:cNvPr id="3" name="object 3"/>
          <p:cNvSpPr txBox="1"/>
          <p:nvPr/>
        </p:nvSpPr>
        <p:spPr>
          <a:xfrm>
            <a:off x="358140" y="3771455"/>
            <a:ext cx="3192145" cy="2002155"/>
          </a:xfrm>
          <a:prstGeom prst="rect">
            <a:avLst/>
          </a:prstGeom>
        </p:spPr>
        <p:txBody>
          <a:bodyPr vert="horz" wrap="square" lIns="0" tIns="12700" rIns="0" bIns="0" rtlCol="0">
            <a:spAutoFit/>
          </a:bodyPr>
          <a:lstStyle/>
          <a:p>
            <a:pPr marL="38100" marR="786765">
              <a:lnSpc>
                <a:spcPct val="120100"/>
              </a:lnSpc>
              <a:spcBef>
                <a:spcPts val="100"/>
              </a:spcBef>
            </a:pPr>
            <a:r>
              <a:rPr sz="1800" b="1" spc="-5" dirty="0">
                <a:latin typeface="Arial"/>
                <a:cs typeface="Arial"/>
              </a:rPr>
              <a:t>Atomic</a:t>
            </a:r>
            <a:r>
              <a:rPr sz="1800" b="1" spc="5" dirty="0">
                <a:latin typeface="Arial"/>
                <a:cs typeface="Arial"/>
              </a:rPr>
              <a:t> </a:t>
            </a:r>
            <a:r>
              <a:rPr sz="1800" dirty="0">
                <a:latin typeface="Microsoft Sans Serif"/>
                <a:cs typeface="Microsoft Sans Serif"/>
              </a:rPr>
              <a:t>:</a:t>
            </a:r>
            <a:r>
              <a:rPr sz="1800" spc="20" dirty="0">
                <a:latin typeface="Microsoft Sans Serif"/>
                <a:cs typeface="Microsoft Sans Serif"/>
              </a:rPr>
              <a:t> </a:t>
            </a:r>
            <a:r>
              <a:rPr sz="1800" spc="10" dirty="0">
                <a:latin typeface="Microsoft Sans Serif"/>
                <a:cs typeface="Microsoft Sans Serif"/>
              </a:rPr>
              <a:t>W</a:t>
            </a:r>
            <a:r>
              <a:rPr sz="1800" spc="15" baseline="-20833" dirty="0">
                <a:latin typeface="Microsoft Sans Serif"/>
                <a:cs typeface="Microsoft Sans Serif"/>
              </a:rPr>
              <a:t>1,3 </a:t>
            </a:r>
            <a:r>
              <a:rPr sz="1800" spc="22" baseline="-20833" dirty="0">
                <a:latin typeface="Microsoft Sans Serif"/>
                <a:cs typeface="Microsoft Sans Serif"/>
              </a:rPr>
              <a:t> </a:t>
            </a:r>
            <a:r>
              <a:rPr sz="1800" b="1" spc="-5" dirty="0">
                <a:latin typeface="Arial"/>
                <a:cs typeface="Arial"/>
              </a:rPr>
              <a:t>Co</a:t>
            </a:r>
            <a:r>
              <a:rPr sz="1800" b="1" spc="5" dirty="0">
                <a:latin typeface="Arial"/>
                <a:cs typeface="Arial"/>
              </a:rPr>
              <a:t>n</a:t>
            </a:r>
            <a:r>
              <a:rPr sz="1800" b="1" dirty="0">
                <a:latin typeface="Arial"/>
                <a:cs typeface="Arial"/>
              </a:rPr>
              <a:t>j</a:t>
            </a:r>
            <a:r>
              <a:rPr sz="1800" b="1" spc="5" dirty="0">
                <a:latin typeface="Arial"/>
                <a:cs typeface="Arial"/>
              </a:rPr>
              <a:t>un</a:t>
            </a:r>
            <a:r>
              <a:rPr sz="1800" b="1" dirty="0">
                <a:latin typeface="Arial"/>
                <a:cs typeface="Arial"/>
              </a:rPr>
              <a:t>c</a:t>
            </a:r>
            <a:r>
              <a:rPr sz="1800" b="1" spc="-5" dirty="0">
                <a:latin typeface="Arial"/>
                <a:cs typeface="Arial"/>
              </a:rPr>
              <a:t>ts</a:t>
            </a:r>
            <a:r>
              <a:rPr sz="1800" b="1" spc="-15" dirty="0">
                <a:latin typeface="Arial"/>
                <a:cs typeface="Arial"/>
              </a:rPr>
              <a:t> </a:t>
            </a:r>
            <a:r>
              <a:rPr sz="1800" dirty="0">
                <a:latin typeface="Microsoft Sans Serif"/>
                <a:cs typeface="Microsoft Sans Serif"/>
              </a:rPr>
              <a:t>:</a:t>
            </a:r>
            <a:r>
              <a:rPr sz="1800" spc="5" dirty="0">
                <a:latin typeface="Microsoft Sans Serif"/>
                <a:cs typeface="Microsoft Sans Serif"/>
              </a:rPr>
              <a:t> </a:t>
            </a:r>
            <a:r>
              <a:rPr sz="1800" spc="75" dirty="0">
                <a:latin typeface="Microsoft Sans Serif"/>
                <a:cs typeface="Microsoft Sans Serif"/>
              </a:rPr>
              <a:t>W</a:t>
            </a:r>
            <a:r>
              <a:rPr sz="1800" spc="-7" baseline="-20833" dirty="0">
                <a:latin typeface="Microsoft Sans Serif"/>
                <a:cs typeface="Microsoft Sans Serif"/>
              </a:rPr>
              <a:t>1</a:t>
            </a:r>
            <a:r>
              <a:rPr sz="1800" baseline="-20833" dirty="0">
                <a:latin typeface="Microsoft Sans Serif"/>
                <a:cs typeface="Microsoft Sans Serif"/>
              </a:rPr>
              <a:t>,3</a:t>
            </a:r>
            <a:r>
              <a:rPr sz="1800" spc="-112" baseline="-20833" dirty="0">
                <a:latin typeface="Microsoft Sans Serif"/>
                <a:cs typeface="Microsoft Sans Serif"/>
              </a:rPr>
              <a:t> </a:t>
            </a:r>
            <a:r>
              <a:rPr sz="1800" dirty="0">
                <a:latin typeface="Cambria Math"/>
                <a:cs typeface="Cambria Math"/>
              </a:rPr>
              <a:t>⋀</a:t>
            </a:r>
            <a:r>
              <a:rPr sz="1800" spc="110"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3</a:t>
            </a:r>
            <a:r>
              <a:rPr sz="1800" baseline="-20833" dirty="0">
                <a:latin typeface="Microsoft Sans Serif"/>
                <a:cs typeface="Microsoft Sans Serif"/>
              </a:rPr>
              <a:t>,1  </a:t>
            </a:r>
            <a:r>
              <a:rPr sz="1800" b="1" dirty="0">
                <a:latin typeface="Arial"/>
                <a:cs typeface="Arial"/>
              </a:rPr>
              <a:t>Disjuncts </a:t>
            </a:r>
            <a:r>
              <a:rPr sz="1800" dirty="0">
                <a:latin typeface="Microsoft Sans Serif"/>
                <a:cs typeface="Microsoft Sans Serif"/>
              </a:rPr>
              <a:t>: </a:t>
            </a:r>
            <a:r>
              <a:rPr sz="1800" spc="10" dirty="0">
                <a:latin typeface="Microsoft Sans Serif"/>
                <a:cs typeface="Microsoft Sans Serif"/>
              </a:rPr>
              <a:t>W</a:t>
            </a:r>
            <a:r>
              <a:rPr sz="1800" spc="15" baseline="-20833" dirty="0">
                <a:latin typeface="Microsoft Sans Serif"/>
                <a:cs typeface="Microsoft Sans Serif"/>
              </a:rPr>
              <a:t>1,3 </a:t>
            </a:r>
            <a:r>
              <a:rPr sz="1800"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3,1 </a:t>
            </a:r>
            <a:r>
              <a:rPr sz="1800" baseline="-20833" dirty="0">
                <a:latin typeface="Microsoft Sans Serif"/>
                <a:cs typeface="Microsoft Sans Serif"/>
              </a:rPr>
              <a:t> </a:t>
            </a:r>
            <a:r>
              <a:rPr sz="1800" b="1" dirty="0">
                <a:latin typeface="Arial"/>
                <a:cs typeface="Arial"/>
              </a:rPr>
              <a:t>Implications</a:t>
            </a:r>
            <a:r>
              <a:rPr sz="1800" b="1" spc="-70" dirty="0">
                <a:latin typeface="Arial"/>
                <a:cs typeface="Arial"/>
              </a:rPr>
              <a:t> </a:t>
            </a:r>
            <a:r>
              <a:rPr sz="1800" dirty="0">
                <a:latin typeface="Microsoft Sans Serif"/>
                <a:cs typeface="Microsoft Sans Serif"/>
              </a:rPr>
              <a:t>:</a:t>
            </a:r>
            <a:endParaRPr sz="1800">
              <a:latin typeface="Microsoft Sans Serif"/>
              <a:cs typeface="Microsoft Sans Serif"/>
            </a:endParaRPr>
          </a:p>
          <a:p>
            <a:pPr marL="38100">
              <a:lnSpc>
                <a:spcPct val="100000"/>
              </a:lnSpc>
              <a:spcBef>
                <a:spcPts val="865"/>
              </a:spcBef>
            </a:pPr>
            <a:r>
              <a:rPr sz="2700" spc="15" baseline="13888" dirty="0">
                <a:latin typeface="Microsoft Sans Serif"/>
                <a:cs typeface="Microsoft Sans Serif"/>
              </a:rPr>
              <a:t>(W</a:t>
            </a:r>
            <a:r>
              <a:rPr sz="1200" spc="10" dirty="0">
                <a:latin typeface="Microsoft Sans Serif"/>
                <a:cs typeface="Microsoft Sans Serif"/>
              </a:rPr>
              <a:t>1,3</a:t>
            </a:r>
            <a:r>
              <a:rPr sz="1200" spc="-60" dirty="0">
                <a:latin typeface="Microsoft Sans Serif"/>
                <a:cs typeface="Microsoft Sans Serif"/>
              </a:rPr>
              <a:t> </a:t>
            </a:r>
            <a:r>
              <a:rPr sz="2700" baseline="13888" dirty="0">
                <a:latin typeface="Cambria Math"/>
                <a:cs typeface="Cambria Math"/>
              </a:rPr>
              <a:t>⋀</a:t>
            </a:r>
            <a:r>
              <a:rPr sz="2700" spc="142" baseline="13888" dirty="0">
                <a:latin typeface="Cambria Math"/>
                <a:cs typeface="Cambria Math"/>
              </a:rPr>
              <a:t> </a:t>
            </a:r>
            <a:r>
              <a:rPr sz="2700" baseline="13888" dirty="0">
                <a:latin typeface="Microsoft Sans Serif"/>
                <a:cs typeface="Microsoft Sans Serif"/>
              </a:rPr>
              <a:t>P</a:t>
            </a:r>
            <a:r>
              <a:rPr sz="1200" dirty="0">
                <a:latin typeface="Microsoft Sans Serif"/>
                <a:cs typeface="Microsoft Sans Serif"/>
              </a:rPr>
              <a:t>3,1</a:t>
            </a:r>
            <a:r>
              <a:rPr sz="2700" baseline="13888" dirty="0">
                <a:latin typeface="Microsoft Sans Serif"/>
                <a:cs typeface="Microsoft Sans Serif"/>
              </a:rPr>
              <a:t>)</a:t>
            </a:r>
            <a:r>
              <a:rPr sz="2700" spc="-22" baseline="13888" dirty="0">
                <a:latin typeface="Microsoft Sans Serif"/>
                <a:cs typeface="Microsoft Sans Serif"/>
              </a:rPr>
              <a:t> </a:t>
            </a:r>
            <a:r>
              <a:rPr sz="2700" baseline="13888" dirty="0">
                <a:latin typeface="Cambria Math"/>
                <a:cs typeface="Cambria Math"/>
              </a:rPr>
              <a:t>⟹</a:t>
            </a:r>
            <a:r>
              <a:rPr sz="2700" spc="150" baseline="13888" dirty="0">
                <a:latin typeface="Cambria Math"/>
                <a:cs typeface="Cambria Math"/>
              </a:rPr>
              <a:t> </a:t>
            </a:r>
            <a:r>
              <a:rPr sz="2700" baseline="13888" dirty="0">
                <a:latin typeface="Cambria Math"/>
                <a:cs typeface="Cambria Math"/>
              </a:rPr>
              <a:t>¬ </a:t>
            </a:r>
            <a:r>
              <a:rPr sz="2700" spc="15" baseline="13888" dirty="0">
                <a:latin typeface="Microsoft Sans Serif"/>
                <a:cs typeface="Microsoft Sans Serif"/>
              </a:rPr>
              <a:t>W</a:t>
            </a:r>
            <a:r>
              <a:rPr sz="1200" spc="10" dirty="0">
                <a:latin typeface="Microsoft Sans Serif"/>
                <a:cs typeface="Microsoft Sans Serif"/>
              </a:rPr>
              <a:t>2,2</a:t>
            </a:r>
            <a:endParaRPr sz="1200">
              <a:latin typeface="Microsoft Sans Serif"/>
              <a:cs typeface="Microsoft Sans Serif"/>
            </a:endParaRPr>
          </a:p>
          <a:p>
            <a:pPr marL="38100">
              <a:lnSpc>
                <a:spcPct val="100000"/>
              </a:lnSpc>
            </a:pPr>
            <a:r>
              <a:rPr sz="1800" b="1" dirty="0">
                <a:latin typeface="Arial"/>
                <a:cs typeface="Arial"/>
              </a:rPr>
              <a:t>Biconditional</a:t>
            </a:r>
            <a:r>
              <a:rPr sz="1800" b="1" spc="-60" dirty="0">
                <a:latin typeface="Arial"/>
                <a:cs typeface="Arial"/>
              </a:rPr>
              <a:t> </a:t>
            </a:r>
            <a:r>
              <a:rPr sz="1800" b="1" dirty="0">
                <a:latin typeface="Arial"/>
                <a:cs typeface="Arial"/>
              </a:rPr>
              <a:t>:</a:t>
            </a:r>
            <a:r>
              <a:rPr sz="1800" b="1" spc="-30" dirty="0">
                <a:latin typeface="Arial"/>
                <a:cs typeface="Arial"/>
              </a:rPr>
              <a:t> </a:t>
            </a:r>
            <a:r>
              <a:rPr sz="1800" spc="20" dirty="0">
                <a:latin typeface="Microsoft Sans Serif"/>
                <a:cs typeface="Microsoft Sans Serif"/>
              </a:rPr>
              <a:t>W</a:t>
            </a:r>
            <a:r>
              <a:rPr sz="1800" spc="30" baseline="-20833" dirty="0">
                <a:latin typeface="Microsoft Sans Serif"/>
                <a:cs typeface="Microsoft Sans Serif"/>
              </a:rPr>
              <a:t>1,3</a:t>
            </a:r>
            <a:r>
              <a:rPr sz="1800" spc="-75" baseline="-20833" dirty="0">
                <a:latin typeface="Microsoft Sans Serif"/>
                <a:cs typeface="Microsoft Sans Serif"/>
              </a:rPr>
              <a:t> </a:t>
            </a:r>
            <a:r>
              <a:rPr sz="1800" dirty="0">
                <a:latin typeface="Cambria Math"/>
                <a:cs typeface="Cambria Math"/>
              </a:rPr>
              <a:t>⟺</a:t>
            </a:r>
            <a:r>
              <a:rPr sz="1800" spc="110" dirty="0">
                <a:latin typeface="Cambria Math"/>
                <a:cs typeface="Cambria Math"/>
              </a:rPr>
              <a:t> </a:t>
            </a:r>
            <a:r>
              <a:rPr sz="1800" dirty="0">
                <a:latin typeface="Cambria Math"/>
                <a:cs typeface="Cambria Math"/>
              </a:rPr>
              <a:t>¬</a:t>
            </a:r>
            <a:r>
              <a:rPr sz="1800" spc="5" dirty="0">
                <a:latin typeface="Cambria Math"/>
                <a:cs typeface="Cambria Math"/>
              </a:rPr>
              <a:t> </a:t>
            </a:r>
            <a:r>
              <a:rPr sz="1800" spc="10" dirty="0">
                <a:latin typeface="Microsoft Sans Serif"/>
                <a:cs typeface="Microsoft Sans Serif"/>
              </a:rPr>
              <a:t>W</a:t>
            </a:r>
            <a:r>
              <a:rPr sz="1800" spc="15" baseline="-20833" dirty="0">
                <a:latin typeface="Microsoft Sans Serif"/>
                <a:cs typeface="Microsoft Sans Serif"/>
              </a:rPr>
              <a:t>2,2</a:t>
            </a:r>
            <a:endParaRPr sz="1800" baseline="-20833">
              <a:latin typeface="Microsoft Sans Serif"/>
              <a:cs typeface="Microsoft Sans Serif"/>
            </a:endParaRPr>
          </a:p>
        </p:txBody>
      </p:sp>
      <p:sp>
        <p:nvSpPr>
          <p:cNvPr id="4" name="object 4"/>
          <p:cNvSpPr txBox="1">
            <a:spLocks noGrp="1"/>
          </p:cNvSpPr>
          <p:nvPr>
            <p:ph type="title"/>
          </p:nvPr>
        </p:nvSpPr>
        <p:spPr>
          <a:xfrm>
            <a:off x="383540" y="318262"/>
            <a:ext cx="2305685" cy="361950"/>
          </a:xfrm>
          <a:prstGeom prst="rect">
            <a:avLst/>
          </a:prstGeom>
        </p:spPr>
        <p:txBody>
          <a:bodyPr vert="horz" wrap="square" lIns="0" tIns="13335" rIns="0" bIns="0" rtlCol="0">
            <a:spAutoFit/>
          </a:bodyPr>
          <a:lstStyle/>
          <a:p>
            <a:pPr marL="12700">
              <a:lnSpc>
                <a:spcPct val="100000"/>
              </a:lnSpc>
              <a:spcBef>
                <a:spcPts val="105"/>
              </a:spcBef>
            </a:pPr>
            <a:r>
              <a:rPr sz="2200" spc="-150" dirty="0"/>
              <a:t>P</a:t>
            </a:r>
            <a:r>
              <a:rPr sz="2200" spc="-140" dirty="0"/>
              <a:t>r</a:t>
            </a:r>
            <a:r>
              <a:rPr sz="2200" spc="-150" dirty="0"/>
              <a:t>opos</a:t>
            </a:r>
            <a:r>
              <a:rPr sz="2200" spc="-135" dirty="0"/>
              <a:t>iti</a:t>
            </a:r>
            <a:r>
              <a:rPr sz="2200" spc="-150" dirty="0"/>
              <a:t>on</a:t>
            </a:r>
            <a:r>
              <a:rPr sz="2200" spc="-170" dirty="0"/>
              <a:t>a</a:t>
            </a:r>
            <a:r>
              <a:rPr sz="2200" dirty="0"/>
              <a:t>l</a:t>
            </a:r>
            <a:r>
              <a:rPr sz="2200" spc="-360" dirty="0"/>
              <a:t> </a:t>
            </a:r>
            <a:r>
              <a:rPr sz="2200" spc="-150" dirty="0"/>
              <a:t>Log</a:t>
            </a:r>
            <a:r>
              <a:rPr sz="2200" spc="-135" dirty="0"/>
              <a:t>i</a:t>
            </a:r>
            <a:r>
              <a:rPr sz="2200" dirty="0"/>
              <a:t>c</a:t>
            </a:r>
            <a:endParaRPr sz="2200"/>
          </a:p>
        </p:txBody>
      </p:sp>
      <p:pic>
        <p:nvPicPr>
          <p:cNvPr id="5" name="object 5"/>
          <p:cNvPicPr/>
          <p:nvPr/>
        </p:nvPicPr>
        <p:blipFill>
          <a:blip r:embed="rId2" cstate="print"/>
          <a:stretch>
            <a:fillRect/>
          </a:stretch>
        </p:blipFill>
        <p:spPr>
          <a:xfrm>
            <a:off x="6261016" y="3199929"/>
            <a:ext cx="2796781" cy="2738044"/>
          </a:xfrm>
          <a:prstGeom prst="rect">
            <a:avLst/>
          </a:prstGeom>
        </p:spPr>
      </p:pic>
      <p:pic>
        <p:nvPicPr>
          <p:cNvPr id="6" name="object 6"/>
          <p:cNvPicPr/>
          <p:nvPr/>
        </p:nvPicPr>
        <p:blipFill>
          <a:blip r:embed="rId3" cstate="print"/>
          <a:stretch>
            <a:fillRect/>
          </a:stretch>
        </p:blipFill>
        <p:spPr>
          <a:xfrm>
            <a:off x="3483864" y="3160776"/>
            <a:ext cx="2459736" cy="2493264"/>
          </a:xfrm>
          <a:prstGeom prst="rect">
            <a:avLst/>
          </a:prstGeom>
        </p:spPr>
      </p:pic>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extLst>
      <p:ext uri="{BB962C8B-B14F-4D97-AF65-F5344CB8AC3E}">
        <p14:creationId xmlns:p14="http://schemas.microsoft.com/office/powerpoint/2010/main" val="1518831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839851"/>
            <a:ext cx="7637145" cy="1646555"/>
          </a:xfrm>
          <a:prstGeom prst="rect">
            <a:avLst/>
          </a:prstGeom>
        </p:spPr>
        <p:txBody>
          <a:bodyPr vert="horz" wrap="square" lIns="0" tIns="13335" rIns="0" bIns="0" rtlCol="0">
            <a:spAutoFit/>
          </a:bodyPr>
          <a:lstStyle/>
          <a:p>
            <a:pPr marL="2006600">
              <a:lnSpc>
                <a:spcPct val="100000"/>
              </a:lnSpc>
              <a:spcBef>
                <a:spcPts val="105"/>
              </a:spcBef>
            </a:pPr>
            <a:r>
              <a:rPr sz="1700" b="1" spc="-150" dirty="0">
                <a:solidFill>
                  <a:srgbClr val="996600"/>
                </a:solidFill>
                <a:latin typeface="Times New Roman"/>
                <a:cs typeface="Times New Roman"/>
              </a:rPr>
              <a:t>A</a:t>
            </a:r>
            <a:r>
              <a:rPr sz="1700" b="1" spc="-135" dirty="0">
                <a:solidFill>
                  <a:srgbClr val="996600"/>
                </a:solidFill>
                <a:latin typeface="Times New Roman"/>
                <a:cs typeface="Times New Roman"/>
              </a:rPr>
              <a:t>ge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t>
            </a:r>
            <a:r>
              <a:rPr sz="1700" b="1" spc="55" dirty="0">
                <a:solidFill>
                  <a:srgbClr val="996600"/>
                </a:solidFill>
                <a:latin typeface="Times New Roman"/>
                <a:cs typeface="Times New Roman"/>
              </a:rPr>
              <a:t>s</a:t>
            </a:r>
            <a:r>
              <a:rPr sz="1700" b="1" spc="-160" dirty="0">
                <a:solidFill>
                  <a:srgbClr val="996600"/>
                </a:solidFill>
                <a:latin typeface="Times New Roman"/>
                <a:cs typeface="Times New Roman"/>
              </a:rPr>
              <a:t>b</a:t>
            </a:r>
            <a:r>
              <a:rPr sz="1700" b="1" spc="-135" dirty="0">
                <a:solidFill>
                  <a:srgbClr val="996600"/>
                </a:solidFill>
                <a:latin typeface="Times New Roman"/>
                <a:cs typeface="Times New Roman"/>
              </a:rPr>
              <a:t>ase</a:t>
            </a:r>
            <a:r>
              <a:rPr sz="1700" b="1" spc="85" dirty="0">
                <a:solidFill>
                  <a:srgbClr val="996600"/>
                </a:solidFill>
                <a:latin typeface="Times New Roman"/>
                <a:cs typeface="Times New Roman"/>
              </a:rPr>
              <a:t>d</a:t>
            </a:r>
            <a:r>
              <a:rPr sz="1700" b="1" spc="-160" dirty="0">
                <a:solidFill>
                  <a:srgbClr val="996600"/>
                </a:solidFill>
                <a:latin typeface="Times New Roman"/>
                <a:cs typeface="Times New Roman"/>
              </a:rPr>
              <a:t>o</a:t>
            </a:r>
            <a:r>
              <a:rPr sz="1700" b="1" dirty="0">
                <a:solidFill>
                  <a:srgbClr val="996600"/>
                </a:solidFill>
                <a:latin typeface="Times New Roman"/>
                <a:cs typeface="Times New Roman"/>
              </a:rPr>
              <a:t>n</a:t>
            </a:r>
            <a:r>
              <a:rPr sz="1700" b="1" spc="-295" dirty="0">
                <a:solidFill>
                  <a:srgbClr val="996600"/>
                </a:solidFill>
                <a:latin typeface="Times New Roman"/>
                <a:cs typeface="Times New Roman"/>
              </a:rPr>
              <a:t> </a:t>
            </a:r>
            <a:r>
              <a:rPr sz="1700" b="1" spc="-155" dirty="0">
                <a:solidFill>
                  <a:srgbClr val="996600"/>
                </a:solidFill>
                <a:latin typeface="Times New Roman"/>
                <a:cs typeface="Times New Roman"/>
              </a:rPr>
              <a:t>P</a:t>
            </a:r>
            <a:r>
              <a:rPr sz="1700" b="1" spc="-160" dirty="0">
                <a:solidFill>
                  <a:srgbClr val="996600"/>
                </a:solidFill>
                <a:latin typeface="Times New Roman"/>
                <a:cs typeface="Times New Roman"/>
              </a:rPr>
              <a:t>ropo</a:t>
            </a:r>
            <a:r>
              <a:rPr sz="1700" b="1" spc="-135" dirty="0">
                <a:solidFill>
                  <a:srgbClr val="996600"/>
                </a:solidFill>
                <a:latin typeface="Times New Roman"/>
                <a:cs typeface="Times New Roman"/>
              </a:rPr>
              <a:t>s</a:t>
            </a:r>
            <a:r>
              <a:rPr sz="1700" b="1" spc="-140" dirty="0">
                <a:solidFill>
                  <a:srgbClr val="996600"/>
                </a:solidFill>
                <a:latin typeface="Times New Roman"/>
                <a:cs typeface="Times New Roman"/>
              </a:rPr>
              <a:t>i</a:t>
            </a:r>
            <a:r>
              <a:rPr sz="1700" b="1" spc="-135" dirty="0">
                <a:solidFill>
                  <a:srgbClr val="996600"/>
                </a:solidFill>
                <a:latin typeface="Times New Roman"/>
                <a:cs typeface="Times New Roman"/>
              </a:rPr>
              <a:t>t</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on</a:t>
            </a:r>
            <a:r>
              <a:rPr sz="1700" b="1" spc="-135" dirty="0">
                <a:solidFill>
                  <a:srgbClr val="996600"/>
                </a:solidFill>
                <a:latin typeface="Times New Roman"/>
                <a:cs typeface="Times New Roman"/>
              </a:rPr>
              <a:t>a</a:t>
            </a:r>
            <a:r>
              <a:rPr sz="1700" b="1" spc="50" dirty="0">
                <a:solidFill>
                  <a:srgbClr val="996600"/>
                </a:solidFill>
                <a:latin typeface="Times New Roman"/>
                <a:cs typeface="Times New Roman"/>
              </a:rPr>
              <a:t>l</a:t>
            </a:r>
            <a:r>
              <a:rPr sz="1700" b="1" spc="-140" dirty="0">
                <a:solidFill>
                  <a:srgbClr val="996600"/>
                </a:solidFill>
                <a:latin typeface="Times New Roman"/>
                <a:cs typeface="Times New Roman"/>
              </a:rPr>
              <a:t>l</a:t>
            </a:r>
            <a:r>
              <a:rPr sz="1700" b="1" spc="-160" dirty="0">
                <a:solidFill>
                  <a:srgbClr val="996600"/>
                </a:solidFill>
                <a:latin typeface="Times New Roman"/>
                <a:cs typeface="Times New Roman"/>
              </a:rPr>
              <a:t>o</a:t>
            </a:r>
            <a:r>
              <a:rPr sz="1700" b="1" spc="-135" dirty="0">
                <a:solidFill>
                  <a:srgbClr val="996600"/>
                </a:solidFill>
                <a:latin typeface="Times New Roman"/>
                <a:cs typeface="Times New Roman"/>
              </a:rPr>
              <a:t>g</a:t>
            </a:r>
            <a:r>
              <a:rPr sz="1700" b="1" spc="-140" dirty="0">
                <a:solidFill>
                  <a:srgbClr val="996600"/>
                </a:solidFill>
                <a:latin typeface="Times New Roman"/>
                <a:cs typeface="Times New Roman"/>
              </a:rPr>
              <a:t>i</a:t>
            </a:r>
            <a:r>
              <a:rPr sz="1700" b="1" spc="55" dirty="0">
                <a:solidFill>
                  <a:srgbClr val="996600"/>
                </a:solidFill>
                <a:latin typeface="Times New Roman"/>
                <a:cs typeface="Times New Roman"/>
              </a:rPr>
              <a:t>c</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T</a:t>
            </a:r>
            <a:r>
              <a:rPr sz="1700" b="1" spc="-315" dirty="0">
                <a:solidFill>
                  <a:srgbClr val="996600"/>
                </a:solidFill>
                <a:latin typeface="Times New Roman"/>
                <a:cs typeface="Times New Roman"/>
              </a:rPr>
              <a:t>T</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a:t>
            </a:r>
            <a:r>
              <a:rPr sz="1700" b="1" spc="-140" dirty="0">
                <a:solidFill>
                  <a:srgbClr val="996600"/>
                </a:solidFill>
                <a:latin typeface="Times New Roman"/>
                <a:cs typeface="Times New Roman"/>
              </a:rPr>
              <a:t>i</a:t>
            </a:r>
            <a:r>
              <a:rPr sz="1700" b="1" spc="75" dirty="0">
                <a:solidFill>
                  <a:srgbClr val="996600"/>
                </a:solidFill>
                <a:latin typeface="Times New Roman"/>
                <a:cs typeface="Times New Roman"/>
              </a:rPr>
              <a:t>l</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o</a:t>
            </a:r>
            <a:r>
              <a:rPr sz="1700" b="1" spc="55" dirty="0">
                <a:solidFill>
                  <a:srgbClr val="996600"/>
                </a:solidFill>
                <a:latin typeface="Times New Roman"/>
                <a:cs typeface="Times New Roman"/>
              </a:rPr>
              <a:t>r</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n</a:t>
            </a:r>
            <a:r>
              <a:rPr sz="1700" b="1" spc="-114" dirty="0">
                <a:solidFill>
                  <a:srgbClr val="996600"/>
                </a:solidFill>
                <a:latin typeface="Times New Roman"/>
                <a:cs typeface="Times New Roman"/>
              </a:rPr>
              <a:t>f</a:t>
            </a:r>
            <a:r>
              <a:rPr sz="1700" b="1" spc="-135" dirty="0">
                <a:solidFill>
                  <a:srgbClr val="996600"/>
                </a:solidFill>
                <a:latin typeface="Times New Roman"/>
                <a:cs typeface="Times New Roman"/>
              </a:rPr>
              <a:t>e</a:t>
            </a:r>
            <a:r>
              <a:rPr sz="1700" b="1" spc="-185" dirty="0">
                <a:solidFill>
                  <a:srgbClr val="996600"/>
                </a:solidFill>
                <a:latin typeface="Times New Roman"/>
                <a:cs typeface="Times New Roman"/>
              </a:rPr>
              <a:t>r</a:t>
            </a:r>
            <a:r>
              <a:rPr sz="1700" b="1" spc="-160" dirty="0">
                <a:solidFill>
                  <a:srgbClr val="996600"/>
                </a:solidFill>
                <a:latin typeface="Times New Roman"/>
                <a:cs typeface="Times New Roman"/>
              </a:rPr>
              <a:t>enc</a:t>
            </a:r>
            <a:r>
              <a:rPr sz="1700" b="1" spc="35" dirty="0">
                <a:solidFill>
                  <a:srgbClr val="996600"/>
                </a:solidFill>
                <a:latin typeface="Times New Roman"/>
                <a:cs typeface="Times New Roman"/>
              </a:rPr>
              <a:t>e</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ro</a:t>
            </a:r>
            <a:r>
              <a:rPr sz="1700" b="1" spc="65" dirty="0">
                <a:solidFill>
                  <a:srgbClr val="996600"/>
                </a:solidFill>
                <a:latin typeface="Times New Roman"/>
                <a:cs typeface="Times New Roman"/>
              </a:rPr>
              <a:t>m</a:t>
            </a:r>
            <a:r>
              <a:rPr sz="1700" b="1" spc="-135" dirty="0">
                <a:solidFill>
                  <a:srgbClr val="996600"/>
                </a:solidFill>
                <a:latin typeface="Times New Roman"/>
                <a:cs typeface="Times New Roman"/>
              </a:rPr>
              <a:t>tr</a:t>
            </a:r>
            <a:r>
              <a:rPr sz="1700" b="1" spc="-160" dirty="0">
                <a:solidFill>
                  <a:srgbClr val="996600"/>
                </a:solidFill>
                <a:latin typeface="Times New Roman"/>
                <a:cs typeface="Times New Roman"/>
              </a:rPr>
              <a:t>u</a:t>
            </a:r>
            <a:r>
              <a:rPr sz="1700" b="1" spc="-135" dirty="0">
                <a:solidFill>
                  <a:srgbClr val="996600"/>
                </a:solidFill>
                <a:latin typeface="Times New Roman"/>
                <a:cs typeface="Times New Roman"/>
              </a:rPr>
              <a:t>t</a:t>
            </a:r>
            <a:r>
              <a:rPr sz="1700" b="1" spc="60" dirty="0">
                <a:solidFill>
                  <a:srgbClr val="996600"/>
                </a:solidFill>
                <a:latin typeface="Times New Roman"/>
                <a:cs typeface="Times New Roman"/>
              </a:rPr>
              <a:t>h</a:t>
            </a:r>
            <a:r>
              <a:rPr sz="1700" b="1" spc="-135" dirty="0">
                <a:solidFill>
                  <a:srgbClr val="996600"/>
                </a:solidFill>
                <a:latin typeface="Times New Roman"/>
                <a:cs typeface="Times New Roman"/>
              </a:rPr>
              <a:t>ta</a:t>
            </a:r>
            <a:r>
              <a:rPr sz="1700" b="1" spc="-160" dirty="0">
                <a:solidFill>
                  <a:srgbClr val="996600"/>
                </a:solidFill>
                <a:latin typeface="Times New Roman"/>
                <a:cs typeface="Times New Roman"/>
              </a:rPr>
              <a:t>b</a:t>
            </a:r>
            <a:r>
              <a:rPr sz="1700" b="1" spc="-140" dirty="0">
                <a:solidFill>
                  <a:srgbClr val="996600"/>
                </a:solidFill>
                <a:latin typeface="Times New Roman"/>
                <a:cs typeface="Times New Roman"/>
              </a:rPr>
              <a:t>l</a:t>
            </a:r>
            <a:r>
              <a:rPr sz="1700" b="1" dirty="0">
                <a:solidFill>
                  <a:srgbClr val="996600"/>
                </a:solidFill>
                <a:latin typeface="Times New Roman"/>
                <a:cs typeface="Times New Roman"/>
              </a:rPr>
              <a:t>e</a:t>
            </a:r>
            <a:endParaRPr sz="1700">
              <a:latin typeface="Times New Roman"/>
              <a:cs typeface="Times New Roman"/>
            </a:endParaRPr>
          </a:p>
          <a:p>
            <a:pPr>
              <a:lnSpc>
                <a:spcPct val="100000"/>
              </a:lnSpc>
            </a:pPr>
            <a:endParaRPr sz="1900">
              <a:latin typeface="Times New Roman"/>
              <a:cs typeface="Times New Roman"/>
            </a:endParaRPr>
          </a:p>
          <a:p>
            <a:pPr marL="12700">
              <a:lnSpc>
                <a:spcPct val="100000"/>
              </a:lnSpc>
              <a:spcBef>
                <a:spcPts val="1140"/>
              </a:spcBef>
            </a:pPr>
            <a:r>
              <a:rPr sz="1800" spc="-35" dirty="0">
                <a:latin typeface="Microsoft Sans Serif"/>
                <a:cs typeface="Microsoft Sans Serif"/>
              </a:rPr>
              <a:t>Tie</a:t>
            </a:r>
            <a:r>
              <a:rPr sz="1800" spc="10" dirty="0">
                <a:latin typeface="Microsoft Sans Serif"/>
                <a:cs typeface="Microsoft Sans Serif"/>
              </a:rPr>
              <a:t> </a:t>
            </a:r>
            <a:r>
              <a:rPr sz="1800" dirty="0">
                <a:latin typeface="Microsoft Sans Serif"/>
                <a:cs typeface="Microsoft Sans Serif"/>
              </a:rPr>
              <a:t>break </a:t>
            </a:r>
            <a:r>
              <a:rPr sz="1800" spc="-5" dirty="0">
                <a:latin typeface="Microsoft Sans Serif"/>
                <a:cs typeface="Microsoft Sans Serif"/>
              </a:rPr>
              <a:t>in </a:t>
            </a:r>
            <a:r>
              <a:rPr sz="1800" spc="5" dirty="0">
                <a:latin typeface="Microsoft Sans Serif"/>
                <a:cs typeface="Microsoft Sans Serif"/>
              </a:rPr>
              <a:t>search:</a:t>
            </a:r>
            <a:endParaRPr sz="1800">
              <a:latin typeface="Microsoft Sans Serif"/>
              <a:cs typeface="Microsoft Sans Serif"/>
            </a:endParaRPr>
          </a:p>
          <a:p>
            <a:pPr marL="12700">
              <a:lnSpc>
                <a:spcPct val="100000"/>
              </a:lnSpc>
              <a:spcBef>
                <a:spcPts val="430"/>
              </a:spcBef>
              <a:tabLst>
                <a:tab pos="1036955" algn="l"/>
              </a:tabLst>
            </a:pPr>
            <a:r>
              <a:rPr sz="1800" dirty="0">
                <a:solidFill>
                  <a:srgbClr val="6F2F9F"/>
                </a:solidFill>
                <a:latin typeface="Cambria Math"/>
                <a:cs typeface="Cambria Math"/>
              </a:rPr>
              <a:t>¬</a:t>
            </a:r>
            <a:r>
              <a:rPr sz="1800" spc="10" dirty="0">
                <a:solidFill>
                  <a:srgbClr val="6F2F9F"/>
                </a:solidFill>
                <a:latin typeface="Cambria Math"/>
                <a:cs typeface="Cambria Math"/>
              </a:rPr>
              <a:t> </a:t>
            </a:r>
            <a:r>
              <a:rPr sz="1800" dirty="0">
                <a:solidFill>
                  <a:srgbClr val="6F2F9F"/>
                </a:solidFill>
                <a:latin typeface="Microsoft Sans Serif"/>
                <a:cs typeface="Microsoft Sans Serif"/>
              </a:rPr>
              <a:t>,</a:t>
            </a:r>
            <a:r>
              <a:rPr sz="1800" spc="25"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0" dirty="0">
                <a:solidFill>
                  <a:srgbClr val="6F2F9F"/>
                </a:solidFill>
                <a:latin typeface="Cambria Math"/>
                <a:cs typeface="Cambria Math"/>
              </a:rPr>
              <a:t> </a:t>
            </a:r>
            <a:r>
              <a:rPr sz="1800" dirty="0">
                <a:solidFill>
                  <a:srgbClr val="6F2F9F"/>
                </a:solidFill>
                <a:latin typeface="Microsoft Sans Serif"/>
                <a:cs typeface="Microsoft Sans Serif"/>
              </a:rPr>
              <a:t>,</a:t>
            </a:r>
            <a:r>
              <a:rPr sz="1800" spc="5" dirty="0">
                <a:solidFill>
                  <a:srgbClr val="6F2F9F"/>
                </a:solidFill>
                <a:latin typeface="Microsoft Sans Serif"/>
                <a:cs typeface="Microsoft Sans Serif"/>
              </a:rPr>
              <a:t> </a:t>
            </a:r>
            <a:r>
              <a:rPr sz="1800" dirty="0">
                <a:solidFill>
                  <a:srgbClr val="6F2F9F"/>
                </a:solidFill>
                <a:latin typeface="Cambria Math"/>
                <a:cs typeface="Cambria Math"/>
              </a:rPr>
              <a:t>⋁</a:t>
            </a:r>
            <a:r>
              <a:rPr sz="1800" dirty="0">
                <a:solidFill>
                  <a:srgbClr val="6F2F9F"/>
                </a:solidFill>
                <a:latin typeface="Microsoft Sans Serif"/>
                <a:cs typeface="Microsoft Sans Serif"/>
              </a:rPr>
              <a:t>,	</a:t>
            </a:r>
            <a:r>
              <a:rPr sz="1800" dirty="0">
                <a:solidFill>
                  <a:srgbClr val="6F2F9F"/>
                </a:solidFill>
                <a:latin typeface="Cambria Math"/>
                <a:cs typeface="Cambria Math"/>
              </a:rPr>
              <a:t>⟹</a:t>
            </a:r>
            <a:r>
              <a:rPr sz="1800" spc="-30" dirty="0">
                <a:solidFill>
                  <a:srgbClr val="6F2F9F"/>
                </a:solidFill>
                <a:latin typeface="Cambria Math"/>
                <a:cs typeface="Cambria Math"/>
              </a:rPr>
              <a:t> </a:t>
            </a:r>
            <a:r>
              <a:rPr sz="1800" dirty="0">
                <a:solidFill>
                  <a:srgbClr val="6F2F9F"/>
                </a:solidFill>
                <a:latin typeface="Microsoft Sans Serif"/>
                <a:cs typeface="Microsoft Sans Serif"/>
              </a:rPr>
              <a:t>,</a:t>
            </a:r>
            <a:r>
              <a:rPr sz="1800" spc="-10" dirty="0">
                <a:solidFill>
                  <a:srgbClr val="6F2F9F"/>
                </a:solidFill>
                <a:latin typeface="Microsoft Sans Serif"/>
                <a:cs typeface="Microsoft Sans Serif"/>
              </a:rPr>
              <a:t> </a:t>
            </a:r>
            <a:r>
              <a:rPr sz="1800" dirty="0">
                <a:solidFill>
                  <a:srgbClr val="6F2F9F"/>
                </a:solidFill>
                <a:latin typeface="Cambria Math"/>
                <a:cs typeface="Cambria Math"/>
              </a:rPr>
              <a:t>⟺</a:t>
            </a:r>
            <a:endParaRPr sz="1800">
              <a:latin typeface="Cambria Math"/>
              <a:cs typeface="Cambria Math"/>
            </a:endParaRPr>
          </a:p>
          <a:p>
            <a:pPr marL="64769">
              <a:lnSpc>
                <a:spcPct val="100000"/>
              </a:lnSpc>
              <a:spcBef>
                <a:spcPts val="480"/>
              </a:spcBef>
              <a:tabLst>
                <a:tab pos="1207770" algn="l"/>
              </a:tabLst>
            </a:pPr>
            <a:r>
              <a:rPr sz="2700" spc="-7" baseline="1543" dirty="0">
                <a:latin typeface="Cambria Math"/>
                <a:cs typeface="Cambria Math"/>
              </a:rPr>
              <a:t>(¬</a:t>
            </a:r>
            <a:r>
              <a:rPr sz="2700" spc="15" baseline="1543" dirty="0">
                <a:latin typeface="Cambria Math"/>
                <a:cs typeface="Cambria Math"/>
              </a:rPr>
              <a:t> </a:t>
            </a:r>
            <a:r>
              <a:rPr sz="2700" baseline="1543" dirty="0">
                <a:latin typeface="Cambria Math"/>
                <a:cs typeface="Cambria Math"/>
              </a:rPr>
              <a:t>A)</a:t>
            </a:r>
            <a:r>
              <a:rPr sz="2700" spc="450" baseline="1543" dirty="0">
                <a:latin typeface="Cambria Math"/>
                <a:cs typeface="Cambria Math"/>
              </a:rPr>
              <a:t> </a:t>
            </a:r>
            <a:r>
              <a:rPr sz="1800" dirty="0">
                <a:latin typeface="Cambria Math"/>
                <a:cs typeface="Cambria Math"/>
              </a:rPr>
              <a:t>⋀</a:t>
            </a:r>
            <a:r>
              <a:rPr sz="1800" spc="-85" dirty="0">
                <a:latin typeface="Cambria Math"/>
                <a:cs typeface="Cambria Math"/>
              </a:rPr>
              <a:t> </a:t>
            </a:r>
            <a:r>
              <a:rPr sz="2700" baseline="1543" dirty="0">
                <a:latin typeface="Cambria Math"/>
                <a:cs typeface="Cambria Math"/>
              </a:rPr>
              <a:t>𝐵	</a:t>
            </a:r>
            <a:r>
              <a:rPr sz="2700" spc="-7" baseline="1543" dirty="0">
                <a:latin typeface="Cambria Math"/>
                <a:cs typeface="Cambria Math"/>
              </a:rPr>
              <a:t>has</a:t>
            </a:r>
            <a:r>
              <a:rPr sz="2700" spc="-37" baseline="1543" dirty="0">
                <a:latin typeface="Cambria Math"/>
                <a:cs typeface="Cambria Math"/>
              </a:rPr>
              <a:t> </a:t>
            </a:r>
            <a:r>
              <a:rPr sz="2700" spc="-7" baseline="1543" dirty="0">
                <a:latin typeface="Cambria Math"/>
                <a:cs typeface="Cambria Math"/>
              </a:rPr>
              <a:t>precedence</a:t>
            </a:r>
            <a:r>
              <a:rPr sz="2700" spc="-89" baseline="1543" dirty="0">
                <a:latin typeface="Cambria Math"/>
                <a:cs typeface="Cambria Math"/>
              </a:rPr>
              <a:t> </a:t>
            </a:r>
            <a:r>
              <a:rPr sz="2700" spc="-15" baseline="1543" dirty="0">
                <a:latin typeface="Cambria Math"/>
                <a:cs typeface="Cambria Math"/>
              </a:rPr>
              <a:t>over</a:t>
            </a:r>
            <a:r>
              <a:rPr sz="2700" spc="-30" baseline="1543" dirty="0">
                <a:latin typeface="Cambria Math"/>
                <a:cs typeface="Cambria Math"/>
              </a:rPr>
              <a:t> </a:t>
            </a:r>
            <a:r>
              <a:rPr sz="2700" baseline="1543" dirty="0">
                <a:latin typeface="Cambria Math"/>
                <a:cs typeface="Cambria Math"/>
              </a:rPr>
              <a:t>¬</a:t>
            </a:r>
            <a:r>
              <a:rPr sz="2700" spc="37" baseline="1543" dirty="0">
                <a:latin typeface="Cambria Math"/>
                <a:cs typeface="Cambria Math"/>
              </a:rPr>
              <a:t> </a:t>
            </a:r>
            <a:r>
              <a:rPr sz="2700" spc="-7" baseline="1543" dirty="0">
                <a:latin typeface="Cambria Math"/>
                <a:cs typeface="Cambria Math"/>
              </a:rPr>
              <a:t>(A</a:t>
            </a:r>
            <a:r>
              <a:rPr sz="2700" spc="412" baseline="1543" dirty="0">
                <a:latin typeface="Cambria Math"/>
                <a:cs typeface="Cambria Math"/>
              </a:rPr>
              <a:t> </a:t>
            </a:r>
            <a:r>
              <a:rPr sz="1800" dirty="0">
                <a:latin typeface="Cambria Math"/>
                <a:cs typeface="Cambria Math"/>
              </a:rPr>
              <a:t>⋀</a:t>
            </a:r>
            <a:r>
              <a:rPr sz="1800" spc="-90" dirty="0">
                <a:latin typeface="Cambria Math"/>
                <a:cs typeface="Cambria Math"/>
              </a:rPr>
              <a:t> </a:t>
            </a:r>
            <a:r>
              <a:rPr sz="2700" spc="30" baseline="1543" dirty="0">
                <a:latin typeface="Cambria Math"/>
                <a:cs typeface="Cambria Math"/>
              </a:rPr>
              <a:t>𝐵)</a:t>
            </a:r>
            <a:endParaRPr sz="2700" baseline="1543">
              <a:latin typeface="Cambria Math"/>
              <a:cs typeface="Cambria Math"/>
            </a:endParaRPr>
          </a:p>
        </p:txBody>
      </p:sp>
      <p:sp>
        <p:nvSpPr>
          <p:cNvPr id="3" name="object 3"/>
          <p:cNvSpPr txBox="1">
            <a:spLocks noGrp="1"/>
          </p:cNvSpPr>
          <p:nvPr>
            <p:ph type="title"/>
          </p:nvPr>
        </p:nvSpPr>
        <p:spPr>
          <a:xfrm>
            <a:off x="383540" y="318262"/>
            <a:ext cx="2305685" cy="361950"/>
          </a:xfrm>
          <a:prstGeom prst="rect">
            <a:avLst/>
          </a:prstGeom>
        </p:spPr>
        <p:txBody>
          <a:bodyPr vert="horz" wrap="square" lIns="0" tIns="13335" rIns="0" bIns="0" rtlCol="0">
            <a:spAutoFit/>
          </a:bodyPr>
          <a:lstStyle/>
          <a:p>
            <a:pPr marL="12700">
              <a:lnSpc>
                <a:spcPct val="100000"/>
              </a:lnSpc>
              <a:spcBef>
                <a:spcPts val="105"/>
              </a:spcBef>
            </a:pPr>
            <a:r>
              <a:rPr sz="2200" spc="-150" dirty="0"/>
              <a:t>P</a:t>
            </a:r>
            <a:r>
              <a:rPr sz="2200" spc="-140" dirty="0"/>
              <a:t>r</a:t>
            </a:r>
            <a:r>
              <a:rPr sz="2200" spc="-150" dirty="0"/>
              <a:t>opos</a:t>
            </a:r>
            <a:r>
              <a:rPr sz="2200" spc="-135" dirty="0"/>
              <a:t>iti</a:t>
            </a:r>
            <a:r>
              <a:rPr sz="2200" spc="-150" dirty="0"/>
              <a:t>on</a:t>
            </a:r>
            <a:r>
              <a:rPr sz="2200" spc="-170" dirty="0"/>
              <a:t>a</a:t>
            </a:r>
            <a:r>
              <a:rPr sz="2200" dirty="0"/>
              <a:t>l</a:t>
            </a:r>
            <a:r>
              <a:rPr sz="2200" spc="-360" dirty="0"/>
              <a:t> </a:t>
            </a:r>
            <a:r>
              <a:rPr sz="2200" spc="-150" dirty="0"/>
              <a:t>Log</a:t>
            </a:r>
            <a:r>
              <a:rPr sz="2200" spc="-135" dirty="0"/>
              <a:t>i</a:t>
            </a:r>
            <a:r>
              <a:rPr sz="2200" dirty="0"/>
              <a:t>c</a:t>
            </a:r>
            <a:endParaRPr sz="2200"/>
          </a:p>
        </p:txBody>
      </p:sp>
      <p:pic>
        <p:nvPicPr>
          <p:cNvPr id="4" name="object 4"/>
          <p:cNvPicPr/>
          <p:nvPr/>
        </p:nvPicPr>
        <p:blipFill>
          <a:blip r:embed="rId2" cstate="print"/>
          <a:stretch>
            <a:fillRect/>
          </a:stretch>
        </p:blipFill>
        <p:spPr>
          <a:xfrm>
            <a:off x="632810" y="4973637"/>
            <a:ext cx="6387907" cy="125647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extLst>
      <p:ext uri="{BB962C8B-B14F-4D97-AF65-F5344CB8AC3E}">
        <p14:creationId xmlns:p14="http://schemas.microsoft.com/office/powerpoint/2010/main" val="108162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93878"/>
            <a:ext cx="5838825" cy="391160"/>
          </a:xfrm>
          <a:prstGeom prst="rect">
            <a:avLst/>
          </a:prstGeom>
        </p:spPr>
        <p:txBody>
          <a:bodyPr vert="horz" wrap="square" lIns="0" tIns="12700" rIns="0" bIns="0" rtlCol="0">
            <a:spAutoFit/>
          </a:bodyPr>
          <a:lstStyle/>
          <a:p>
            <a:pPr marL="12700">
              <a:lnSpc>
                <a:spcPct val="100000"/>
              </a:lnSpc>
              <a:spcBef>
                <a:spcPts val="100"/>
              </a:spcBef>
            </a:pPr>
            <a:r>
              <a:rPr spc="-155" dirty="0"/>
              <a:t>K</a:t>
            </a:r>
            <a:r>
              <a:rPr spc="-145" dirty="0"/>
              <a:t>no</a:t>
            </a:r>
            <a:r>
              <a:rPr spc="-90" dirty="0"/>
              <a:t>w</a:t>
            </a:r>
            <a:r>
              <a:rPr spc="-165" dirty="0"/>
              <a:t>l</a:t>
            </a:r>
            <a:r>
              <a:rPr spc="-140" dirty="0"/>
              <a:t>e</a:t>
            </a:r>
            <a:r>
              <a:rPr spc="-170" dirty="0"/>
              <a:t>d</a:t>
            </a:r>
            <a:r>
              <a:rPr spc="-145" dirty="0"/>
              <a:t>g</a:t>
            </a:r>
            <a:r>
              <a:rPr spc="-5" dirty="0"/>
              <a:t>e</a:t>
            </a:r>
            <a:r>
              <a:rPr spc="-365" dirty="0"/>
              <a:t> </a:t>
            </a:r>
            <a:r>
              <a:rPr spc="-145" dirty="0"/>
              <a:t>b</a:t>
            </a:r>
            <a:r>
              <a:rPr spc="-140" dirty="0"/>
              <a:t>ase</a:t>
            </a:r>
            <a:r>
              <a:rPr dirty="0"/>
              <a:t>d</a:t>
            </a:r>
            <a:r>
              <a:rPr spc="-450" dirty="0"/>
              <a:t> </a:t>
            </a:r>
            <a:r>
              <a:rPr spc="-225" dirty="0"/>
              <a:t>A</a:t>
            </a:r>
            <a:r>
              <a:rPr spc="-145" dirty="0"/>
              <a:t>g</a:t>
            </a:r>
            <a:r>
              <a:rPr spc="-140" dirty="0"/>
              <a:t>e</a:t>
            </a:r>
            <a:r>
              <a:rPr spc="-145" dirty="0"/>
              <a:t>n</a:t>
            </a:r>
            <a:r>
              <a:rPr dirty="0"/>
              <a:t>t</a:t>
            </a:r>
            <a:r>
              <a:rPr spc="-240" dirty="0"/>
              <a:t> </a:t>
            </a:r>
            <a:r>
              <a:rPr dirty="0"/>
              <a:t>:</a:t>
            </a:r>
            <a:r>
              <a:rPr spc="-310" dirty="0"/>
              <a:t> </a:t>
            </a:r>
            <a:r>
              <a:rPr spc="-150" dirty="0"/>
              <a:t>M</a:t>
            </a:r>
            <a:r>
              <a:rPr spc="-145" dirty="0"/>
              <a:t>od</a:t>
            </a:r>
            <a:r>
              <a:rPr spc="-140" dirty="0"/>
              <a:t>e</a:t>
            </a:r>
            <a:r>
              <a:rPr dirty="0"/>
              <a:t>l</a:t>
            </a:r>
            <a:r>
              <a:rPr spc="-325" dirty="0"/>
              <a:t> </a:t>
            </a:r>
            <a:r>
              <a:rPr spc="-5" dirty="0"/>
              <a:t>&amp;</a:t>
            </a:r>
            <a:r>
              <a:rPr spc="-310" dirty="0"/>
              <a:t> </a:t>
            </a:r>
            <a:r>
              <a:rPr spc="-155" dirty="0"/>
              <a:t>R</a:t>
            </a:r>
            <a:r>
              <a:rPr spc="-140" dirty="0"/>
              <a:t>e</a:t>
            </a:r>
            <a:r>
              <a:rPr spc="-145" dirty="0"/>
              <a:t>pr</a:t>
            </a:r>
            <a:r>
              <a:rPr spc="-140" dirty="0"/>
              <a:t>ese</a:t>
            </a:r>
            <a:r>
              <a:rPr spc="-145" dirty="0"/>
              <a:t>n</a:t>
            </a:r>
            <a:r>
              <a:rPr dirty="0"/>
              <a:t>t</a:t>
            </a:r>
          </a:p>
        </p:txBody>
      </p:sp>
      <p:pic>
        <p:nvPicPr>
          <p:cNvPr id="3" name="object 3"/>
          <p:cNvPicPr/>
          <p:nvPr/>
        </p:nvPicPr>
        <p:blipFill>
          <a:blip r:embed="rId2" cstate="print"/>
          <a:stretch>
            <a:fillRect/>
          </a:stretch>
        </p:blipFill>
        <p:spPr>
          <a:xfrm>
            <a:off x="101639" y="1612412"/>
            <a:ext cx="3709840" cy="3633175"/>
          </a:xfrm>
          <a:prstGeom prst="rect">
            <a:avLst/>
          </a:prstGeom>
        </p:spPr>
      </p:pic>
      <p:sp>
        <p:nvSpPr>
          <p:cNvPr id="4" name="object 4"/>
          <p:cNvSpPr txBox="1"/>
          <p:nvPr/>
        </p:nvSpPr>
        <p:spPr>
          <a:xfrm>
            <a:off x="3192017" y="852043"/>
            <a:ext cx="5375275" cy="5305425"/>
          </a:xfrm>
          <a:prstGeom prst="rect">
            <a:avLst/>
          </a:prstGeom>
        </p:spPr>
        <p:txBody>
          <a:bodyPr vert="horz" wrap="square" lIns="0" tIns="13335" rIns="0" bIns="0" rtlCol="0">
            <a:spAutoFit/>
          </a:bodyPr>
          <a:lstStyle/>
          <a:p>
            <a:pPr marL="12700">
              <a:lnSpc>
                <a:spcPct val="100000"/>
              </a:lnSpc>
              <a:spcBef>
                <a:spcPts val="105"/>
              </a:spcBef>
            </a:pPr>
            <a:r>
              <a:rPr sz="1600" b="1" spc="-150" dirty="0">
                <a:solidFill>
                  <a:srgbClr val="996600"/>
                </a:solidFill>
                <a:latin typeface="Times New Roman"/>
                <a:cs typeface="Times New Roman"/>
              </a:rPr>
              <a:t>C</a:t>
            </a:r>
            <a:r>
              <a:rPr sz="1600" b="1" spc="-135" dirty="0">
                <a:solidFill>
                  <a:srgbClr val="996600"/>
                </a:solidFill>
                <a:latin typeface="Times New Roman"/>
                <a:cs typeface="Times New Roman"/>
              </a:rPr>
              <a:t>o</a:t>
            </a:r>
            <a:r>
              <a:rPr sz="1600" b="1" spc="-150" dirty="0">
                <a:solidFill>
                  <a:srgbClr val="996600"/>
                </a:solidFill>
                <a:latin typeface="Times New Roman"/>
                <a:cs typeface="Times New Roman"/>
              </a:rPr>
              <a:t>n</a:t>
            </a:r>
            <a:r>
              <a:rPr sz="1600" b="1" spc="-140" dirty="0">
                <a:solidFill>
                  <a:srgbClr val="996600"/>
                </a:solidFill>
                <a:latin typeface="Times New Roman"/>
                <a:cs typeface="Times New Roman"/>
              </a:rPr>
              <a:t>ce</a:t>
            </a:r>
            <a:r>
              <a:rPr sz="1600" b="1" spc="-150" dirty="0">
                <a:solidFill>
                  <a:srgbClr val="996600"/>
                </a:solidFill>
                <a:latin typeface="Times New Roman"/>
                <a:cs typeface="Times New Roman"/>
              </a:rPr>
              <a:t>p</a:t>
            </a:r>
            <a:r>
              <a:rPr sz="1600" b="1" spc="-155" dirty="0">
                <a:solidFill>
                  <a:srgbClr val="996600"/>
                </a:solidFill>
                <a:latin typeface="Times New Roman"/>
                <a:cs typeface="Times New Roman"/>
              </a:rPr>
              <a:t>t</a:t>
            </a:r>
            <a:r>
              <a:rPr sz="1600" b="1" spc="-145" dirty="0">
                <a:solidFill>
                  <a:srgbClr val="996600"/>
                </a:solidFill>
                <a:latin typeface="Times New Roman"/>
                <a:cs typeface="Times New Roman"/>
              </a:rPr>
              <a:t>s</a:t>
            </a:r>
            <a:r>
              <a:rPr sz="1600" b="1" spc="25" dirty="0">
                <a:solidFill>
                  <a:srgbClr val="996600"/>
                </a:solidFill>
                <a:latin typeface="Times New Roman"/>
                <a:cs typeface="Times New Roman"/>
              </a:rPr>
              <a:t>,</a:t>
            </a:r>
            <a:r>
              <a:rPr sz="1600" b="1" spc="-135" dirty="0">
                <a:solidFill>
                  <a:srgbClr val="996600"/>
                </a:solidFill>
                <a:latin typeface="Times New Roman"/>
                <a:cs typeface="Times New Roman"/>
              </a:rPr>
              <a:t>logi</a:t>
            </a:r>
            <a:r>
              <a:rPr sz="1600" b="1" spc="25" dirty="0">
                <a:solidFill>
                  <a:srgbClr val="996600"/>
                </a:solidFill>
                <a:latin typeface="Times New Roman"/>
                <a:cs typeface="Times New Roman"/>
              </a:rPr>
              <a:t>c</a:t>
            </a:r>
            <a:r>
              <a:rPr sz="1600" b="1" spc="-150"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p</a:t>
            </a:r>
            <a:r>
              <a:rPr sz="1600" b="1" spc="-165" dirty="0">
                <a:solidFill>
                  <a:srgbClr val="996600"/>
                </a:solidFill>
                <a:latin typeface="Times New Roman"/>
                <a:cs typeface="Times New Roman"/>
              </a:rPr>
              <a:t>r</a:t>
            </a:r>
            <a:r>
              <a:rPr sz="1600" b="1" spc="-140" dirty="0">
                <a:solidFill>
                  <a:srgbClr val="996600"/>
                </a:solidFill>
                <a:latin typeface="Times New Roman"/>
                <a:cs typeface="Times New Roman"/>
              </a:rPr>
              <a:t>e</a:t>
            </a:r>
            <a:r>
              <a:rPr sz="1600" b="1" spc="-145" dirty="0">
                <a:solidFill>
                  <a:srgbClr val="996600"/>
                </a:solidFill>
                <a:latin typeface="Times New Roman"/>
                <a:cs typeface="Times New Roman"/>
              </a:rPr>
              <a:t>s</a:t>
            </a:r>
            <a:r>
              <a:rPr sz="1600" b="1" spc="-140" dirty="0">
                <a:solidFill>
                  <a:srgbClr val="996600"/>
                </a:solidFill>
                <a:latin typeface="Times New Roman"/>
                <a:cs typeface="Times New Roman"/>
              </a:rPr>
              <a:t>e</a:t>
            </a:r>
            <a:r>
              <a:rPr sz="1600" b="1" spc="-175" dirty="0">
                <a:solidFill>
                  <a:srgbClr val="996600"/>
                </a:solidFill>
                <a:latin typeface="Times New Roman"/>
                <a:cs typeface="Times New Roman"/>
              </a:rPr>
              <a:t>n</a:t>
            </a:r>
            <a:r>
              <a:rPr sz="1600" b="1" spc="-155" dirty="0">
                <a:solidFill>
                  <a:srgbClr val="996600"/>
                </a:solidFill>
                <a:latin typeface="Times New Roman"/>
                <a:cs typeface="Times New Roman"/>
              </a:rPr>
              <a:t>t</a:t>
            </a:r>
            <a:r>
              <a:rPr sz="1600" b="1" spc="-135" dirty="0">
                <a:solidFill>
                  <a:srgbClr val="996600"/>
                </a:solidFill>
                <a:latin typeface="Times New Roman"/>
                <a:cs typeface="Times New Roman"/>
              </a:rPr>
              <a:t>a</a:t>
            </a:r>
            <a:r>
              <a:rPr sz="1600" b="1" spc="-155" dirty="0">
                <a:solidFill>
                  <a:srgbClr val="996600"/>
                </a:solidFill>
                <a:latin typeface="Times New Roman"/>
                <a:cs typeface="Times New Roman"/>
              </a:rPr>
              <a:t>t</a:t>
            </a:r>
            <a:r>
              <a:rPr sz="1600" b="1" spc="-160" dirty="0">
                <a:solidFill>
                  <a:srgbClr val="996600"/>
                </a:solidFill>
                <a:latin typeface="Times New Roman"/>
                <a:cs typeface="Times New Roman"/>
              </a:rPr>
              <a:t>io</a:t>
            </a:r>
            <a:r>
              <a:rPr sz="1600" b="1" spc="15" dirty="0">
                <a:solidFill>
                  <a:srgbClr val="996600"/>
                </a:solidFill>
                <a:latin typeface="Times New Roman"/>
                <a:cs typeface="Times New Roman"/>
              </a:rPr>
              <a:t>n</a:t>
            </a:r>
            <a:r>
              <a:rPr sz="1600" b="1" spc="-135" dirty="0">
                <a:solidFill>
                  <a:srgbClr val="996600"/>
                </a:solidFill>
                <a:latin typeface="Times New Roman"/>
                <a:cs typeface="Times New Roman"/>
              </a:rPr>
              <a:t>o</a:t>
            </a:r>
            <a:r>
              <a:rPr sz="1600" b="1" spc="85" dirty="0">
                <a:solidFill>
                  <a:srgbClr val="996600"/>
                </a:solidFill>
                <a:latin typeface="Times New Roman"/>
                <a:cs typeface="Times New Roman"/>
              </a:rPr>
              <a:t>f</a:t>
            </a:r>
            <a:r>
              <a:rPr sz="1600" b="1" dirty="0">
                <a:solidFill>
                  <a:srgbClr val="996600"/>
                </a:solidFill>
                <a:latin typeface="Times New Roman"/>
                <a:cs typeface="Times New Roman"/>
              </a:rPr>
              <a:t>a</a:t>
            </a:r>
            <a:r>
              <a:rPr sz="1600" b="1" spc="-295" dirty="0">
                <a:solidFill>
                  <a:srgbClr val="996600"/>
                </a:solidFill>
                <a:latin typeface="Times New Roman"/>
                <a:cs typeface="Times New Roman"/>
              </a:rPr>
              <a:t> </a:t>
            </a:r>
            <a:r>
              <a:rPr sz="1600" b="1" spc="-145" dirty="0">
                <a:solidFill>
                  <a:srgbClr val="996600"/>
                </a:solidFill>
                <a:latin typeface="Times New Roman"/>
                <a:cs typeface="Times New Roman"/>
              </a:rPr>
              <a:t>s</a:t>
            </a:r>
            <a:r>
              <a:rPr sz="1600" b="1" spc="-135" dirty="0">
                <a:solidFill>
                  <a:srgbClr val="996600"/>
                </a:solidFill>
                <a:latin typeface="Times New Roman"/>
                <a:cs typeface="Times New Roman"/>
              </a:rPr>
              <a:t>a</a:t>
            </a:r>
            <a:r>
              <a:rPr sz="1600" b="1" spc="-185" dirty="0">
                <a:solidFill>
                  <a:srgbClr val="996600"/>
                </a:solidFill>
                <a:latin typeface="Times New Roman"/>
                <a:cs typeface="Times New Roman"/>
              </a:rPr>
              <a:t>m</a:t>
            </a:r>
            <a:r>
              <a:rPr sz="1600" b="1" spc="-150" dirty="0">
                <a:solidFill>
                  <a:srgbClr val="996600"/>
                </a:solidFill>
                <a:latin typeface="Times New Roman"/>
                <a:cs typeface="Times New Roman"/>
              </a:rPr>
              <a:t>p</a:t>
            </a:r>
            <a:r>
              <a:rPr sz="1600" b="1" spc="-135" dirty="0">
                <a:solidFill>
                  <a:srgbClr val="996600"/>
                </a:solidFill>
                <a:latin typeface="Times New Roman"/>
                <a:cs typeface="Times New Roman"/>
              </a:rPr>
              <a:t>l</a:t>
            </a:r>
            <a:r>
              <a:rPr sz="1600" b="1" spc="75" dirty="0">
                <a:solidFill>
                  <a:srgbClr val="996600"/>
                </a:solidFill>
                <a:latin typeface="Times New Roman"/>
                <a:cs typeface="Times New Roman"/>
              </a:rPr>
              <a:t>e</a:t>
            </a:r>
            <a:r>
              <a:rPr sz="1600" b="1" spc="-135" dirty="0">
                <a:solidFill>
                  <a:srgbClr val="996600"/>
                </a:solidFill>
                <a:latin typeface="Times New Roman"/>
                <a:cs typeface="Times New Roman"/>
              </a:rPr>
              <a:t>ag</a:t>
            </a:r>
            <a:r>
              <a:rPr sz="1600" b="1" spc="-140" dirty="0">
                <a:solidFill>
                  <a:srgbClr val="996600"/>
                </a:solidFill>
                <a:latin typeface="Times New Roman"/>
                <a:cs typeface="Times New Roman"/>
              </a:rPr>
              <a:t>e</a:t>
            </a:r>
            <a:r>
              <a:rPr sz="1600" b="1" spc="-150" dirty="0">
                <a:solidFill>
                  <a:srgbClr val="996600"/>
                </a:solidFill>
                <a:latin typeface="Times New Roman"/>
                <a:cs typeface="Times New Roman"/>
              </a:rPr>
              <a:t>n</a:t>
            </a:r>
            <a:r>
              <a:rPr sz="1600" b="1" dirty="0">
                <a:solidFill>
                  <a:srgbClr val="996600"/>
                </a:solidFill>
                <a:latin typeface="Times New Roman"/>
                <a:cs typeface="Times New Roman"/>
              </a:rPr>
              <a:t>t</a:t>
            </a:r>
            <a:endParaRPr sz="1600">
              <a:latin typeface="Times New Roman"/>
              <a:cs typeface="Times New Roman"/>
            </a:endParaRPr>
          </a:p>
          <a:p>
            <a:pPr>
              <a:lnSpc>
                <a:spcPct val="100000"/>
              </a:lnSpc>
              <a:spcBef>
                <a:spcPts val="35"/>
              </a:spcBef>
            </a:pPr>
            <a:endParaRPr sz="2500">
              <a:latin typeface="Times New Roman"/>
              <a:cs typeface="Times New Roman"/>
            </a:endParaRPr>
          </a:p>
          <a:p>
            <a:pPr marL="1015365">
              <a:lnSpc>
                <a:spcPct val="100000"/>
              </a:lnSpc>
            </a:pPr>
            <a:r>
              <a:rPr sz="1800" spc="-15" dirty="0">
                <a:latin typeface="Calibri"/>
                <a:cs typeface="Calibri"/>
              </a:rPr>
              <a:t>Wumpus</a:t>
            </a:r>
            <a:r>
              <a:rPr sz="1800" spc="-5" dirty="0">
                <a:latin typeface="Calibri"/>
                <a:cs typeface="Calibri"/>
              </a:rPr>
              <a:t> </a:t>
            </a:r>
            <a:r>
              <a:rPr sz="1800" spc="-20" dirty="0">
                <a:latin typeface="Calibri"/>
                <a:cs typeface="Calibri"/>
              </a:rPr>
              <a:t>World</a:t>
            </a:r>
            <a:r>
              <a:rPr sz="1800" dirty="0">
                <a:latin typeface="Calibri"/>
                <a:cs typeface="Calibri"/>
              </a:rPr>
              <a:t> </a:t>
            </a:r>
            <a:r>
              <a:rPr sz="1800" spc="-10" dirty="0">
                <a:latin typeface="Calibri"/>
                <a:cs typeface="Calibri"/>
              </a:rPr>
              <a:t>Problem:</a:t>
            </a:r>
            <a:endParaRPr sz="1800">
              <a:latin typeface="Calibri"/>
              <a:cs typeface="Calibri"/>
            </a:endParaRPr>
          </a:p>
          <a:p>
            <a:pPr>
              <a:lnSpc>
                <a:spcPct val="100000"/>
              </a:lnSpc>
            </a:pPr>
            <a:endParaRPr sz="1800">
              <a:latin typeface="Calibri"/>
              <a:cs typeface="Calibri"/>
            </a:endParaRPr>
          </a:p>
          <a:p>
            <a:pPr>
              <a:lnSpc>
                <a:spcPct val="100000"/>
              </a:lnSpc>
              <a:spcBef>
                <a:spcPts val="50"/>
              </a:spcBef>
            </a:pPr>
            <a:endParaRPr sz="1700">
              <a:latin typeface="Calibri"/>
              <a:cs typeface="Calibri"/>
            </a:endParaRPr>
          </a:p>
          <a:p>
            <a:pPr marL="1015365">
              <a:lnSpc>
                <a:spcPct val="100000"/>
              </a:lnSpc>
            </a:pPr>
            <a:r>
              <a:rPr sz="1800" spc="-10" dirty="0">
                <a:latin typeface="Calibri"/>
                <a:cs typeface="Calibri"/>
              </a:rPr>
              <a:t>PEAS:</a:t>
            </a:r>
            <a:endParaRPr sz="1800">
              <a:latin typeface="Calibri"/>
              <a:cs typeface="Calibri"/>
            </a:endParaRPr>
          </a:p>
          <a:p>
            <a:pPr marL="1015365">
              <a:lnSpc>
                <a:spcPct val="100000"/>
              </a:lnSpc>
            </a:pPr>
            <a:r>
              <a:rPr sz="1800" b="1" spc="-10" dirty="0">
                <a:latin typeface="Calibri"/>
                <a:cs typeface="Calibri"/>
              </a:rPr>
              <a:t>Sensors.</a:t>
            </a:r>
            <a:r>
              <a:rPr sz="1800" b="1" spc="-30" dirty="0">
                <a:latin typeface="Calibri"/>
                <a:cs typeface="Calibri"/>
              </a:rPr>
              <a:t> </a:t>
            </a:r>
            <a:r>
              <a:rPr sz="1800" spc="-5" dirty="0">
                <a:latin typeface="Calibri"/>
                <a:cs typeface="Calibri"/>
              </a:rPr>
              <a:t>The</a:t>
            </a:r>
            <a:r>
              <a:rPr sz="1800" spc="5" dirty="0">
                <a:latin typeface="Calibri"/>
                <a:cs typeface="Calibri"/>
              </a:rPr>
              <a:t> </a:t>
            </a:r>
            <a:r>
              <a:rPr sz="1800" spc="-15" dirty="0">
                <a:latin typeface="Calibri"/>
                <a:cs typeface="Calibri"/>
              </a:rPr>
              <a:t>agent</a:t>
            </a:r>
            <a:r>
              <a:rPr sz="1800" spc="35" dirty="0">
                <a:latin typeface="Calibri"/>
                <a:cs typeface="Calibri"/>
              </a:rPr>
              <a:t> </a:t>
            </a:r>
            <a:r>
              <a:rPr sz="1800" spc="-5" dirty="0">
                <a:latin typeface="Calibri"/>
                <a:cs typeface="Calibri"/>
              </a:rPr>
              <a:t>has</a:t>
            </a:r>
            <a:r>
              <a:rPr sz="1800" spc="5" dirty="0">
                <a:latin typeface="Calibri"/>
                <a:cs typeface="Calibri"/>
              </a:rPr>
              <a:t> </a:t>
            </a:r>
            <a:r>
              <a:rPr sz="1800" spc="-10" dirty="0">
                <a:latin typeface="Calibri"/>
                <a:cs typeface="Calibri"/>
              </a:rPr>
              <a:t>five</a:t>
            </a:r>
            <a:r>
              <a:rPr sz="1800" spc="5" dirty="0">
                <a:latin typeface="Calibri"/>
                <a:cs typeface="Calibri"/>
              </a:rPr>
              <a:t> </a:t>
            </a:r>
            <a:r>
              <a:rPr sz="1800" spc="-10" dirty="0">
                <a:latin typeface="Calibri"/>
                <a:cs typeface="Calibri"/>
              </a:rPr>
              <a:t>sensors</a:t>
            </a:r>
            <a:endParaRPr sz="1800">
              <a:latin typeface="Calibri"/>
              <a:cs typeface="Calibri"/>
            </a:endParaRPr>
          </a:p>
          <a:p>
            <a:pPr marL="1472565" marR="126364">
              <a:lnSpc>
                <a:spcPct val="100000"/>
              </a:lnSpc>
              <a:spcBef>
                <a:spcPts val="5"/>
              </a:spcBef>
            </a:pPr>
            <a:r>
              <a:rPr sz="1800" b="1" spc="-10" dirty="0">
                <a:latin typeface="Calibri"/>
                <a:cs typeface="Calibri"/>
              </a:rPr>
              <a:t>S</a:t>
            </a:r>
            <a:r>
              <a:rPr sz="1800" spc="-10" dirty="0">
                <a:latin typeface="Calibri"/>
                <a:cs typeface="Calibri"/>
              </a:rPr>
              <a:t>tench:</a:t>
            </a:r>
            <a:r>
              <a:rPr sz="1800" spc="50"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all </a:t>
            </a:r>
            <a:r>
              <a:rPr sz="1800" spc="-5" dirty="0">
                <a:latin typeface="Calibri"/>
                <a:cs typeface="Calibri"/>
              </a:rPr>
              <a:t>adjacent</a:t>
            </a:r>
            <a:r>
              <a:rPr sz="1800" dirty="0">
                <a:latin typeface="Calibri"/>
                <a:cs typeface="Calibri"/>
              </a:rPr>
              <a:t> </a:t>
            </a:r>
            <a:r>
              <a:rPr sz="1800" spc="-5" dirty="0">
                <a:latin typeface="Calibri"/>
                <a:cs typeface="Calibri"/>
              </a:rPr>
              <a:t>(but</a:t>
            </a:r>
            <a:r>
              <a:rPr sz="1800" spc="5" dirty="0">
                <a:latin typeface="Calibri"/>
                <a:cs typeface="Calibri"/>
              </a:rPr>
              <a:t> </a:t>
            </a:r>
            <a:r>
              <a:rPr sz="1800" dirty="0">
                <a:latin typeface="Calibri"/>
                <a:cs typeface="Calibri"/>
              </a:rPr>
              <a:t>not </a:t>
            </a:r>
            <a:r>
              <a:rPr sz="1800" spc="-5" dirty="0">
                <a:latin typeface="Calibri"/>
                <a:cs typeface="Calibri"/>
              </a:rPr>
              <a:t>diagonal) </a:t>
            </a:r>
            <a:r>
              <a:rPr sz="1800" spc="-390" dirty="0">
                <a:latin typeface="Calibri"/>
                <a:cs typeface="Calibri"/>
              </a:rPr>
              <a:t> </a:t>
            </a:r>
            <a:r>
              <a:rPr sz="1800" spc="-10" dirty="0">
                <a:latin typeface="Calibri"/>
                <a:cs typeface="Calibri"/>
              </a:rPr>
              <a:t>squares</a:t>
            </a:r>
            <a:r>
              <a:rPr sz="1800" spc="30" dirty="0">
                <a:latin typeface="Calibri"/>
                <a:cs typeface="Calibri"/>
              </a:rPr>
              <a:t> </a:t>
            </a:r>
            <a:r>
              <a:rPr sz="1800" dirty="0">
                <a:latin typeface="Calibri"/>
                <a:cs typeface="Calibri"/>
              </a:rPr>
              <a:t>of</a:t>
            </a:r>
            <a:r>
              <a:rPr sz="1800" spc="-5" dirty="0">
                <a:latin typeface="Calibri"/>
                <a:cs typeface="Calibri"/>
              </a:rPr>
              <a:t> </a:t>
            </a:r>
            <a:r>
              <a:rPr sz="1800" spc="-15" dirty="0">
                <a:latin typeface="Calibri"/>
                <a:cs typeface="Calibri"/>
              </a:rPr>
              <a:t>Wumpus</a:t>
            </a:r>
            <a:endParaRPr sz="1800">
              <a:latin typeface="Calibri"/>
              <a:cs typeface="Calibri"/>
            </a:endParaRPr>
          </a:p>
          <a:p>
            <a:pPr marL="1472565">
              <a:lnSpc>
                <a:spcPct val="100000"/>
              </a:lnSpc>
            </a:pPr>
            <a:r>
              <a:rPr sz="1800" b="1" spc="-20" dirty="0">
                <a:latin typeface="Calibri"/>
                <a:cs typeface="Calibri"/>
              </a:rPr>
              <a:t>B</a:t>
            </a:r>
            <a:r>
              <a:rPr sz="1800" spc="-20" dirty="0">
                <a:latin typeface="Calibri"/>
                <a:cs typeface="Calibri"/>
              </a:rPr>
              <a:t>reeze:</a:t>
            </a:r>
            <a:r>
              <a:rPr sz="1800" spc="60" dirty="0">
                <a:latin typeface="Calibri"/>
                <a:cs typeface="Calibri"/>
              </a:rPr>
              <a:t> </a:t>
            </a:r>
            <a:r>
              <a:rPr sz="1800" dirty="0">
                <a:latin typeface="Calibri"/>
                <a:cs typeface="Calibri"/>
              </a:rPr>
              <a:t>In</a:t>
            </a:r>
            <a:r>
              <a:rPr sz="1800" spc="-5" dirty="0">
                <a:latin typeface="Calibri"/>
                <a:cs typeface="Calibri"/>
              </a:rPr>
              <a:t> </a:t>
            </a:r>
            <a:r>
              <a:rPr sz="1800" dirty="0">
                <a:latin typeface="Calibri"/>
                <a:cs typeface="Calibri"/>
              </a:rPr>
              <a:t>all</a:t>
            </a:r>
            <a:r>
              <a:rPr sz="1800" spc="15" dirty="0">
                <a:latin typeface="Calibri"/>
                <a:cs typeface="Calibri"/>
              </a:rPr>
              <a:t> </a:t>
            </a:r>
            <a:r>
              <a:rPr sz="1800" spc="-5" dirty="0">
                <a:latin typeface="Calibri"/>
                <a:cs typeface="Calibri"/>
              </a:rPr>
              <a:t>adjacent</a:t>
            </a:r>
            <a:r>
              <a:rPr sz="1800" spc="15" dirty="0">
                <a:latin typeface="Calibri"/>
                <a:cs typeface="Calibri"/>
              </a:rPr>
              <a:t> </a:t>
            </a:r>
            <a:r>
              <a:rPr sz="1800" spc="-5" dirty="0">
                <a:latin typeface="Calibri"/>
                <a:cs typeface="Calibri"/>
              </a:rPr>
              <a:t>(but</a:t>
            </a:r>
            <a:r>
              <a:rPr sz="1800" spc="15" dirty="0">
                <a:latin typeface="Calibri"/>
                <a:cs typeface="Calibri"/>
              </a:rPr>
              <a:t> </a:t>
            </a:r>
            <a:r>
              <a:rPr sz="1800" dirty="0">
                <a:latin typeface="Calibri"/>
                <a:cs typeface="Calibri"/>
              </a:rPr>
              <a:t>not</a:t>
            </a:r>
            <a:r>
              <a:rPr sz="1800" spc="10" dirty="0">
                <a:latin typeface="Calibri"/>
                <a:cs typeface="Calibri"/>
              </a:rPr>
              <a:t> </a:t>
            </a:r>
            <a:r>
              <a:rPr sz="1800" spc="-5" dirty="0">
                <a:latin typeface="Calibri"/>
                <a:cs typeface="Calibri"/>
              </a:rPr>
              <a:t>diagonal)</a:t>
            </a:r>
            <a:endParaRPr sz="1800">
              <a:latin typeface="Calibri"/>
              <a:cs typeface="Calibri"/>
            </a:endParaRPr>
          </a:p>
          <a:p>
            <a:pPr marL="1472565">
              <a:lnSpc>
                <a:spcPct val="100000"/>
              </a:lnSpc>
            </a:pPr>
            <a:r>
              <a:rPr sz="1800" spc="-10" dirty="0">
                <a:latin typeface="Calibri"/>
                <a:cs typeface="Calibri"/>
              </a:rPr>
              <a:t>squares</a:t>
            </a:r>
            <a:r>
              <a:rPr sz="1800" spc="10"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a</a:t>
            </a:r>
            <a:r>
              <a:rPr sz="1800" spc="-20" dirty="0">
                <a:latin typeface="Calibri"/>
                <a:cs typeface="Calibri"/>
              </a:rPr>
              <a:t> </a:t>
            </a:r>
            <a:r>
              <a:rPr sz="1800" spc="-5" dirty="0">
                <a:latin typeface="Calibri"/>
                <a:cs typeface="Calibri"/>
              </a:rPr>
              <a:t>pit</a:t>
            </a:r>
            <a:endParaRPr sz="1800">
              <a:latin typeface="Calibri"/>
              <a:cs typeface="Calibri"/>
            </a:endParaRPr>
          </a:p>
          <a:p>
            <a:pPr marL="1472565">
              <a:lnSpc>
                <a:spcPct val="100000"/>
              </a:lnSpc>
            </a:pPr>
            <a:r>
              <a:rPr sz="1800" b="1" spc="-10" dirty="0">
                <a:latin typeface="Calibri"/>
                <a:cs typeface="Calibri"/>
              </a:rPr>
              <a:t>G</a:t>
            </a:r>
            <a:r>
              <a:rPr sz="1800" spc="-10" dirty="0">
                <a:latin typeface="Calibri"/>
                <a:cs typeface="Calibri"/>
              </a:rPr>
              <a:t>litter:</a:t>
            </a:r>
            <a:r>
              <a:rPr sz="1800" spc="10" dirty="0">
                <a:latin typeface="Calibri"/>
                <a:cs typeface="Calibri"/>
              </a:rPr>
              <a:t> </a:t>
            </a:r>
            <a:r>
              <a:rPr sz="1800" dirty="0">
                <a:latin typeface="Calibri"/>
                <a:cs typeface="Calibri"/>
              </a:rPr>
              <a:t>In</a:t>
            </a:r>
            <a:r>
              <a:rPr sz="1800" spc="15" dirty="0">
                <a:latin typeface="Calibri"/>
                <a:cs typeface="Calibri"/>
              </a:rPr>
              <a:t> </a:t>
            </a:r>
            <a:r>
              <a:rPr sz="1800" spc="-5" dirty="0">
                <a:latin typeface="Calibri"/>
                <a:cs typeface="Calibri"/>
              </a:rPr>
              <a:t>the</a:t>
            </a:r>
            <a:r>
              <a:rPr sz="1800" spc="10" dirty="0">
                <a:latin typeface="Calibri"/>
                <a:cs typeface="Calibri"/>
              </a:rPr>
              <a:t> </a:t>
            </a:r>
            <a:r>
              <a:rPr sz="1800" spc="-10" dirty="0">
                <a:latin typeface="Calibri"/>
                <a:cs typeface="Calibri"/>
              </a:rPr>
              <a:t>square</a:t>
            </a:r>
            <a:r>
              <a:rPr sz="1800" spc="35" dirty="0">
                <a:latin typeface="Calibri"/>
                <a:cs typeface="Calibri"/>
              </a:rPr>
              <a:t> </a:t>
            </a:r>
            <a:r>
              <a:rPr sz="1800" spc="-10" dirty="0">
                <a:latin typeface="Calibri"/>
                <a:cs typeface="Calibri"/>
              </a:rPr>
              <a:t>where</a:t>
            </a:r>
            <a:r>
              <a:rPr sz="1800" spc="35" dirty="0">
                <a:latin typeface="Calibri"/>
                <a:cs typeface="Calibri"/>
              </a:rPr>
              <a:t> </a:t>
            </a:r>
            <a:r>
              <a:rPr sz="1800" spc="-10" dirty="0">
                <a:latin typeface="Calibri"/>
                <a:cs typeface="Calibri"/>
              </a:rPr>
              <a:t>gold</a:t>
            </a:r>
            <a:r>
              <a:rPr sz="1800" spc="5" dirty="0">
                <a:latin typeface="Calibri"/>
                <a:cs typeface="Calibri"/>
              </a:rPr>
              <a:t> </a:t>
            </a:r>
            <a:r>
              <a:rPr sz="1800" dirty="0">
                <a:latin typeface="Calibri"/>
                <a:cs typeface="Calibri"/>
              </a:rPr>
              <a:t>is</a:t>
            </a:r>
            <a:endParaRPr sz="1800">
              <a:latin typeface="Calibri"/>
              <a:cs typeface="Calibri"/>
            </a:endParaRPr>
          </a:p>
          <a:p>
            <a:pPr marL="1472565">
              <a:lnSpc>
                <a:spcPct val="100000"/>
              </a:lnSpc>
              <a:spcBef>
                <a:spcPts val="5"/>
              </a:spcBef>
            </a:pPr>
            <a:r>
              <a:rPr sz="1800" b="1" spc="-5" dirty="0">
                <a:latin typeface="Calibri"/>
                <a:cs typeface="Calibri"/>
              </a:rPr>
              <a:t>B</a:t>
            </a:r>
            <a:r>
              <a:rPr sz="1800" spc="-5" dirty="0">
                <a:latin typeface="Calibri"/>
                <a:cs typeface="Calibri"/>
              </a:rPr>
              <a:t>ump:</a:t>
            </a:r>
            <a:r>
              <a:rPr sz="1800" spc="35" dirty="0">
                <a:latin typeface="Calibri"/>
                <a:cs typeface="Calibri"/>
              </a:rPr>
              <a:t> </a:t>
            </a:r>
            <a:r>
              <a:rPr sz="1800" dirty="0">
                <a:latin typeface="Calibri"/>
                <a:cs typeface="Calibri"/>
              </a:rPr>
              <a:t>If </a:t>
            </a:r>
            <a:r>
              <a:rPr sz="1800" spc="-15" dirty="0">
                <a:latin typeface="Calibri"/>
                <a:cs typeface="Calibri"/>
              </a:rPr>
              <a:t>agent</a:t>
            </a:r>
            <a:r>
              <a:rPr sz="1800" spc="35" dirty="0">
                <a:latin typeface="Calibri"/>
                <a:cs typeface="Calibri"/>
              </a:rPr>
              <a:t> </a:t>
            </a:r>
            <a:r>
              <a:rPr sz="1800" spc="-10" dirty="0">
                <a:latin typeface="Calibri"/>
                <a:cs typeface="Calibri"/>
              </a:rPr>
              <a:t>walks </a:t>
            </a:r>
            <a:r>
              <a:rPr sz="1800" spc="-20" dirty="0">
                <a:latin typeface="Calibri"/>
                <a:cs typeface="Calibri"/>
              </a:rPr>
              <a:t>into</a:t>
            </a:r>
            <a:r>
              <a:rPr sz="1800" spc="50" dirty="0">
                <a:latin typeface="Calibri"/>
                <a:cs typeface="Calibri"/>
              </a:rPr>
              <a:t> </a:t>
            </a:r>
            <a:r>
              <a:rPr sz="1800" dirty="0">
                <a:latin typeface="Calibri"/>
                <a:cs typeface="Calibri"/>
              </a:rPr>
              <a:t>a </a:t>
            </a:r>
            <a:r>
              <a:rPr sz="1800" spc="-5" dirty="0">
                <a:latin typeface="Calibri"/>
                <a:cs typeface="Calibri"/>
              </a:rPr>
              <a:t>wall</a:t>
            </a:r>
            <a:endParaRPr sz="1800">
              <a:latin typeface="Calibri"/>
              <a:cs typeface="Calibri"/>
            </a:endParaRPr>
          </a:p>
          <a:p>
            <a:pPr marL="1472565">
              <a:lnSpc>
                <a:spcPct val="100000"/>
              </a:lnSpc>
            </a:pPr>
            <a:r>
              <a:rPr sz="1800" b="1" spc="-10" dirty="0">
                <a:latin typeface="Calibri"/>
                <a:cs typeface="Calibri"/>
              </a:rPr>
              <a:t>S</a:t>
            </a:r>
            <a:r>
              <a:rPr sz="1800" spc="-10" dirty="0">
                <a:latin typeface="Calibri"/>
                <a:cs typeface="Calibri"/>
              </a:rPr>
              <a:t>cream:</a:t>
            </a:r>
            <a:r>
              <a:rPr sz="1800" spc="25" dirty="0">
                <a:latin typeface="Calibri"/>
                <a:cs typeface="Calibri"/>
              </a:rPr>
              <a:t> </a:t>
            </a:r>
            <a:r>
              <a:rPr sz="1800" spc="-5" dirty="0">
                <a:latin typeface="Calibri"/>
                <a:cs typeface="Calibri"/>
              </a:rPr>
              <a:t>When</a:t>
            </a:r>
            <a:r>
              <a:rPr sz="1800" spc="35" dirty="0">
                <a:latin typeface="Calibri"/>
                <a:cs typeface="Calibri"/>
              </a:rPr>
              <a:t> </a:t>
            </a:r>
            <a:r>
              <a:rPr sz="1800" spc="-15" dirty="0">
                <a:latin typeface="Calibri"/>
                <a:cs typeface="Calibri"/>
              </a:rPr>
              <a:t>Wumpus</a:t>
            </a:r>
            <a:r>
              <a:rPr sz="1800" spc="15" dirty="0">
                <a:latin typeface="Calibri"/>
                <a:cs typeface="Calibri"/>
              </a:rPr>
              <a:t> </a:t>
            </a:r>
            <a:r>
              <a:rPr sz="1800" spc="-5" dirty="0">
                <a:latin typeface="Calibri"/>
                <a:cs typeface="Calibri"/>
              </a:rPr>
              <a:t>is</a:t>
            </a:r>
            <a:r>
              <a:rPr sz="1800" spc="15" dirty="0">
                <a:latin typeface="Calibri"/>
                <a:cs typeface="Calibri"/>
              </a:rPr>
              <a:t> </a:t>
            </a:r>
            <a:r>
              <a:rPr sz="1800" spc="-10" dirty="0">
                <a:latin typeface="Calibri"/>
                <a:cs typeface="Calibri"/>
              </a:rPr>
              <a:t>killed,</a:t>
            </a:r>
            <a:r>
              <a:rPr sz="1800" spc="30" dirty="0">
                <a:latin typeface="Calibri"/>
                <a:cs typeface="Calibri"/>
              </a:rPr>
              <a:t> </a:t>
            </a:r>
            <a:r>
              <a:rPr sz="1800" spc="-5" dirty="0">
                <a:latin typeface="Calibri"/>
                <a:cs typeface="Calibri"/>
              </a:rPr>
              <a:t>it</a:t>
            </a:r>
            <a:r>
              <a:rPr sz="1800" dirty="0">
                <a:latin typeface="Calibri"/>
                <a:cs typeface="Calibri"/>
              </a:rPr>
              <a:t> </a:t>
            </a:r>
            <a:r>
              <a:rPr sz="1800" spc="-10" dirty="0">
                <a:latin typeface="Calibri"/>
                <a:cs typeface="Calibri"/>
              </a:rPr>
              <a:t>can</a:t>
            </a:r>
            <a:r>
              <a:rPr sz="1800" spc="15" dirty="0">
                <a:latin typeface="Calibri"/>
                <a:cs typeface="Calibri"/>
              </a:rPr>
              <a:t> </a:t>
            </a:r>
            <a:r>
              <a:rPr sz="1800" spc="-5" dirty="0">
                <a:latin typeface="Calibri"/>
                <a:cs typeface="Calibri"/>
              </a:rPr>
              <a:t>be</a:t>
            </a:r>
            <a:endParaRPr sz="1800">
              <a:latin typeface="Calibri"/>
              <a:cs typeface="Calibri"/>
            </a:endParaRPr>
          </a:p>
          <a:p>
            <a:pPr marL="1472565">
              <a:lnSpc>
                <a:spcPct val="100000"/>
              </a:lnSpc>
            </a:pPr>
            <a:r>
              <a:rPr sz="1800" spc="-15" dirty="0">
                <a:latin typeface="Calibri"/>
                <a:cs typeface="Calibri"/>
              </a:rPr>
              <a:t>perceived</a:t>
            </a:r>
            <a:r>
              <a:rPr sz="1800" spc="35" dirty="0">
                <a:latin typeface="Calibri"/>
                <a:cs typeface="Calibri"/>
              </a:rPr>
              <a:t> </a:t>
            </a:r>
            <a:r>
              <a:rPr sz="1800" spc="-10" dirty="0">
                <a:latin typeface="Calibri"/>
                <a:cs typeface="Calibri"/>
              </a:rPr>
              <a:t>everywhere</a:t>
            </a:r>
            <a:endParaRPr sz="1800">
              <a:latin typeface="Calibri"/>
              <a:cs typeface="Calibri"/>
            </a:endParaRPr>
          </a:p>
          <a:p>
            <a:pPr>
              <a:lnSpc>
                <a:spcPct val="100000"/>
              </a:lnSpc>
              <a:spcBef>
                <a:spcPts val="25"/>
              </a:spcBef>
            </a:pPr>
            <a:endParaRPr sz="1750">
              <a:latin typeface="Calibri"/>
              <a:cs typeface="Calibri"/>
            </a:endParaRPr>
          </a:p>
          <a:p>
            <a:pPr marL="1015365">
              <a:lnSpc>
                <a:spcPct val="100000"/>
              </a:lnSpc>
            </a:pPr>
            <a:r>
              <a:rPr sz="1800" spc="-15" dirty="0">
                <a:solidFill>
                  <a:srgbClr val="6F2F9F"/>
                </a:solidFill>
                <a:latin typeface="Calibri"/>
                <a:cs typeface="Calibri"/>
              </a:rPr>
              <a:t>Percept</a:t>
            </a:r>
            <a:r>
              <a:rPr sz="1800" spc="-20" dirty="0">
                <a:solidFill>
                  <a:srgbClr val="6F2F9F"/>
                </a:solidFill>
                <a:latin typeface="Calibri"/>
                <a:cs typeface="Calibri"/>
              </a:rPr>
              <a:t> </a:t>
            </a:r>
            <a:r>
              <a:rPr sz="1800" spc="-10" dirty="0">
                <a:solidFill>
                  <a:srgbClr val="6F2F9F"/>
                </a:solidFill>
                <a:latin typeface="Calibri"/>
                <a:cs typeface="Calibri"/>
              </a:rPr>
              <a:t>Format:</a:t>
            </a:r>
            <a:endParaRPr sz="1800">
              <a:latin typeface="Calibri"/>
              <a:cs typeface="Calibri"/>
            </a:endParaRPr>
          </a:p>
          <a:p>
            <a:pPr marL="1015365">
              <a:lnSpc>
                <a:spcPct val="100000"/>
              </a:lnSpc>
              <a:spcBef>
                <a:spcPts val="5"/>
              </a:spcBef>
            </a:pPr>
            <a:r>
              <a:rPr sz="1800" spc="-10" dirty="0">
                <a:solidFill>
                  <a:srgbClr val="6F2F9F"/>
                </a:solidFill>
                <a:latin typeface="Calibri"/>
                <a:cs typeface="Calibri"/>
              </a:rPr>
              <a:t>[Stench?,</a:t>
            </a:r>
            <a:r>
              <a:rPr sz="1800" spc="40" dirty="0">
                <a:solidFill>
                  <a:srgbClr val="6F2F9F"/>
                </a:solidFill>
                <a:latin typeface="Calibri"/>
                <a:cs typeface="Calibri"/>
              </a:rPr>
              <a:t> </a:t>
            </a:r>
            <a:r>
              <a:rPr sz="1800" spc="-15" dirty="0">
                <a:solidFill>
                  <a:srgbClr val="6F2F9F"/>
                </a:solidFill>
                <a:latin typeface="Calibri"/>
                <a:cs typeface="Calibri"/>
              </a:rPr>
              <a:t>Breeze?,</a:t>
            </a:r>
            <a:r>
              <a:rPr sz="1800" spc="20" dirty="0">
                <a:solidFill>
                  <a:srgbClr val="6F2F9F"/>
                </a:solidFill>
                <a:latin typeface="Calibri"/>
                <a:cs typeface="Calibri"/>
              </a:rPr>
              <a:t> </a:t>
            </a:r>
            <a:r>
              <a:rPr sz="1800" spc="-10" dirty="0">
                <a:solidFill>
                  <a:srgbClr val="6F2F9F"/>
                </a:solidFill>
                <a:latin typeface="Calibri"/>
                <a:cs typeface="Calibri"/>
              </a:rPr>
              <a:t>Glitter?,</a:t>
            </a:r>
            <a:r>
              <a:rPr sz="1800" spc="25" dirty="0">
                <a:solidFill>
                  <a:srgbClr val="6F2F9F"/>
                </a:solidFill>
                <a:latin typeface="Calibri"/>
                <a:cs typeface="Calibri"/>
              </a:rPr>
              <a:t> </a:t>
            </a:r>
            <a:r>
              <a:rPr sz="1800" spc="-5" dirty="0">
                <a:solidFill>
                  <a:srgbClr val="6F2F9F"/>
                </a:solidFill>
                <a:latin typeface="Calibri"/>
                <a:cs typeface="Calibri"/>
              </a:rPr>
              <a:t>Bump?,</a:t>
            </a:r>
            <a:r>
              <a:rPr sz="1800" spc="20" dirty="0">
                <a:solidFill>
                  <a:srgbClr val="6F2F9F"/>
                </a:solidFill>
                <a:latin typeface="Calibri"/>
                <a:cs typeface="Calibri"/>
              </a:rPr>
              <a:t> </a:t>
            </a:r>
            <a:r>
              <a:rPr sz="1800" spc="-10" dirty="0">
                <a:solidFill>
                  <a:srgbClr val="6F2F9F"/>
                </a:solidFill>
                <a:latin typeface="Calibri"/>
                <a:cs typeface="Calibri"/>
              </a:rPr>
              <a:t>Scream?]</a:t>
            </a:r>
            <a:endParaRPr sz="1800">
              <a:latin typeface="Calibri"/>
              <a:cs typeface="Calibri"/>
            </a:endParaRPr>
          </a:p>
          <a:p>
            <a:pPr marL="1015365">
              <a:lnSpc>
                <a:spcPct val="100000"/>
              </a:lnSpc>
            </a:pPr>
            <a:r>
              <a:rPr sz="1800" dirty="0">
                <a:solidFill>
                  <a:srgbClr val="6F2F9F"/>
                </a:solidFill>
                <a:latin typeface="Calibri"/>
                <a:cs typeface="Calibri"/>
              </a:rPr>
              <a:t>E.g.,</a:t>
            </a:r>
            <a:r>
              <a:rPr sz="1800" spc="-20" dirty="0">
                <a:solidFill>
                  <a:srgbClr val="6F2F9F"/>
                </a:solidFill>
                <a:latin typeface="Calibri"/>
                <a:cs typeface="Calibri"/>
              </a:rPr>
              <a:t> </a:t>
            </a:r>
            <a:r>
              <a:rPr sz="1800" spc="-10" dirty="0">
                <a:solidFill>
                  <a:srgbClr val="6F2F9F"/>
                </a:solidFill>
                <a:latin typeface="Calibri"/>
                <a:cs typeface="Calibri"/>
              </a:rPr>
              <a:t>[Stench,</a:t>
            </a:r>
            <a:r>
              <a:rPr sz="1800" spc="50" dirty="0">
                <a:solidFill>
                  <a:srgbClr val="6F2F9F"/>
                </a:solidFill>
                <a:latin typeface="Calibri"/>
                <a:cs typeface="Calibri"/>
              </a:rPr>
              <a:t> </a:t>
            </a:r>
            <a:r>
              <a:rPr sz="1800" spc="-20" dirty="0">
                <a:solidFill>
                  <a:srgbClr val="6F2F9F"/>
                </a:solidFill>
                <a:latin typeface="Calibri"/>
                <a:cs typeface="Calibri"/>
              </a:rPr>
              <a:t>Breeze,</a:t>
            </a:r>
            <a:r>
              <a:rPr sz="1800" spc="30" dirty="0">
                <a:solidFill>
                  <a:srgbClr val="6F2F9F"/>
                </a:solidFill>
                <a:latin typeface="Calibri"/>
                <a:cs typeface="Calibri"/>
              </a:rPr>
              <a:t> </a:t>
            </a:r>
            <a:r>
              <a:rPr sz="1800" spc="-10" dirty="0">
                <a:solidFill>
                  <a:srgbClr val="6F2F9F"/>
                </a:solidFill>
                <a:latin typeface="Calibri"/>
                <a:cs typeface="Calibri"/>
              </a:rPr>
              <a:t>None,</a:t>
            </a:r>
            <a:r>
              <a:rPr sz="1800" spc="30" dirty="0">
                <a:solidFill>
                  <a:srgbClr val="6F2F9F"/>
                </a:solidFill>
                <a:latin typeface="Calibri"/>
                <a:cs typeface="Calibri"/>
              </a:rPr>
              <a:t> </a:t>
            </a:r>
            <a:r>
              <a:rPr sz="1800" spc="-10" dirty="0">
                <a:solidFill>
                  <a:srgbClr val="6F2F9F"/>
                </a:solidFill>
                <a:latin typeface="Calibri"/>
                <a:cs typeface="Calibri"/>
              </a:rPr>
              <a:t>None,</a:t>
            </a:r>
            <a:r>
              <a:rPr sz="1800" spc="30" dirty="0">
                <a:solidFill>
                  <a:srgbClr val="6F2F9F"/>
                </a:solidFill>
                <a:latin typeface="Calibri"/>
                <a:cs typeface="Calibri"/>
              </a:rPr>
              <a:t> </a:t>
            </a:r>
            <a:r>
              <a:rPr sz="1800" spc="-10" dirty="0">
                <a:solidFill>
                  <a:srgbClr val="6F2F9F"/>
                </a:solidFill>
                <a:latin typeface="Calibri"/>
                <a:cs typeface="Calibri"/>
              </a:rPr>
              <a:t>None]</a:t>
            </a:r>
            <a:endParaRPr sz="1800">
              <a:latin typeface="Calibri"/>
              <a:cs typeface="Calibri"/>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243583"/>
            <a:ext cx="8896350" cy="2999740"/>
            <a:chOff x="0" y="1243583"/>
            <a:chExt cx="8896350" cy="2999740"/>
          </a:xfrm>
        </p:grpSpPr>
        <p:pic>
          <p:nvPicPr>
            <p:cNvPr id="3" name="object 3"/>
            <p:cNvPicPr/>
            <p:nvPr/>
          </p:nvPicPr>
          <p:blipFill>
            <a:blip r:embed="rId2" cstate="print"/>
            <a:stretch>
              <a:fillRect/>
            </a:stretch>
          </p:blipFill>
          <p:spPr>
            <a:xfrm>
              <a:off x="341375" y="1243583"/>
              <a:ext cx="2456688" cy="2490216"/>
            </a:xfrm>
            <a:prstGeom prst="rect">
              <a:avLst/>
            </a:prstGeom>
          </p:spPr>
        </p:pic>
        <p:pic>
          <p:nvPicPr>
            <p:cNvPr id="4" name="object 4"/>
            <p:cNvPicPr/>
            <p:nvPr/>
          </p:nvPicPr>
          <p:blipFill>
            <a:blip r:embed="rId3" cstate="print"/>
            <a:stretch>
              <a:fillRect/>
            </a:stretch>
          </p:blipFill>
          <p:spPr>
            <a:xfrm>
              <a:off x="6099472" y="1505241"/>
              <a:ext cx="2796781" cy="2738044"/>
            </a:xfrm>
            <a:prstGeom prst="rect">
              <a:avLst/>
            </a:prstGeom>
          </p:spPr>
        </p:pic>
      </p:grpSp>
      <p:sp>
        <p:nvSpPr>
          <p:cNvPr id="5" name="object 5"/>
          <p:cNvSpPr txBox="1">
            <a:spLocks noGrp="1"/>
          </p:cNvSpPr>
          <p:nvPr>
            <p:ph type="title"/>
          </p:nvPr>
        </p:nvSpPr>
        <p:spPr>
          <a:xfrm>
            <a:off x="432003" y="454021"/>
            <a:ext cx="4495800" cy="683895"/>
          </a:xfrm>
          <a:prstGeom prst="rect">
            <a:avLst/>
          </a:prstGeom>
        </p:spPr>
        <p:txBody>
          <a:bodyPr vert="horz" wrap="square" lIns="0" tIns="67310" rIns="0" bIns="0" rtlCol="0">
            <a:spAutoFit/>
          </a:bodyPr>
          <a:lstStyle/>
          <a:p>
            <a:pPr marL="12700">
              <a:lnSpc>
                <a:spcPct val="100000"/>
              </a:lnSpc>
              <a:spcBef>
                <a:spcPts val="530"/>
              </a:spcBef>
            </a:pPr>
            <a:r>
              <a:rPr sz="1800" b="0" dirty="0">
                <a:solidFill>
                  <a:srgbClr val="000000"/>
                </a:solidFill>
                <a:latin typeface="Microsoft Sans Serif"/>
                <a:cs typeface="Microsoft Sans Serif"/>
              </a:rPr>
              <a:t>Percept</a:t>
            </a:r>
            <a:r>
              <a:rPr sz="1800" b="0" spc="-25" dirty="0">
                <a:solidFill>
                  <a:srgbClr val="000000"/>
                </a:solidFill>
                <a:latin typeface="Microsoft Sans Serif"/>
                <a:cs typeface="Microsoft Sans Serif"/>
              </a:rPr>
              <a:t> </a:t>
            </a:r>
            <a:r>
              <a:rPr sz="1800" b="0" dirty="0">
                <a:solidFill>
                  <a:srgbClr val="000000"/>
                </a:solidFill>
                <a:latin typeface="Microsoft Sans Serif"/>
                <a:cs typeface="Microsoft Sans Serif"/>
              </a:rPr>
              <a:t>1:</a:t>
            </a:r>
            <a:r>
              <a:rPr sz="1800" b="0" spc="20" dirty="0">
                <a:solidFill>
                  <a:srgbClr val="000000"/>
                </a:solidFill>
                <a:latin typeface="Microsoft Sans Serif"/>
                <a:cs typeface="Microsoft Sans Serif"/>
              </a:rPr>
              <a:t> </a:t>
            </a:r>
            <a:r>
              <a:rPr sz="1800" b="0" dirty="0">
                <a:solidFill>
                  <a:srgbClr val="000000"/>
                </a:solidFill>
                <a:latin typeface="Microsoft Sans Serif"/>
                <a:cs typeface="Microsoft Sans Serif"/>
              </a:rPr>
              <a:t>[None,</a:t>
            </a:r>
            <a:r>
              <a:rPr sz="1800" b="0" spc="-20" dirty="0">
                <a:solidFill>
                  <a:srgbClr val="000000"/>
                </a:solidFill>
                <a:latin typeface="Microsoft Sans Serif"/>
                <a:cs typeface="Microsoft Sans Serif"/>
              </a:rPr>
              <a:t> </a:t>
            </a:r>
            <a:r>
              <a:rPr sz="1800" b="0" dirty="0">
                <a:solidFill>
                  <a:srgbClr val="000000"/>
                </a:solidFill>
                <a:latin typeface="Microsoft Sans Serif"/>
                <a:cs typeface="Microsoft Sans Serif"/>
              </a:rPr>
              <a:t>None, None, None,</a:t>
            </a:r>
            <a:r>
              <a:rPr sz="1800" b="0" spc="5" dirty="0">
                <a:solidFill>
                  <a:srgbClr val="000000"/>
                </a:solidFill>
                <a:latin typeface="Microsoft Sans Serif"/>
                <a:cs typeface="Microsoft Sans Serif"/>
              </a:rPr>
              <a:t> </a:t>
            </a:r>
            <a:r>
              <a:rPr sz="1800" b="0" dirty="0">
                <a:solidFill>
                  <a:srgbClr val="000000"/>
                </a:solidFill>
                <a:latin typeface="Microsoft Sans Serif"/>
                <a:cs typeface="Microsoft Sans Serif"/>
              </a:rPr>
              <a:t>None]</a:t>
            </a:r>
            <a:endParaRPr sz="1800" dirty="0">
              <a:latin typeface="Microsoft Sans Serif"/>
              <a:cs typeface="Microsoft Sans Serif"/>
            </a:endParaRPr>
          </a:p>
          <a:p>
            <a:pPr marL="12700">
              <a:lnSpc>
                <a:spcPct val="100000"/>
              </a:lnSpc>
              <a:spcBef>
                <a:spcPts val="430"/>
              </a:spcBef>
            </a:pPr>
            <a:r>
              <a:rPr sz="1800" b="0" dirty="0">
                <a:solidFill>
                  <a:srgbClr val="000000"/>
                </a:solidFill>
                <a:latin typeface="Microsoft Sans Serif"/>
                <a:cs typeface="Microsoft Sans Serif"/>
              </a:rPr>
              <a:t>Action:</a:t>
            </a:r>
            <a:r>
              <a:rPr sz="1800" b="0" spc="-55" dirty="0">
                <a:solidFill>
                  <a:srgbClr val="000000"/>
                </a:solidFill>
                <a:latin typeface="Microsoft Sans Serif"/>
                <a:cs typeface="Microsoft Sans Serif"/>
              </a:rPr>
              <a:t> </a:t>
            </a:r>
            <a:r>
              <a:rPr sz="1800" b="0" spc="-5" dirty="0">
                <a:solidFill>
                  <a:srgbClr val="000000"/>
                </a:solidFill>
                <a:latin typeface="Microsoft Sans Serif"/>
                <a:cs typeface="Microsoft Sans Serif"/>
              </a:rPr>
              <a:t>Forward</a:t>
            </a:r>
            <a:endParaRPr sz="1800" dirty="0">
              <a:latin typeface="Microsoft Sans Serif"/>
              <a:cs typeface="Microsoft Sans Serif"/>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6" name="object 6"/>
          <p:cNvSpPr txBox="1"/>
          <p:nvPr/>
        </p:nvSpPr>
        <p:spPr>
          <a:xfrm>
            <a:off x="5841238" y="5921451"/>
            <a:ext cx="3275329" cy="451484"/>
          </a:xfrm>
          <a:prstGeom prst="rect">
            <a:avLst/>
          </a:prstGeom>
        </p:spPr>
        <p:txBody>
          <a:bodyPr vert="horz" wrap="square" lIns="0" tIns="11430" rIns="0" bIns="0" rtlCol="0">
            <a:spAutoFit/>
          </a:bodyPr>
          <a:lstStyle/>
          <a:p>
            <a:pPr marL="12700">
              <a:lnSpc>
                <a:spcPct val="100000"/>
              </a:lnSpc>
              <a:spcBef>
                <a:spcPts val="90"/>
              </a:spcBef>
            </a:pPr>
            <a:r>
              <a:rPr sz="1400" spc="-15" dirty="0">
                <a:solidFill>
                  <a:srgbClr val="6F2F9F"/>
                </a:solidFill>
                <a:latin typeface="Calibri"/>
                <a:cs typeface="Calibri"/>
              </a:rPr>
              <a:t>Percept</a:t>
            </a:r>
            <a:r>
              <a:rPr sz="1400" dirty="0">
                <a:solidFill>
                  <a:srgbClr val="6F2F9F"/>
                </a:solidFill>
                <a:latin typeface="Calibri"/>
                <a:cs typeface="Calibri"/>
              </a:rPr>
              <a:t> </a:t>
            </a:r>
            <a:r>
              <a:rPr sz="1400" spc="-15" dirty="0">
                <a:solidFill>
                  <a:srgbClr val="6F2F9F"/>
                </a:solidFill>
                <a:latin typeface="Calibri"/>
                <a:cs typeface="Calibri"/>
              </a:rPr>
              <a:t>Format:</a:t>
            </a:r>
            <a:endParaRPr sz="1400">
              <a:latin typeface="Calibri"/>
              <a:cs typeface="Calibri"/>
            </a:endParaRPr>
          </a:p>
          <a:p>
            <a:pPr marL="12700">
              <a:lnSpc>
                <a:spcPct val="100000"/>
              </a:lnSpc>
              <a:spcBef>
                <a:spcPts val="5"/>
              </a:spcBef>
            </a:pPr>
            <a:r>
              <a:rPr sz="1400" spc="-10" dirty="0">
                <a:solidFill>
                  <a:srgbClr val="6F2F9F"/>
                </a:solidFill>
                <a:latin typeface="Calibri"/>
                <a:cs typeface="Calibri"/>
              </a:rPr>
              <a:t>[Stench?,</a:t>
            </a:r>
            <a:r>
              <a:rPr sz="1400" spc="30" dirty="0">
                <a:solidFill>
                  <a:srgbClr val="6F2F9F"/>
                </a:solidFill>
                <a:latin typeface="Calibri"/>
                <a:cs typeface="Calibri"/>
              </a:rPr>
              <a:t> </a:t>
            </a:r>
            <a:r>
              <a:rPr sz="1400" spc="-15" dirty="0">
                <a:solidFill>
                  <a:srgbClr val="6F2F9F"/>
                </a:solidFill>
                <a:latin typeface="Calibri"/>
                <a:cs typeface="Calibri"/>
              </a:rPr>
              <a:t>Breeze?,</a:t>
            </a:r>
            <a:r>
              <a:rPr sz="1400" spc="30" dirty="0">
                <a:solidFill>
                  <a:srgbClr val="6F2F9F"/>
                </a:solidFill>
                <a:latin typeface="Calibri"/>
                <a:cs typeface="Calibri"/>
              </a:rPr>
              <a:t> </a:t>
            </a:r>
            <a:r>
              <a:rPr sz="1400" spc="-15" dirty="0">
                <a:solidFill>
                  <a:srgbClr val="6F2F9F"/>
                </a:solidFill>
                <a:latin typeface="Calibri"/>
                <a:cs typeface="Calibri"/>
              </a:rPr>
              <a:t>Glitter?,</a:t>
            </a:r>
            <a:r>
              <a:rPr sz="1400" spc="75" dirty="0">
                <a:solidFill>
                  <a:srgbClr val="6F2F9F"/>
                </a:solidFill>
                <a:latin typeface="Calibri"/>
                <a:cs typeface="Calibri"/>
              </a:rPr>
              <a:t> </a:t>
            </a:r>
            <a:r>
              <a:rPr sz="1400" spc="-15" dirty="0">
                <a:solidFill>
                  <a:srgbClr val="6F2F9F"/>
                </a:solidFill>
                <a:latin typeface="Calibri"/>
                <a:cs typeface="Calibri"/>
              </a:rPr>
              <a:t>Bump?,</a:t>
            </a:r>
            <a:r>
              <a:rPr sz="1400" spc="30" dirty="0">
                <a:solidFill>
                  <a:srgbClr val="6F2F9F"/>
                </a:solidFill>
                <a:latin typeface="Calibri"/>
                <a:cs typeface="Calibri"/>
              </a:rPr>
              <a:t> </a:t>
            </a:r>
            <a:r>
              <a:rPr sz="1400" spc="-10" dirty="0">
                <a:solidFill>
                  <a:srgbClr val="6F2F9F"/>
                </a:solidFill>
                <a:latin typeface="Calibri"/>
                <a:cs typeface="Calibri"/>
              </a:rPr>
              <a:t>Scream?]</a:t>
            </a:r>
            <a:endParaRPr sz="14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84832" y="6550152"/>
            <a:ext cx="7059295" cy="48895"/>
            <a:chOff x="2084832" y="6550152"/>
            <a:chExt cx="7059295" cy="48895"/>
          </a:xfrm>
        </p:grpSpPr>
        <p:sp>
          <p:nvSpPr>
            <p:cNvPr id="3" name="object 3"/>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4" name="object 4"/>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8" name="object 8"/>
          <p:cNvPicPr/>
          <p:nvPr/>
        </p:nvPicPr>
        <p:blipFill>
          <a:blip r:embed="rId2" cstate="print"/>
          <a:stretch>
            <a:fillRect/>
          </a:stretch>
        </p:blipFill>
        <p:spPr>
          <a:xfrm>
            <a:off x="6629400" y="0"/>
            <a:ext cx="2194559" cy="691896"/>
          </a:xfrm>
          <a:prstGeom prst="rect">
            <a:avLst/>
          </a:prstGeom>
        </p:spPr>
      </p:pic>
      <p:grpSp>
        <p:nvGrpSpPr>
          <p:cNvPr id="9" name="object 9"/>
          <p:cNvGrpSpPr/>
          <p:nvPr/>
        </p:nvGrpSpPr>
        <p:grpSpPr>
          <a:xfrm>
            <a:off x="0" y="1243583"/>
            <a:ext cx="8896253" cy="5089845"/>
            <a:chOff x="0" y="1243583"/>
            <a:chExt cx="8896253" cy="5089845"/>
          </a:xfrm>
        </p:grpSpPr>
        <p:sp>
          <p:nvSpPr>
            <p:cNvPr id="10" name="object 10"/>
            <p:cNvSpPr/>
            <p:nvPr/>
          </p:nvSpPr>
          <p:spPr>
            <a:xfrm>
              <a:off x="2362200" y="1295399"/>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1" name="object 11"/>
            <p:cNvSpPr/>
            <p:nvPr/>
          </p:nvSpPr>
          <p:spPr>
            <a:xfrm>
              <a:off x="0" y="1295399"/>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728" y="1295399"/>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13" name="object 13"/>
            <p:cNvPicPr/>
            <p:nvPr/>
          </p:nvPicPr>
          <p:blipFill>
            <a:blip r:embed="rId3" cstate="print"/>
            <a:stretch>
              <a:fillRect/>
            </a:stretch>
          </p:blipFill>
          <p:spPr>
            <a:xfrm>
              <a:off x="341375" y="1243583"/>
              <a:ext cx="2456688" cy="2490216"/>
            </a:xfrm>
            <a:prstGeom prst="rect">
              <a:avLst/>
            </a:prstGeom>
          </p:spPr>
        </p:pic>
        <p:pic>
          <p:nvPicPr>
            <p:cNvPr id="14" name="object 14"/>
            <p:cNvPicPr/>
            <p:nvPr/>
          </p:nvPicPr>
          <p:blipFill>
            <a:blip r:embed="rId4" cstate="print"/>
            <a:stretch>
              <a:fillRect/>
            </a:stretch>
          </p:blipFill>
          <p:spPr>
            <a:xfrm>
              <a:off x="6099472" y="1505241"/>
              <a:ext cx="2796781" cy="2738044"/>
            </a:xfrm>
            <a:prstGeom prst="rect">
              <a:avLst/>
            </a:prstGeom>
          </p:spPr>
        </p:pic>
        <p:pic>
          <p:nvPicPr>
            <p:cNvPr id="15" name="object 15"/>
            <p:cNvPicPr/>
            <p:nvPr/>
          </p:nvPicPr>
          <p:blipFill>
            <a:blip r:embed="rId5" cstate="print"/>
            <a:stretch>
              <a:fillRect/>
            </a:stretch>
          </p:blipFill>
          <p:spPr>
            <a:xfrm>
              <a:off x="350300" y="3926139"/>
              <a:ext cx="2407815" cy="2407289"/>
            </a:xfrm>
            <a:prstGeom prst="rect">
              <a:avLst/>
            </a:prstGeom>
          </p:spPr>
        </p:pic>
        <p:sp>
          <p:nvSpPr>
            <p:cNvPr id="17" name="object 17"/>
            <p:cNvSpPr/>
            <p:nvPr/>
          </p:nvSpPr>
          <p:spPr>
            <a:xfrm>
              <a:off x="1478280" y="3505200"/>
              <a:ext cx="228600" cy="378460"/>
            </a:xfrm>
            <a:custGeom>
              <a:avLst/>
              <a:gdLst/>
              <a:ahLst/>
              <a:cxnLst/>
              <a:rect l="l" t="t" r="r" b="b"/>
              <a:pathLst>
                <a:path w="228600" h="378460">
                  <a:moveTo>
                    <a:pt x="171450" y="0"/>
                  </a:moveTo>
                  <a:lnTo>
                    <a:pt x="57150" y="0"/>
                  </a:lnTo>
                  <a:lnTo>
                    <a:pt x="57150" y="263651"/>
                  </a:lnTo>
                  <a:lnTo>
                    <a:pt x="0" y="263651"/>
                  </a:lnTo>
                  <a:lnTo>
                    <a:pt x="114300" y="377951"/>
                  </a:lnTo>
                  <a:lnTo>
                    <a:pt x="228600" y="263651"/>
                  </a:lnTo>
                  <a:lnTo>
                    <a:pt x="171450" y="263651"/>
                  </a:lnTo>
                  <a:lnTo>
                    <a:pt x="171450" y="0"/>
                  </a:lnTo>
                  <a:close/>
                </a:path>
              </a:pathLst>
            </a:custGeom>
            <a:solidFill>
              <a:srgbClr val="4F81BC"/>
            </a:solidFill>
          </p:spPr>
          <p:txBody>
            <a:bodyPr wrap="square" lIns="0" tIns="0" rIns="0" bIns="0" rtlCol="0"/>
            <a:lstStyle/>
            <a:p>
              <a:endParaRPr/>
            </a:p>
          </p:txBody>
        </p:sp>
        <p:sp>
          <p:nvSpPr>
            <p:cNvPr id="18" name="object 18"/>
            <p:cNvSpPr/>
            <p:nvPr/>
          </p:nvSpPr>
          <p:spPr>
            <a:xfrm>
              <a:off x="1478280" y="3505200"/>
              <a:ext cx="228600" cy="378460"/>
            </a:xfrm>
            <a:custGeom>
              <a:avLst/>
              <a:gdLst/>
              <a:ahLst/>
              <a:cxnLst/>
              <a:rect l="l" t="t" r="r" b="b"/>
              <a:pathLst>
                <a:path w="228600" h="378460">
                  <a:moveTo>
                    <a:pt x="0" y="263651"/>
                  </a:moveTo>
                  <a:lnTo>
                    <a:pt x="57150" y="263651"/>
                  </a:lnTo>
                  <a:lnTo>
                    <a:pt x="57150" y="0"/>
                  </a:lnTo>
                  <a:lnTo>
                    <a:pt x="171450" y="0"/>
                  </a:lnTo>
                  <a:lnTo>
                    <a:pt x="171450" y="263651"/>
                  </a:lnTo>
                  <a:lnTo>
                    <a:pt x="228600" y="263651"/>
                  </a:lnTo>
                  <a:lnTo>
                    <a:pt x="114300" y="377951"/>
                  </a:lnTo>
                  <a:lnTo>
                    <a:pt x="0" y="263651"/>
                  </a:lnTo>
                  <a:close/>
                </a:path>
              </a:pathLst>
            </a:custGeom>
            <a:ln w="24383">
              <a:solidFill>
                <a:srgbClr val="385D89"/>
              </a:solidFill>
            </a:ln>
          </p:spPr>
          <p:txBody>
            <a:bodyPr wrap="square" lIns="0" tIns="0" rIns="0" bIns="0" rtlCol="0"/>
            <a:lstStyle/>
            <a:p>
              <a:endParaRPr/>
            </a:p>
          </p:txBody>
        </p:sp>
      </p:grpSp>
      <p:sp>
        <p:nvSpPr>
          <p:cNvPr id="21" name="object 21"/>
          <p:cNvSpPr txBox="1"/>
          <p:nvPr/>
        </p:nvSpPr>
        <p:spPr>
          <a:xfrm>
            <a:off x="432003" y="200746"/>
            <a:ext cx="5816397" cy="316753"/>
          </a:xfrm>
          <a:prstGeom prst="rect">
            <a:avLst/>
          </a:prstGeom>
        </p:spPr>
        <p:txBody>
          <a:bodyPr vert="horz" wrap="square" lIns="0" tIns="39370" rIns="0" bIns="0" rtlCol="0">
            <a:spAutoFit/>
          </a:bodyPr>
          <a:lstStyle/>
          <a:p>
            <a:pPr marL="12700">
              <a:lnSpc>
                <a:spcPct val="100000"/>
              </a:lnSpc>
              <a:spcBef>
                <a:spcPts val="310"/>
              </a:spcBef>
            </a:pPr>
            <a:r>
              <a:rPr sz="1800" dirty="0">
                <a:latin typeface="Microsoft Sans Serif"/>
                <a:cs typeface="Microsoft Sans Serif"/>
              </a:rPr>
              <a:t>Percept</a:t>
            </a:r>
            <a:r>
              <a:rPr sz="1800" spc="-25" dirty="0">
                <a:latin typeface="Microsoft Sans Serif"/>
                <a:cs typeface="Microsoft Sans Serif"/>
              </a:rPr>
              <a:t> </a:t>
            </a:r>
            <a:r>
              <a:rPr lang="en-US" sz="1800" spc="-25" dirty="0" smtClean="0">
                <a:latin typeface="Microsoft Sans Serif"/>
                <a:cs typeface="Microsoft Sans Serif"/>
              </a:rPr>
              <a:t>2</a:t>
            </a:r>
            <a:r>
              <a:rPr sz="1800" dirty="0" smtClean="0">
                <a:latin typeface="Microsoft Sans Serif"/>
                <a:cs typeface="Microsoft Sans Serif"/>
              </a:rPr>
              <a:t>:</a:t>
            </a:r>
            <a:r>
              <a:rPr sz="1800" spc="25" dirty="0" smtClean="0">
                <a:latin typeface="Microsoft Sans Serif"/>
                <a:cs typeface="Microsoft Sans Serif"/>
              </a:rPr>
              <a:t> </a:t>
            </a:r>
            <a:r>
              <a:rPr sz="1800" dirty="0" smtClean="0">
                <a:latin typeface="Microsoft Sans Serif"/>
                <a:cs typeface="Microsoft Sans Serif"/>
              </a:rPr>
              <a:t>[</a:t>
            </a:r>
            <a:r>
              <a:rPr lang="en-US" dirty="0">
                <a:latin typeface="Microsoft Sans Serif"/>
                <a:cs typeface="Microsoft Sans Serif"/>
              </a:rPr>
              <a:t>None </a:t>
            </a:r>
            <a:r>
              <a:rPr lang="en-US" dirty="0" smtClean="0">
                <a:latin typeface="Microsoft Sans Serif"/>
                <a:cs typeface="Microsoft Sans Serif"/>
              </a:rPr>
              <a:t>, Breeze</a:t>
            </a:r>
            <a:r>
              <a:rPr sz="1800" dirty="0" smtClean="0">
                <a:latin typeface="Microsoft Sans Serif"/>
                <a:cs typeface="Microsoft Sans Serif"/>
              </a:rPr>
              <a:t>,</a:t>
            </a:r>
            <a:r>
              <a:rPr sz="1800" spc="-45" dirty="0" smtClean="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r>
              <a:rPr sz="1800" dirty="0" smtClean="0">
                <a:latin typeface="Microsoft Sans Serif"/>
                <a:cs typeface="Microsoft Sans Serif"/>
              </a:rPr>
              <a:t>]</a:t>
            </a:r>
            <a:endParaRPr sz="1800" dirty="0">
              <a:latin typeface="Microsoft Sans Serif"/>
              <a:cs typeface="Microsoft Sans Serif"/>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extLst>
      <p:ext uri="{BB962C8B-B14F-4D97-AF65-F5344CB8AC3E}">
        <p14:creationId xmlns:p14="http://schemas.microsoft.com/office/powerpoint/2010/main" val="579836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84832" y="6550152"/>
            <a:ext cx="7059295" cy="48895"/>
            <a:chOff x="2084832" y="6550152"/>
            <a:chExt cx="7059295" cy="48895"/>
          </a:xfrm>
        </p:grpSpPr>
        <p:sp>
          <p:nvSpPr>
            <p:cNvPr id="3" name="object 3"/>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4" name="object 4"/>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8" name="object 8"/>
          <p:cNvPicPr/>
          <p:nvPr/>
        </p:nvPicPr>
        <p:blipFill>
          <a:blip r:embed="rId2" cstate="print"/>
          <a:stretch>
            <a:fillRect/>
          </a:stretch>
        </p:blipFill>
        <p:spPr>
          <a:xfrm>
            <a:off x="6629400" y="0"/>
            <a:ext cx="2194559" cy="691896"/>
          </a:xfrm>
          <a:prstGeom prst="rect">
            <a:avLst/>
          </a:prstGeom>
        </p:spPr>
      </p:pic>
      <p:grpSp>
        <p:nvGrpSpPr>
          <p:cNvPr id="9" name="object 9"/>
          <p:cNvGrpSpPr/>
          <p:nvPr/>
        </p:nvGrpSpPr>
        <p:grpSpPr>
          <a:xfrm>
            <a:off x="0" y="1243583"/>
            <a:ext cx="8896350" cy="5090160"/>
            <a:chOff x="0" y="1243583"/>
            <a:chExt cx="8896350" cy="5090160"/>
          </a:xfrm>
        </p:grpSpPr>
        <p:sp>
          <p:nvSpPr>
            <p:cNvPr id="10" name="object 10"/>
            <p:cNvSpPr/>
            <p:nvPr/>
          </p:nvSpPr>
          <p:spPr>
            <a:xfrm>
              <a:off x="2362200" y="1295399"/>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1" name="object 11"/>
            <p:cNvSpPr/>
            <p:nvPr/>
          </p:nvSpPr>
          <p:spPr>
            <a:xfrm>
              <a:off x="0" y="1295399"/>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2" name="object 12"/>
            <p:cNvSpPr/>
            <p:nvPr/>
          </p:nvSpPr>
          <p:spPr>
            <a:xfrm>
              <a:off x="4681728" y="1295399"/>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13" name="object 13"/>
            <p:cNvPicPr/>
            <p:nvPr/>
          </p:nvPicPr>
          <p:blipFill>
            <a:blip r:embed="rId3" cstate="print"/>
            <a:stretch>
              <a:fillRect/>
            </a:stretch>
          </p:blipFill>
          <p:spPr>
            <a:xfrm>
              <a:off x="341375" y="1243583"/>
              <a:ext cx="2456688" cy="2490216"/>
            </a:xfrm>
            <a:prstGeom prst="rect">
              <a:avLst/>
            </a:prstGeom>
          </p:spPr>
        </p:pic>
        <p:pic>
          <p:nvPicPr>
            <p:cNvPr id="14" name="object 14"/>
            <p:cNvPicPr/>
            <p:nvPr/>
          </p:nvPicPr>
          <p:blipFill>
            <a:blip r:embed="rId4" cstate="print"/>
            <a:stretch>
              <a:fillRect/>
            </a:stretch>
          </p:blipFill>
          <p:spPr>
            <a:xfrm>
              <a:off x="6099472" y="1505241"/>
              <a:ext cx="2796781" cy="2738044"/>
            </a:xfrm>
            <a:prstGeom prst="rect">
              <a:avLst/>
            </a:prstGeom>
          </p:spPr>
        </p:pic>
        <p:pic>
          <p:nvPicPr>
            <p:cNvPr id="15" name="object 15"/>
            <p:cNvPicPr/>
            <p:nvPr/>
          </p:nvPicPr>
          <p:blipFill>
            <a:blip r:embed="rId5" cstate="print"/>
            <a:stretch>
              <a:fillRect/>
            </a:stretch>
          </p:blipFill>
          <p:spPr>
            <a:xfrm>
              <a:off x="350300" y="3926139"/>
              <a:ext cx="2407815" cy="2407289"/>
            </a:xfrm>
            <a:prstGeom prst="rect">
              <a:avLst/>
            </a:prstGeom>
          </p:spPr>
        </p:pic>
        <p:pic>
          <p:nvPicPr>
            <p:cNvPr id="16" name="object 16"/>
            <p:cNvPicPr/>
            <p:nvPr/>
          </p:nvPicPr>
          <p:blipFill>
            <a:blip r:embed="rId6" cstate="print"/>
            <a:stretch>
              <a:fillRect/>
            </a:stretch>
          </p:blipFill>
          <p:spPr>
            <a:xfrm>
              <a:off x="3605731" y="3947107"/>
              <a:ext cx="2351662" cy="2360031"/>
            </a:xfrm>
            <a:prstGeom prst="rect">
              <a:avLst/>
            </a:prstGeom>
          </p:spPr>
        </p:pic>
        <p:sp>
          <p:nvSpPr>
            <p:cNvPr id="17" name="object 17"/>
            <p:cNvSpPr/>
            <p:nvPr/>
          </p:nvSpPr>
          <p:spPr>
            <a:xfrm>
              <a:off x="1478280" y="3505200"/>
              <a:ext cx="228600" cy="378460"/>
            </a:xfrm>
            <a:custGeom>
              <a:avLst/>
              <a:gdLst/>
              <a:ahLst/>
              <a:cxnLst/>
              <a:rect l="l" t="t" r="r" b="b"/>
              <a:pathLst>
                <a:path w="228600" h="378460">
                  <a:moveTo>
                    <a:pt x="171450" y="0"/>
                  </a:moveTo>
                  <a:lnTo>
                    <a:pt x="57150" y="0"/>
                  </a:lnTo>
                  <a:lnTo>
                    <a:pt x="57150" y="263651"/>
                  </a:lnTo>
                  <a:lnTo>
                    <a:pt x="0" y="263651"/>
                  </a:lnTo>
                  <a:lnTo>
                    <a:pt x="114300" y="377951"/>
                  </a:lnTo>
                  <a:lnTo>
                    <a:pt x="228600" y="263651"/>
                  </a:lnTo>
                  <a:lnTo>
                    <a:pt x="171450" y="263651"/>
                  </a:lnTo>
                  <a:lnTo>
                    <a:pt x="171450" y="0"/>
                  </a:lnTo>
                  <a:close/>
                </a:path>
              </a:pathLst>
            </a:custGeom>
            <a:solidFill>
              <a:srgbClr val="4F81BC"/>
            </a:solidFill>
          </p:spPr>
          <p:txBody>
            <a:bodyPr wrap="square" lIns="0" tIns="0" rIns="0" bIns="0" rtlCol="0"/>
            <a:lstStyle/>
            <a:p>
              <a:endParaRPr/>
            </a:p>
          </p:txBody>
        </p:sp>
        <p:sp>
          <p:nvSpPr>
            <p:cNvPr id="18" name="object 18"/>
            <p:cNvSpPr/>
            <p:nvPr/>
          </p:nvSpPr>
          <p:spPr>
            <a:xfrm>
              <a:off x="1478280" y="3505200"/>
              <a:ext cx="228600" cy="378460"/>
            </a:xfrm>
            <a:custGeom>
              <a:avLst/>
              <a:gdLst/>
              <a:ahLst/>
              <a:cxnLst/>
              <a:rect l="l" t="t" r="r" b="b"/>
              <a:pathLst>
                <a:path w="228600" h="378460">
                  <a:moveTo>
                    <a:pt x="0" y="263651"/>
                  </a:moveTo>
                  <a:lnTo>
                    <a:pt x="57150" y="263651"/>
                  </a:lnTo>
                  <a:lnTo>
                    <a:pt x="57150" y="0"/>
                  </a:lnTo>
                  <a:lnTo>
                    <a:pt x="171450" y="0"/>
                  </a:lnTo>
                  <a:lnTo>
                    <a:pt x="171450" y="263651"/>
                  </a:lnTo>
                  <a:lnTo>
                    <a:pt x="228600" y="263651"/>
                  </a:lnTo>
                  <a:lnTo>
                    <a:pt x="114300" y="377951"/>
                  </a:lnTo>
                  <a:lnTo>
                    <a:pt x="0" y="263651"/>
                  </a:lnTo>
                  <a:close/>
                </a:path>
              </a:pathLst>
            </a:custGeom>
            <a:ln w="24383">
              <a:solidFill>
                <a:srgbClr val="385D89"/>
              </a:solidFill>
            </a:ln>
          </p:spPr>
          <p:txBody>
            <a:bodyPr wrap="square" lIns="0" tIns="0" rIns="0" bIns="0" rtlCol="0"/>
            <a:lstStyle/>
            <a:p>
              <a:endParaRPr/>
            </a:p>
          </p:txBody>
        </p:sp>
        <p:sp>
          <p:nvSpPr>
            <p:cNvPr id="19" name="object 19"/>
            <p:cNvSpPr/>
            <p:nvPr/>
          </p:nvSpPr>
          <p:spPr>
            <a:xfrm>
              <a:off x="2798064" y="5029199"/>
              <a:ext cx="774700" cy="304800"/>
            </a:xfrm>
            <a:custGeom>
              <a:avLst/>
              <a:gdLst/>
              <a:ahLst/>
              <a:cxnLst/>
              <a:rect l="l" t="t" r="r" b="b"/>
              <a:pathLst>
                <a:path w="774700" h="304800">
                  <a:moveTo>
                    <a:pt x="621791" y="0"/>
                  </a:moveTo>
                  <a:lnTo>
                    <a:pt x="621791" y="76200"/>
                  </a:lnTo>
                  <a:lnTo>
                    <a:pt x="0" y="76200"/>
                  </a:lnTo>
                  <a:lnTo>
                    <a:pt x="0" y="228600"/>
                  </a:lnTo>
                  <a:lnTo>
                    <a:pt x="621791" y="228600"/>
                  </a:lnTo>
                  <a:lnTo>
                    <a:pt x="621791" y="304800"/>
                  </a:lnTo>
                  <a:lnTo>
                    <a:pt x="774191" y="152400"/>
                  </a:lnTo>
                  <a:lnTo>
                    <a:pt x="621791" y="0"/>
                  </a:lnTo>
                  <a:close/>
                </a:path>
              </a:pathLst>
            </a:custGeom>
            <a:solidFill>
              <a:srgbClr val="4F81BC"/>
            </a:solidFill>
          </p:spPr>
          <p:txBody>
            <a:bodyPr wrap="square" lIns="0" tIns="0" rIns="0" bIns="0" rtlCol="0"/>
            <a:lstStyle/>
            <a:p>
              <a:endParaRPr/>
            </a:p>
          </p:txBody>
        </p:sp>
        <p:sp>
          <p:nvSpPr>
            <p:cNvPr id="20" name="object 20"/>
            <p:cNvSpPr/>
            <p:nvPr/>
          </p:nvSpPr>
          <p:spPr>
            <a:xfrm>
              <a:off x="2798064" y="5029199"/>
              <a:ext cx="774700" cy="304800"/>
            </a:xfrm>
            <a:custGeom>
              <a:avLst/>
              <a:gdLst/>
              <a:ahLst/>
              <a:cxnLst/>
              <a:rect l="l" t="t" r="r" b="b"/>
              <a:pathLst>
                <a:path w="774700" h="304800">
                  <a:moveTo>
                    <a:pt x="0" y="76200"/>
                  </a:moveTo>
                  <a:lnTo>
                    <a:pt x="621791" y="76200"/>
                  </a:lnTo>
                  <a:lnTo>
                    <a:pt x="621791" y="0"/>
                  </a:lnTo>
                  <a:lnTo>
                    <a:pt x="774191" y="152400"/>
                  </a:lnTo>
                  <a:lnTo>
                    <a:pt x="621791" y="304800"/>
                  </a:lnTo>
                  <a:lnTo>
                    <a:pt x="621791" y="228600"/>
                  </a:lnTo>
                  <a:lnTo>
                    <a:pt x="0" y="228600"/>
                  </a:lnTo>
                  <a:lnTo>
                    <a:pt x="0" y="76200"/>
                  </a:lnTo>
                  <a:close/>
                </a:path>
              </a:pathLst>
            </a:custGeom>
            <a:ln w="24384">
              <a:solidFill>
                <a:srgbClr val="385D89"/>
              </a:solidFill>
            </a:ln>
          </p:spPr>
          <p:txBody>
            <a:bodyPr wrap="square" lIns="0" tIns="0" rIns="0" bIns="0" rtlCol="0"/>
            <a:lstStyle/>
            <a:p>
              <a:endParaRPr/>
            </a:p>
          </p:txBody>
        </p:sp>
      </p:grpSp>
      <p:sp>
        <p:nvSpPr>
          <p:cNvPr id="21" name="object 21"/>
          <p:cNvSpPr txBox="1"/>
          <p:nvPr/>
        </p:nvSpPr>
        <p:spPr>
          <a:xfrm>
            <a:off x="432003" y="200746"/>
            <a:ext cx="5024755" cy="930910"/>
          </a:xfrm>
          <a:prstGeom prst="rect">
            <a:avLst/>
          </a:prstGeom>
        </p:spPr>
        <p:txBody>
          <a:bodyPr vert="horz" wrap="square" lIns="0" tIns="39370" rIns="0" bIns="0" rtlCol="0">
            <a:spAutoFit/>
          </a:bodyPr>
          <a:lstStyle/>
          <a:p>
            <a:pPr marL="12700">
              <a:lnSpc>
                <a:spcPct val="100000"/>
              </a:lnSpc>
              <a:spcBef>
                <a:spcPts val="310"/>
              </a:spcBef>
            </a:pPr>
            <a:r>
              <a:rPr sz="1800" dirty="0">
                <a:latin typeface="Microsoft Sans Serif"/>
                <a:cs typeface="Microsoft Sans Serif"/>
              </a:rPr>
              <a:t>Percept</a:t>
            </a:r>
            <a:r>
              <a:rPr sz="1800" spc="-25" dirty="0">
                <a:latin typeface="Microsoft Sans Serif"/>
                <a:cs typeface="Microsoft Sans Serif"/>
              </a:rPr>
              <a:t> </a:t>
            </a:r>
            <a:r>
              <a:rPr sz="1800" dirty="0">
                <a:latin typeface="Microsoft Sans Serif"/>
                <a:cs typeface="Microsoft Sans Serif"/>
              </a:rPr>
              <a:t>3:</a:t>
            </a:r>
            <a:r>
              <a:rPr sz="1800" spc="25" dirty="0">
                <a:latin typeface="Microsoft Sans Serif"/>
                <a:cs typeface="Microsoft Sans Serif"/>
              </a:rPr>
              <a:t> </a:t>
            </a:r>
            <a:r>
              <a:rPr sz="1800" dirty="0">
                <a:latin typeface="Microsoft Sans Serif"/>
                <a:cs typeface="Microsoft Sans Serif"/>
              </a:rPr>
              <a:t>[Stench,</a:t>
            </a:r>
            <a:r>
              <a:rPr sz="1800" spc="-45" dirty="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r>
              <a:rPr sz="1800" spc="5" dirty="0">
                <a:latin typeface="Microsoft Sans Serif"/>
                <a:cs typeface="Microsoft Sans Serif"/>
              </a:rPr>
              <a:t> </a:t>
            </a:r>
            <a:r>
              <a:rPr sz="1800" dirty="0">
                <a:latin typeface="Microsoft Sans Serif"/>
                <a:cs typeface="Microsoft Sans Serif"/>
              </a:rPr>
              <a:t>None]</a:t>
            </a:r>
            <a:endParaRPr sz="1800">
              <a:latin typeface="Microsoft Sans Serif"/>
              <a:cs typeface="Microsoft Sans Serif"/>
            </a:endParaRPr>
          </a:p>
          <a:p>
            <a:pPr marL="12700">
              <a:lnSpc>
                <a:spcPct val="100000"/>
              </a:lnSpc>
              <a:spcBef>
                <a:spcPts val="219"/>
              </a:spcBef>
            </a:pPr>
            <a:r>
              <a:rPr sz="1800" dirty="0">
                <a:latin typeface="Microsoft Sans Serif"/>
                <a:cs typeface="Microsoft Sans Serif"/>
              </a:rPr>
              <a:t>Action:</a:t>
            </a:r>
            <a:r>
              <a:rPr sz="1800" spc="-35" dirty="0">
                <a:latin typeface="Microsoft Sans Serif"/>
                <a:cs typeface="Microsoft Sans Serif"/>
              </a:rPr>
              <a:t> </a:t>
            </a:r>
            <a:r>
              <a:rPr sz="1800" spc="-15" dirty="0">
                <a:latin typeface="Microsoft Sans Serif"/>
                <a:cs typeface="Microsoft Sans Serif"/>
              </a:rPr>
              <a:t>Move</a:t>
            </a:r>
            <a:r>
              <a:rPr sz="1800" spc="35" dirty="0">
                <a:latin typeface="Microsoft Sans Serif"/>
                <a:cs typeface="Microsoft Sans Serif"/>
              </a:rPr>
              <a:t> </a:t>
            </a:r>
            <a:r>
              <a:rPr sz="1800" dirty="0">
                <a:latin typeface="Microsoft Sans Serif"/>
                <a:cs typeface="Microsoft Sans Serif"/>
              </a:rPr>
              <a:t>to</a:t>
            </a:r>
            <a:r>
              <a:rPr sz="1800" spc="15" dirty="0">
                <a:latin typeface="Microsoft Sans Serif"/>
                <a:cs typeface="Microsoft Sans Serif"/>
              </a:rPr>
              <a:t> </a:t>
            </a:r>
            <a:r>
              <a:rPr sz="1800" dirty="0">
                <a:latin typeface="Microsoft Sans Serif"/>
                <a:cs typeface="Microsoft Sans Serif"/>
              </a:rPr>
              <a:t>[2,</a:t>
            </a:r>
            <a:r>
              <a:rPr sz="1800" spc="-15" dirty="0">
                <a:latin typeface="Microsoft Sans Serif"/>
                <a:cs typeface="Microsoft Sans Serif"/>
              </a:rPr>
              <a:t> </a:t>
            </a:r>
            <a:r>
              <a:rPr sz="1800" dirty="0">
                <a:latin typeface="Microsoft Sans Serif"/>
                <a:cs typeface="Microsoft Sans Serif"/>
              </a:rPr>
              <a:t>2]</a:t>
            </a:r>
            <a:endParaRPr sz="1800">
              <a:latin typeface="Microsoft Sans Serif"/>
              <a:cs typeface="Microsoft Sans Serif"/>
            </a:endParaRPr>
          </a:p>
          <a:p>
            <a:pPr marL="12700">
              <a:lnSpc>
                <a:spcPct val="100000"/>
              </a:lnSpc>
              <a:spcBef>
                <a:spcPts val="215"/>
              </a:spcBef>
            </a:pPr>
            <a:r>
              <a:rPr sz="1800" dirty="0">
                <a:latin typeface="Microsoft Sans Serif"/>
                <a:cs typeface="Microsoft Sans Serif"/>
              </a:rPr>
              <a:t>Remembers</a:t>
            </a:r>
            <a:r>
              <a:rPr sz="1800" spc="-40" dirty="0">
                <a:latin typeface="Microsoft Sans Serif"/>
                <a:cs typeface="Microsoft Sans Serif"/>
              </a:rPr>
              <a:t> </a:t>
            </a:r>
            <a:r>
              <a:rPr sz="1800" dirty="0">
                <a:latin typeface="Microsoft Sans Serif"/>
                <a:cs typeface="Microsoft Sans Serif"/>
              </a:rPr>
              <a:t>(2,2) as</a:t>
            </a:r>
            <a:r>
              <a:rPr sz="1800" spc="10" dirty="0">
                <a:latin typeface="Microsoft Sans Serif"/>
                <a:cs typeface="Microsoft Sans Serif"/>
              </a:rPr>
              <a:t> </a:t>
            </a:r>
            <a:r>
              <a:rPr sz="1800" dirty="0">
                <a:latin typeface="Microsoft Sans Serif"/>
                <a:cs typeface="Microsoft Sans Serif"/>
              </a:rPr>
              <a:t>possible</a:t>
            </a:r>
            <a:r>
              <a:rPr sz="1800" spc="-40" dirty="0">
                <a:latin typeface="Microsoft Sans Serif"/>
                <a:cs typeface="Microsoft Sans Serif"/>
              </a:rPr>
              <a:t> </a:t>
            </a:r>
            <a:r>
              <a:rPr sz="1800" dirty="0">
                <a:latin typeface="Microsoft Sans Serif"/>
                <a:cs typeface="Microsoft Sans Serif"/>
              </a:rPr>
              <a:t>PIT</a:t>
            </a:r>
            <a:r>
              <a:rPr sz="1800" spc="-20" dirty="0">
                <a:latin typeface="Microsoft Sans Serif"/>
                <a:cs typeface="Microsoft Sans Serif"/>
              </a:rPr>
              <a:t> </a:t>
            </a:r>
            <a:r>
              <a:rPr sz="1800" dirty="0">
                <a:latin typeface="Microsoft Sans Serif"/>
                <a:cs typeface="Microsoft Sans Serif"/>
              </a:rPr>
              <a:t>and</a:t>
            </a:r>
            <a:r>
              <a:rPr sz="1800" spc="5" dirty="0">
                <a:latin typeface="Microsoft Sans Serif"/>
                <a:cs typeface="Microsoft Sans Serif"/>
              </a:rPr>
              <a:t> </a:t>
            </a:r>
            <a:r>
              <a:rPr sz="1800" dirty="0">
                <a:latin typeface="Microsoft Sans Serif"/>
                <a:cs typeface="Microsoft Sans Serif"/>
              </a:rPr>
              <a:t>no</a:t>
            </a:r>
            <a:r>
              <a:rPr sz="1800" spc="5" dirty="0">
                <a:latin typeface="Microsoft Sans Serif"/>
                <a:cs typeface="Microsoft Sans Serif"/>
              </a:rPr>
              <a:t> </a:t>
            </a:r>
            <a:r>
              <a:rPr sz="1800" dirty="0">
                <a:latin typeface="Microsoft Sans Serif"/>
                <a:cs typeface="Microsoft Sans Serif"/>
              </a:rPr>
              <a:t>Stench.</a:t>
            </a:r>
            <a:endParaRPr sz="1800">
              <a:latin typeface="Microsoft Sans Serif"/>
              <a:cs typeface="Microsoft Sans Serif"/>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extLst>
      <p:ext uri="{BB962C8B-B14F-4D97-AF65-F5344CB8AC3E}">
        <p14:creationId xmlns:p14="http://schemas.microsoft.com/office/powerpoint/2010/main" val="1685464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140" y="1467227"/>
            <a:ext cx="4697095" cy="1671955"/>
          </a:xfrm>
          <a:prstGeom prst="rect">
            <a:avLst/>
          </a:prstGeom>
        </p:spPr>
        <p:txBody>
          <a:bodyPr vert="horz" wrap="square" lIns="0" tIns="67310" rIns="0" bIns="0" rtlCol="0">
            <a:spAutoFit/>
          </a:bodyPr>
          <a:lstStyle/>
          <a:p>
            <a:pPr marL="38100">
              <a:lnSpc>
                <a:spcPct val="100000"/>
              </a:lnSpc>
              <a:spcBef>
                <a:spcPts val="530"/>
              </a:spcBef>
            </a:pPr>
            <a:r>
              <a:rPr sz="1800" dirty="0">
                <a:latin typeface="Microsoft Sans Serif"/>
                <a:cs typeface="Microsoft Sans Serif"/>
              </a:rPr>
              <a:t>For</a:t>
            </a:r>
            <a:r>
              <a:rPr sz="1800" spc="-5" dirty="0">
                <a:latin typeface="Microsoft Sans Serif"/>
                <a:cs typeface="Microsoft Sans Serif"/>
              </a:rPr>
              <a:t> </a:t>
            </a:r>
            <a:r>
              <a:rPr sz="1800" dirty="0">
                <a:latin typeface="Microsoft Sans Serif"/>
                <a:cs typeface="Microsoft Sans Serif"/>
              </a:rPr>
              <a:t>each </a:t>
            </a:r>
            <a:r>
              <a:rPr sz="1800" spc="-15" dirty="0">
                <a:latin typeface="Microsoft Sans Serif"/>
                <a:cs typeface="Microsoft Sans Serif"/>
              </a:rPr>
              <a:t>[x,</a:t>
            </a:r>
            <a:r>
              <a:rPr sz="1800" spc="40" dirty="0">
                <a:latin typeface="Microsoft Sans Serif"/>
                <a:cs typeface="Microsoft Sans Serif"/>
              </a:rPr>
              <a:t> </a:t>
            </a:r>
            <a:r>
              <a:rPr sz="1800" spc="-5" dirty="0">
                <a:latin typeface="Microsoft Sans Serif"/>
                <a:cs typeface="Microsoft Sans Serif"/>
              </a:rPr>
              <a:t>y]</a:t>
            </a:r>
            <a:r>
              <a:rPr sz="1800" spc="15" dirty="0">
                <a:latin typeface="Microsoft Sans Serif"/>
                <a:cs typeface="Microsoft Sans Serif"/>
              </a:rPr>
              <a:t> </a:t>
            </a:r>
            <a:r>
              <a:rPr sz="1800" dirty="0">
                <a:latin typeface="Microsoft Sans Serif"/>
                <a:cs typeface="Microsoft Sans Serif"/>
              </a:rPr>
              <a:t>location</a:t>
            </a:r>
            <a:endParaRPr sz="1800">
              <a:latin typeface="Microsoft Sans Serif"/>
              <a:cs typeface="Microsoft Sans Serif"/>
            </a:endParaRPr>
          </a:p>
          <a:p>
            <a:pPr marL="38100">
              <a:lnSpc>
                <a:spcPct val="100000"/>
              </a:lnSpc>
              <a:spcBef>
                <a:spcPts val="430"/>
              </a:spcBef>
            </a:pPr>
            <a:r>
              <a:rPr sz="1800" spc="-10" dirty="0">
                <a:latin typeface="Microsoft Sans Serif"/>
                <a:cs typeface="Microsoft Sans Serif"/>
              </a:rPr>
              <a:t>P</a:t>
            </a:r>
            <a:r>
              <a:rPr sz="1800" spc="-15" baseline="-20833" dirty="0">
                <a:latin typeface="Microsoft Sans Serif"/>
                <a:cs typeface="Microsoft Sans Serif"/>
              </a:rPr>
              <a:t>x,y</a:t>
            </a:r>
            <a:r>
              <a:rPr sz="1800" spc="307" baseline="-20833" dirty="0">
                <a:latin typeface="Microsoft Sans Serif"/>
                <a:cs typeface="Microsoft Sans Serif"/>
              </a:rPr>
              <a:t> </a:t>
            </a:r>
            <a:r>
              <a:rPr sz="1800" spc="-5" dirty="0">
                <a:latin typeface="Microsoft Sans Serif"/>
                <a:cs typeface="Microsoft Sans Serif"/>
              </a:rPr>
              <a:t>is</a:t>
            </a:r>
            <a:r>
              <a:rPr sz="1800" spc="10"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if</a:t>
            </a:r>
            <a:r>
              <a:rPr sz="1800" dirty="0">
                <a:latin typeface="Microsoft Sans Serif"/>
                <a:cs typeface="Microsoft Sans Serif"/>
              </a:rPr>
              <a:t> there </a:t>
            </a:r>
            <a:r>
              <a:rPr sz="1800" spc="-5" dirty="0">
                <a:latin typeface="Microsoft Sans Serif"/>
                <a:cs typeface="Microsoft Sans Serif"/>
              </a:rPr>
              <a:t>is</a:t>
            </a:r>
            <a:r>
              <a:rPr sz="1800" spc="10" dirty="0">
                <a:latin typeface="Microsoft Sans Serif"/>
                <a:cs typeface="Microsoft Sans Serif"/>
              </a:rPr>
              <a:t> </a:t>
            </a:r>
            <a:r>
              <a:rPr sz="1800" dirty="0">
                <a:latin typeface="Microsoft Sans Serif"/>
                <a:cs typeface="Microsoft Sans Serif"/>
              </a:rPr>
              <a:t>a</a:t>
            </a:r>
            <a:r>
              <a:rPr sz="1800" spc="-5" dirty="0">
                <a:latin typeface="Microsoft Sans Serif"/>
                <a:cs typeface="Microsoft Sans Serif"/>
              </a:rPr>
              <a:t> pit</a:t>
            </a:r>
            <a:r>
              <a:rPr sz="1800" dirty="0">
                <a:latin typeface="Microsoft Sans Serif"/>
                <a:cs typeface="Microsoft Sans Serif"/>
              </a:rPr>
              <a:t> </a:t>
            </a:r>
            <a:r>
              <a:rPr sz="1800" spc="-5" dirty="0">
                <a:latin typeface="Microsoft Sans Serif"/>
                <a:cs typeface="Microsoft Sans Serif"/>
              </a:rPr>
              <a:t>in</a:t>
            </a:r>
            <a:r>
              <a:rPr sz="1800" spc="25" dirty="0">
                <a:latin typeface="Microsoft Sans Serif"/>
                <a:cs typeface="Microsoft Sans Serif"/>
              </a:rPr>
              <a:t> </a:t>
            </a:r>
            <a:r>
              <a:rPr sz="1800" spc="-15" dirty="0">
                <a:latin typeface="Microsoft Sans Serif"/>
                <a:cs typeface="Microsoft Sans Serif"/>
              </a:rPr>
              <a:t>[x,</a:t>
            </a:r>
            <a:r>
              <a:rPr sz="1800" spc="50" dirty="0">
                <a:latin typeface="Microsoft Sans Serif"/>
                <a:cs typeface="Microsoft Sans Serif"/>
              </a:rPr>
              <a:t> </a:t>
            </a:r>
            <a:r>
              <a:rPr sz="1800" spc="-10" dirty="0">
                <a:latin typeface="Microsoft Sans Serif"/>
                <a:cs typeface="Microsoft Sans Serif"/>
              </a:rPr>
              <a:t>y]</a:t>
            </a:r>
            <a:endParaRPr sz="1800">
              <a:latin typeface="Microsoft Sans Serif"/>
              <a:cs typeface="Microsoft Sans Serif"/>
            </a:endParaRPr>
          </a:p>
          <a:p>
            <a:pPr marL="38100">
              <a:lnSpc>
                <a:spcPct val="100000"/>
              </a:lnSpc>
              <a:spcBef>
                <a:spcPts val="434"/>
              </a:spcBef>
            </a:pPr>
            <a:r>
              <a:rPr sz="1800" spc="10" dirty="0">
                <a:latin typeface="Microsoft Sans Serif"/>
                <a:cs typeface="Microsoft Sans Serif"/>
              </a:rPr>
              <a:t>W</a:t>
            </a:r>
            <a:r>
              <a:rPr sz="1800" spc="15" baseline="-20833" dirty="0">
                <a:latin typeface="Microsoft Sans Serif"/>
                <a:cs typeface="Microsoft Sans Serif"/>
              </a:rPr>
              <a:t>x,y</a:t>
            </a:r>
            <a:r>
              <a:rPr sz="1800" spc="195" baseline="-20833" dirty="0">
                <a:latin typeface="Microsoft Sans Serif"/>
                <a:cs typeface="Microsoft Sans Serif"/>
              </a:rPr>
              <a:t> </a:t>
            </a:r>
            <a:r>
              <a:rPr sz="1800" spc="-5" dirty="0">
                <a:latin typeface="Microsoft Sans Serif"/>
                <a:cs typeface="Microsoft Sans Serif"/>
              </a:rPr>
              <a:t>is</a:t>
            </a:r>
            <a:r>
              <a:rPr sz="1800" spc="10"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spc="-5" dirty="0">
                <a:latin typeface="Microsoft Sans Serif"/>
                <a:cs typeface="Microsoft Sans Serif"/>
              </a:rPr>
              <a:t>if</a:t>
            </a:r>
            <a:r>
              <a:rPr sz="1800" spc="5" dirty="0">
                <a:latin typeface="Microsoft Sans Serif"/>
                <a:cs typeface="Microsoft Sans Serif"/>
              </a:rPr>
              <a:t> </a:t>
            </a:r>
            <a:r>
              <a:rPr sz="1800" dirty="0">
                <a:latin typeface="Microsoft Sans Serif"/>
                <a:cs typeface="Microsoft Sans Serif"/>
              </a:rPr>
              <a:t>there </a:t>
            </a:r>
            <a:r>
              <a:rPr sz="1800" spc="-5" dirty="0">
                <a:latin typeface="Microsoft Sans Serif"/>
                <a:cs typeface="Microsoft Sans Serif"/>
              </a:rPr>
              <a:t>is</a:t>
            </a:r>
            <a:r>
              <a:rPr sz="1800" spc="10" dirty="0">
                <a:latin typeface="Microsoft Sans Serif"/>
                <a:cs typeface="Microsoft Sans Serif"/>
              </a:rPr>
              <a:t> </a:t>
            </a:r>
            <a:r>
              <a:rPr sz="1800" spc="-5" dirty="0">
                <a:latin typeface="Microsoft Sans Serif"/>
                <a:cs typeface="Microsoft Sans Serif"/>
              </a:rPr>
              <a:t>a</a:t>
            </a:r>
            <a:r>
              <a:rPr sz="1800" spc="25" dirty="0">
                <a:latin typeface="Microsoft Sans Serif"/>
                <a:cs typeface="Microsoft Sans Serif"/>
              </a:rPr>
              <a:t> </a:t>
            </a:r>
            <a:r>
              <a:rPr sz="1800" spc="-5" dirty="0">
                <a:latin typeface="Microsoft Sans Serif"/>
                <a:cs typeface="Microsoft Sans Serif"/>
              </a:rPr>
              <a:t>wumpus</a:t>
            </a:r>
            <a:r>
              <a:rPr sz="1800" spc="15" dirty="0">
                <a:latin typeface="Microsoft Sans Serif"/>
                <a:cs typeface="Microsoft Sans Serif"/>
              </a:rPr>
              <a:t> </a:t>
            </a:r>
            <a:r>
              <a:rPr sz="1800" spc="-5" dirty="0">
                <a:latin typeface="Microsoft Sans Serif"/>
                <a:cs typeface="Microsoft Sans Serif"/>
              </a:rPr>
              <a:t>in</a:t>
            </a:r>
            <a:r>
              <a:rPr sz="1800" spc="5" dirty="0">
                <a:latin typeface="Microsoft Sans Serif"/>
                <a:cs typeface="Microsoft Sans Serif"/>
              </a:rPr>
              <a:t> </a:t>
            </a:r>
            <a:r>
              <a:rPr sz="1800" spc="-15" dirty="0">
                <a:latin typeface="Microsoft Sans Serif"/>
                <a:cs typeface="Microsoft Sans Serif"/>
              </a:rPr>
              <a:t>[x,</a:t>
            </a:r>
            <a:r>
              <a:rPr sz="1800" spc="50" dirty="0">
                <a:latin typeface="Microsoft Sans Serif"/>
                <a:cs typeface="Microsoft Sans Serif"/>
              </a:rPr>
              <a:t> </a:t>
            </a:r>
            <a:r>
              <a:rPr sz="1800" spc="-10" dirty="0">
                <a:latin typeface="Microsoft Sans Serif"/>
                <a:cs typeface="Microsoft Sans Serif"/>
              </a:rPr>
              <a:t>y]</a:t>
            </a:r>
            <a:endParaRPr sz="1800">
              <a:latin typeface="Microsoft Sans Serif"/>
              <a:cs typeface="Microsoft Sans Serif"/>
            </a:endParaRPr>
          </a:p>
          <a:p>
            <a:pPr marL="38100">
              <a:lnSpc>
                <a:spcPct val="100000"/>
              </a:lnSpc>
              <a:spcBef>
                <a:spcPts val="430"/>
              </a:spcBef>
            </a:pPr>
            <a:r>
              <a:rPr sz="1800" spc="-10" dirty="0">
                <a:latin typeface="Microsoft Sans Serif"/>
                <a:cs typeface="Microsoft Sans Serif"/>
              </a:rPr>
              <a:t>B</a:t>
            </a:r>
            <a:r>
              <a:rPr sz="1800" spc="-15" baseline="-20833" dirty="0">
                <a:latin typeface="Microsoft Sans Serif"/>
                <a:cs typeface="Microsoft Sans Serif"/>
              </a:rPr>
              <a:t>x,y</a:t>
            </a:r>
            <a:r>
              <a:rPr sz="1800" spc="315" baseline="-20833"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 </a:t>
            </a:r>
            <a:r>
              <a:rPr sz="1800" spc="-5" dirty="0">
                <a:latin typeface="Microsoft Sans Serif"/>
                <a:cs typeface="Microsoft Sans Serif"/>
              </a:rPr>
              <a:t>if</a:t>
            </a:r>
            <a:r>
              <a:rPr sz="1800" spc="5" dirty="0">
                <a:latin typeface="Microsoft Sans Serif"/>
                <a:cs typeface="Microsoft Sans Serif"/>
              </a:rPr>
              <a:t> </a:t>
            </a:r>
            <a:r>
              <a:rPr sz="1800" dirty="0">
                <a:latin typeface="Microsoft Sans Serif"/>
                <a:cs typeface="Microsoft Sans Serif"/>
              </a:rPr>
              <a:t>agent</a:t>
            </a:r>
            <a:r>
              <a:rPr sz="1800" spc="5" dirty="0">
                <a:latin typeface="Microsoft Sans Serif"/>
                <a:cs typeface="Microsoft Sans Serif"/>
              </a:rPr>
              <a:t> </a:t>
            </a:r>
            <a:r>
              <a:rPr sz="1800" spc="-5" dirty="0">
                <a:latin typeface="Microsoft Sans Serif"/>
                <a:cs typeface="Microsoft Sans Serif"/>
              </a:rPr>
              <a:t>perceives</a:t>
            </a:r>
            <a:r>
              <a:rPr sz="1800" spc="-40" dirty="0">
                <a:latin typeface="Microsoft Sans Serif"/>
                <a:cs typeface="Microsoft Sans Serif"/>
              </a:rPr>
              <a:t> </a:t>
            </a:r>
            <a:r>
              <a:rPr sz="1800" dirty="0">
                <a:latin typeface="Microsoft Sans Serif"/>
                <a:cs typeface="Microsoft Sans Serif"/>
              </a:rPr>
              <a:t>a</a:t>
            </a:r>
            <a:r>
              <a:rPr sz="1800" spc="30" dirty="0">
                <a:latin typeface="Microsoft Sans Serif"/>
                <a:cs typeface="Microsoft Sans Serif"/>
              </a:rPr>
              <a:t> </a:t>
            </a:r>
            <a:r>
              <a:rPr sz="1800" spc="-5" dirty="0">
                <a:latin typeface="Microsoft Sans Serif"/>
                <a:cs typeface="Microsoft Sans Serif"/>
              </a:rPr>
              <a:t>breeze</a:t>
            </a:r>
            <a:r>
              <a:rPr sz="1800" spc="5" dirty="0">
                <a:latin typeface="Microsoft Sans Serif"/>
                <a:cs typeface="Microsoft Sans Serif"/>
              </a:rPr>
              <a:t> </a:t>
            </a:r>
            <a:r>
              <a:rPr sz="1800" spc="-5" dirty="0">
                <a:latin typeface="Microsoft Sans Serif"/>
                <a:cs typeface="Microsoft Sans Serif"/>
              </a:rPr>
              <a:t>in</a:t>
            </a:r>
            <a:r>
              <a:rPr sz="1800" dirty="0">
                <a:latin typeface="Microsoft Sans Serif"/>
                <a:cs typeface="Microsoft Sans Serif"/>
              </a:rPr>
              <a:t> </a:t>
            </a:r>
            <a:r>
              <a:rPr sz="1800" spc="-15" dirty="0">
                <a:latin typeface="Microsoft Sans Serif"/>
                <a:cs typeface="Microsoft Sans Serif"/>
              </a:rPr>
              <a:t>[x,</a:t>
            </a:r>
            <a:r>
              <a:rPr sz="1800" spc="55" dirty="0">
                <a:latin typeface="Microsoft Sans Serif"/>
                <a:cs typeface="Microsoft Sans Serif"/>
              </a:rPr>
              <a:t> </a:t>
            </a:r>
            <a:r>
              <a:rPr sz="1800" spc="-10" dirty="0">
                <a:latin typeface="Microsoft Sans Serif"/>
                <a:cs typeface="Microsoft Sans Serif"/>
              </a:rPr>
              <a:t>y]</a:t>
            </a:r>
            <a:endParaRPr sz="1800">
              <a:latin typeface="Microsoft Sans Serif"/>
              <a:cs typeface="Microsoft Sans Serif"/>
            </a:endParaRPr>
          </a:p>
          <a:p>
            <a:pPr marL="38100">
              <a:lnSpc>
                <a:spcPct val="100000"/>
              </a:lnSpc>
              <a:spcBef>
                <a:spcPts val="434"/>
              </a:spcBef>
            </a:pPr>
            <a:r>
              <a:rPr sz="1800" spc="-10" dirty="0">
                <a:latin typeface="Microsoft Sans Serif"/>
                <a:cs typeface="Microsoft Sans Serif"/>
              </a:rPr>
              <a:t>S</a:t>
            </a:r>
            <a:r>
              <a:rPr sz="1800" spc="-15" baseline="-20833" dirty="0">
                <a:latin typeface="Microsoft Sans Serif"/>
                <a:cs typeface="Microsoft Sans Serif"/>
              </a:rPr>
              <a:t>x,y</a:t>
            </a:r>
            <a:r>
              <a:rPr sz="1800" spc="307" baseline="-20833"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spc="-5" dirty="0">
                <a:latin typeface="Microsoft Sans Serif"/>
                <a:cs typeface="Microsoft Sans Serif"/>
              </a:rPr>
              <a:t>if</a:t>
            </a:r>
            <a:r>
              <a:rPr sz="1800" spc="5" dirty="0">
                <a:latin typeface="Microsoft Sans Serif"/>
                <a:cs typeface="Microsoft Sans Serif"/>
              </a:rPr>
              <a:t> </a:t>
            </a:r>
            <a:r>
              <a:rPr sz="1800" dirty="0">
                <a:latin typeface="Microsoft Sans Serif"/>
                <a:cs typeface="Microsoft Sans Serif"/>
              </a:rPr>
              <a:t>agent</a:t>
            </a:r>
            <a:r>
              <a:rPr sz="1800" spc="5" dirty="0">
                <a:latin typeface="Microsoft Sans Serif"/>
                <a:cs typeface="Microsoft Sans Serif"/>
              </a:rPr>
              <a:t> </a:t>
            </a:r>
            <a:r>
              <a:rPr sz="1800" dirty="0">
                <a:latin typeface="Microsoft Sans Serif"/>
                <a:cs typeface="Microsoft Sans Serif"/>
              </a:rPr>
              <a:t>perceives</a:t>
            </a:r>
            <a:r>
              <a:rPr sz="1800" spc="-35" dirty="0">
                <a:latin typeface="Microsoft Sans Serif"/>
                <a:cs typeface="Microsoft Sans Serif"/>
              </a:rPr>
              <a:t> </a:t>
            </a:r>
            <a:r>
              <a:rPr sz="1800" spc="-5" dirty="0">
                <a:latin typeface="Microsoft Sans Serif"/>
                <a:cs typeface="Microsoft Sans Serif"/>
              </a:rPr>
              <a:t>a</a:t>
            </a:r>
            <a:r>
              <a:rPr sz="1800" spc="25" dirty="0">
                <a:latin typeface="Microsoft Sans Serif"/>
                <a:cs typeface="Microsoft Sans Serif"/>
              </a:rPr>
              <a:t> </a:t>
            </a:r>
            <a:r>
              <a:rPr sz="1800" dirty="0">
                <a:latin typeface="Microsoft Sans Serif"/>
                <a:cs typeface="Microsoft Sans Serif"/>
              </a:rPr>
              <a:t>stench</a:t>
            </a:r>
            <a:r>
              <a:rPr sz="1800" spc="-45" dirty="0">
                <a:latin typeface="Microsoft Sans Serif"/>
                <a:cs typeface="Microsoft Sans Serif"/>
              </a:rPr>
              <a:t> </a:t>
            </a:r>
            <a:r>
              <a:rPr sz="1800" spc="-5" dirty="0">
                <a:latin typeface="Microsoft Sans Serif"/>
                <a:cs typeface="Microsoft Sans Serif"/>
              </a:rPr>
              <a:t>in</a:t>
            </a:r>
            <a:r>
              <a:rPr sz="1800" spc="25" dirty="0">
                <a:latin typeface="Microsoft Sans Serif"/>
                <a:cs typeface="Microsoft Sans Serif"/>
              </a:rPr>
              <a:t> </a:t>
            </a:r>
            <a:r>
              <a:rPr sz="1800" spc="-15" dirty="0">
                <a:latin typeface="Microsoft Sans Serif"/>
                <a:cs typeface="Microsoft Sans Serif"/>
              </a:rPr>
              <a:t>[x,</a:t>
            </a:r>
            <a:r>
              <a:rPr sz="1800" spc="50" dirty="0">
                <a:latin typeface="Microsoft Sans Serif"/>
                <a:cs typeface="Microsoft Sans Serif"/>
              </a:rPr>
              <a:t> </a:t>
            </a:r>
            <a:r>
              <a:rPr sz="1800" spc="-10" dirty="0">
                <a:latin typeface="Microsoft Sans Serif"/>
                <a:cs typeface="Microsoft Sans Serif"/>
              </a:rPr>
              <a:t>y]</a:t>
            </a:r>
            <a:endParaRPr sz="1800">
              <a:latin typeface="Microsoft Sans Serif"/>
              <a:cs typeface="Microsoft Sans Serif"/>
            </a:endParaRPr>
          </a:p>
        </p:txBody>
      </p:sp>
      <p:sp>
        <p:nvSpPr>
          <p:cNvPr id="3" name="object 3"/>
          <p:cNvSpPr txBox="1"/>
          <p:nvPr/>
        </p:nvSpPr>
        <p:spPr>
          <a:xfrm>
            <a:off x="358140" y="3771455"/>
            <a:ext cx="4341495" cy="2057400"/>
          </a:xfrm>
          <a:prstGeom prst="rect">
            <a:avLst/>
          </a:prstGeom>
        </p:spPr>
        <p:txBody>
          <a:bodyPr vert="horz" wrap="square" lIns="0" tIns="67945" rIns="0" bIns="0" rtlCol="0">
            <a:spAutoFit/>
          </a:bodyPr>
          <a:lstStyle/>
          <a:p>
            <a:pPr marL="38100">
              <a:lnSpc>
                <a:spcPct val="100000"/>
              </a:lnSpc>
              <a:spcBef>
                <a:spcPts val="535"/>
              </a:spcBef>
            </a:pPr>
            <a:r>
              <a:rPr sz="1800" dirty="0">
                <a:latin typeface="Microsoft Sans Serif"/>
                <a:cs typeface="Microsoft Sans Serif"/>
              </a:rPr>
              <a:t>------------------------</a:t>
            </a:r>
            <a:r>
              <a:rPr sz="1800" spc="-35" dirty="0">
                <a:latin typeface="Microsoft Sans Serif"/>
                <a:cs typeface="Microsoft Sans Serif"/>
              </a:rPr>
              <a:t> </a:t>
            </a:r>
            <a:r>
              <a:rPr sz="1800" dirty="0">
                <a:latin typeface="Microsoft Sans Serif"/>
                <a:cs typeface="Microsoft Sans Serif"/>
              </a:rPr>
              <a:t>R</a:t>
            </a:r>
            <a:r>
              <a:rPr sz="1800" spc="15" dirty="0">
                <a:latin typeface="Microsoft Sans Serif"/>
                <a:cs typeface="Microsoft Sans Serif"/>
              </a:rPr>
              <a:t> </a:t>
            </a:r>
            <a:r>
              <a:rPr sz="1800" spc="-5" dirty="0">
                <a:latin typeface="Microsoft Sans Serif"/>
                <a:cs typeface="Microsoft Sans Serif"/>
              </a:rPr>
              <a:t>is</a:t>
            </a:r>
            <a:r>
              <a:rPr sz="1800" spc="5" dirty="0">
                <a:latin typeface="Microsoft Sans Serif"/>
                <a:cs typeface="Microsoft Sans Serif"/>
              </a:rPr>
              <a:t> </a:t>
            </a:r>
            <a:r>
              <a:rPr sz="1800" dirty="0">
                <a:latin typeface="Microsoft Sans Serif"/>
                <a:cs typeface="Microsoft Sans Serif"/>
              </a:rPr>
              <a:t>the</a:t>
            </a:r>
            <a:r>
              <a:rPr sz="1800" spc="-5" dirty="0">
                <a:latin typeface="Microsoft Sans Serif"/>
                <a:cs typeface="Microsoft Sans Serif"/>
              </a:rPr>
              <a:t> </a:t>
            </a:r>
            <a:r>
              <a:rPr sz="1800" dirty="0">
                <a:latin typeface="Microsoft Sans Serif"/>
                <a:cs typeface="Microsoft Sans Serif"/>
              </a:rPr>
              <a:t>sentence</a:t>
            </a:r>
            <a:r>
              <a:rPr sz="1800" spc="-50" dirty="0">
                <a:latin typeface="Microsoft Sans Serif"/>
                <a:cs typeface="Microsoft Sans Serif"/>
              </a:rPr>
              <a:t> </a:t>
            </a:r>
            <a:r>
              <a:rPr sz="1800" spc="-5" dirty="0">
                <a:latin typeface="Microsoft Sans Serif"/>
                <a:cs typeface="Microsoft Sans Serif"/>
              </a:rPr>
              <a:t>in </a:t>
            </a:r>
            <a:r>
              <a:rPr sz="1800" dirty="0">
                <a:latin typeface="Microsoft Sans Serif"/>
                <a:cs typeface="Microsoft Sans Serif"/>
              </a:rPr>
              <a:t>KB</a:t>
            </a:r>
            <a:endParaRPr sz="1800">
              <a:latin typeface="Microsoft Sans Serif"/>
              <a:cs typeface="Microsoft Sans Serif"/>
            </a:endParaRPr>
          </a:p>
          <a:p>
            <a:pPr marL="38100">
              <a:lnSpc>
                <a:spcPct val="100000"/>
              </a:lnSpc>
              <a:spcBef>
                <a:spcPts val="434"/>
              </a:spcBef>
            </a:pPr>
            <a:r>
              <a:rPr sz="1800" spc="-5" dirty="0">
                <a:latin typeface="Microsoft Sans Serif"/>
                <a:cs typeface="Microsoft Sans Serif"/>
              </a:rPr>
              <a:t>R</a:t>
            </a:r>
            <a:r>
              <a:rPr sz="1800" spc="-7" baseline="-20833" dirty="0">
                <a:latin typeface="Microsoft Sans Serif"/>
                <a:cs typeface="Microsoft Sans Serif"/>
              </a:rPr>
              <a:t>1</a:t>
            </a:r>
            <a:r>
              <a:rPr sz="1800" spc="247" baseline="-20833" dirty="0">
                <a:latin typeface="Microsoft Sans Serif"/>
                <a:cs typeface="Microsoft Sans Serif"/>
              </a:rPr>
              <a:t> </a:t>
            </a:r>
            <a:r>
              <a:rPr sz="1800" dirty="0">
                <a:latin typeface="Microsoft Sans Serif"/>
                <a:cs typeface="Microsoft Sans Serif"/>
              </a:rPr>
              <a:t>:</a:t>
            </a:r>
            <a:r>
              <a:rPr sz="1800" spc="-20" dirty="0">
                <a:latin typeface="Microsoft Sans Serif"/>
                <a:cs typeface="Microsoft Sans Serif"/>
              </a:rPr>
              <a:t> </a:t>
            </a:r>
            <a:r>
              <a:rPr sz="1800" dirty="0">
                <a:latin typeface="Cambria Math"/>
                <a:cs typeface="Cambria Math"/>
              </a:rPr>
              <a:t>¬</a:t>
            </a:r>
            <a:r>
              <a:rPr sz="1800" spc="85" dirty="0">
                <a:latin typeface="Cambria Math"/>
                <a:cs typeface="Cambria Math"/>
              </a:rPr>
              <a:t> </a:t>
            </a:r>
            <a:r>
              <a:rPr sz="1800" dirty="0">
                <a:latin typeface="Microsoft Sans Serif"/>
                <a:cs typeface="Microsoft Sans Serif"/>
              </a:rPr>
              <a:t>P</a:t>
            </a:r>
            <a:r>
              <a:rPr sz="1800" baseline="-20833" dirty="0">
                <a:latin typeface="Microsoft Sans Serif"/>
                <a:cs typeface="Microsoft Sans Serif"/>
              </a:rPr>
              <a:t>1,1</a:t>
            </a:r>
            <a:endParaRPr sz="1800" baseline="-20833">
              <a:latin typeface="Microsoft Sans Serif"/>
              <a:cs typeface="Microsoft Sans Serif"/>
            </a:endParaRPr>
          </a:p>
          <a:p>
            <a:pPr marL="38100">
              <a:lnSpc>
                <a:spcPct val="100000"/>
              </a:lnSpc>
              <a:spcBef>
                <a:spcPts val="865"/>
              </a:spcBef>
            </a:pPr>
            <a:r>
              <a:rPr sz="2700" spc="-7" baseline="13888" dirty="0">
                <a:latin typeface="Microsoft Sans Serif"/>
                <a:cs typeface="Microsoft Sans Serif"/>
              </a:rPr>
              <a:t>R</a:t>
            </a:r>
            <a:r>
              <a:rPr sz="1200" spc="-5" dirty="0">
                <a:latin typeface="Microsoft Sans Serif"/>
                <a:cs typeface="Microsoft Sans Serif"/>
              </a:rPr>
              <a:t>2</a:t>
            </a:r>
            <a:r>
              <a:rPr sz="1200" spc="180" dirty="0">
                <a:latin typeface="Microsoft Sans Serif"/>
                <a:cs typeface="Microsoft Sans Serif"/>
              </a:rPr>
              <a:t> </a:t>
            </a:r>
            <a:r>
              <a:rPr sz="2700" baseline="13888" dirty="0">
                <a:latin typeface="Microsoft Sans Serif"/>
                <a:cs typeface="Microsoft Sans Serif"/>
              </a:rPr>
              <a:t>:</a:t>
            </a:r>
            <a:r>
              <a:rPr sz="2700" spc="-7" baseline="13888" dirty="0">
                <a:latin typeface="Microsoft Sans Serif"/>
                <a:cs typeface="Microsoft Sans Serif"/>
              </a:rPr>
              <a:t> B</a:t>
            </a:r>
            <a:r>
              <a:rPr sz="1200" spc="-5" dirty="0">
                <a:latin typeface="Microsoft Sans Serif"/>
                <a:cs typeface="Microsoft Sans Serif"/>
              </a:rPr>
              <a:t>1,1</a:t>
            </a:r>
            <a:r>
              <a:rPr sz="1200" spc="160" dirty="0">
                <a:latin typeface="Microsoft Sans Serif"/>
                <a:cs typeface="Microsoft Sans Serif"/>
              </a:rPr>
              <a:t> </a:t>
            </a:r>
            <a:r>
              <a:rPr sz="2700" baseline="13888" dirty="0">
                <a:latin typeface="Cambria Math"/>
                <a:cs typeface="Cambria Math"/>
              </a:rPr>
              <a:t>⟺</a:t>
            </a:r>
            <a:r>
              <a:rPr sz="2700" spc="165"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1,2</a:t>
            </a:r>
            <a:r>
              <a:rPr sz="1200" spc="160"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baseline="13888" dirty="0">
                <a:latin typeface="Microsoft Sans Serif"/>
                <a:cs typeface="Microsoft Sans Serif"/>
              </a:rPr>
              <a:t>P</a:t>
            </a:r>
            <a:r>
              <a:rPr sz="1200" dirty="0">
                <a:latin typeface="Microsoft Sans Serif"/>
                <a:cs typeface="Microsoft Sans Serif"/>
              </a:rPr>
              <a:t>2,1</a:t>
            </a:r>
            <a:r>
              <a:rPr sz="2700" baseline="13888" dirty="0">
                <a:latin typeface="Microsoft Sans Serif"/>
                <a:cs typeface="Microsoft Sans Serif"/>
              </a:rPr>
              <a:t>)</a:t>
            </a:r>
            <a:endParaRPr sz="2700" baseline="13888">
              <a:latin typeface="Microsoft Sans Serif"/>
              <a:cs typeface="Microsoft Sans Serif"/>
            </a:endParaRPr>
          </a:p>
          <a:p>
            <a:pPr marL="38100">
              <a:lnSpc>
                <a:spcPct val="100000"/>
              </a:lnSpc>
              <a:spcBef>
                <a:spcPts val="434"/>
              </a:spcBef>
            </a:pPr>
            <a:r>
              <a:rPr sz="2700" spc="-7" baseline="13888" dirty="0">
                <a:latin typeface="Microsoft Sans Serif"/>
                <a:cs typeface="Microsoft Sans Serif"/>
              </a:rPr>
              <a:t>R</a:t>
            </a:r>
            <a:r>
              <a:rPr sz="1200" spc="-5" dirty="0">
                <a:latin typeface="Microsoft Sans Serif"/>
                <a:cs typeface="Microsoft Sans Serif"/>
              </a:rPr>
              <a:t>3</a:t>
            </a:r>
            <a:r>
              <a:rPr sz="1200" spc="180" dirty="0">
                <a:latin typeface="Microsoft Sans Serif"/>
                <a:cs typeface="Microsoft Sans Serif"/>
              </a:rPr>
              <a:t> </a:t>
            </a:r>
            <a:r>
              <a:rPr sz="2700" baseline="13888" dirty="0">
                <a:latin typeface="Microsoft Sans Serif"/>
                <a:cs typeface="Microsoft Sans Serif"/>
              </a:rPr>
              <a:t>: </a:t>
            </a:r>
            <a:r>
              <a:rPr sz="2700" spc="-7" baseline="13888" dirty="0">
                <a:latin typeface="Microsoft Sans Serif"/>
                <a:cs typeface="Microsoft Sans Serif"/>
              </a:rPr>
              <a:t>B</a:t>
            </a:r>
            <a:r>
              <a:rPr sz="1200" spc="-5" dirty="0">
                <a:latin typeface="Microsoft Sans Serif"/>
                <a:cs typeface="Microsoft Sans Serif"/>
              </a:rPr>
              <a:t>2,1</a:t>
            </a:r>
            <a:r>
              <a:rPr sz="1200" spc="165" dirty="0">
                <a:latin typeface="Microsoft Sans Serif"/>
                <a:cs typeface="Microsoft Sans Serif"/>
              </a:rPr>
              <a:t> </a:t>
            </a:r>
            <a:r>
              <a:rPr sz="2700" baseline="13888" dirty="0">
                <a:latin typeface="Cambria Math"/>
                <a:cs typeface="Cambria Math"/>
              </a:rPr>
              <a:t>⟺</a:t>
            </a:r>
            <a:r>
              <a:rPr sz="2700" spc="172"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1,1</a:t>
            </a:r>
            <a:r>
              <a:rPr sz="1200" spc="165"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2,2</a:t>
            </a:r>
            <a:r>
              <a:rPr sz="1200" spc="165"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baseline="13888" dirty="0">
                <a:latin typeface="Microsoft Sans Serif"/>
                <a:cs typeface="Microsoft Sans Serif"/>
              </a:rPr>
              <a:t>P</a:t>
            </a:r>
            <a:r>
              <a:rPr sz="1200" dirty="0">
                <a:latin typeface="Microsoft Sans Serif"/>
                <a:cs typeface="Microsoft Sans Serif"/>
              </a:rPr>
              <a:t>3,1 </a:t>
            </a:r>
            <a:r>
              <a:rPr sz="2700" baseline="13888" dirty="0">
                <a:latin typeface="Microsoft Sans Serif"/>
                <a:cs typeface="Microsoft Sans Serif"/>
              </a:rPr>
              <a:t>)</a:t>
            </a:r>
            <a:endParaRPr sz="2700" baseline="13888">
              <a:latin typeface="Microsoft Sans Serif"/>
              <a:cs typeface="Microsoft Sans Serif"/>
            </a:endParaRPr>
          </a:p>
          <a:p>
            <a:pPr marL="38100">
              <a:lnSpc>
                <a:spcPct val="100000"/>
              </a:lnSpc>
            </a:pPr>
            <a:r>
              <a:rPr sz="1800" spc="-5" dirty="0">
                <a:latin typeface="Microsoft Sans Serif"/>
                <a:cs typeface="Microsoft Sans Serif"/>
              </a:rPr>
              <a:t>R</a:t>
            </a:r>
            <a:r>
              <a:rPr sz="1800" spc="-7" baseline="-20833" dirty="0">
                <a:latin typeface="Microsoft Sans Serif"/>
                <a:cs typeface="Microsoft Sans Serif"/>
              </a:rPr>
              <a:t>4</a:t>
            </a:r>
            <a:r>
              <a:rPr sz="1800" spc="254" baseline="-20833" dirty="0">
                <a:latin typeface="Microsoft Sans Serif"/>
                <a:cs typeface="Microsoft Sans Serif"/>
              </a:rPr>
              <a:t> </a:t>
            </a:r>
            <a:r>
              <a:rPr sz="1800" dirty="0">
                <a:latin typeface="Microsoft Sans Serif"/>
                <a:cs typeface="Microsoft Sans Serif"/>
              </a:rPr>
              <a:t>:</a:t>
            </a:r>
            <a:r>
              <a:rPr sz="1800" spc="-15" dirty="0">
                <a:latin typeface="Microsoft Sans Serif"/>
                <a:cs typeface="Microsoft Sans Serif"/>
              </a:rPr>
              <a:t> </a:t>
            </a:r>
            <a:r>
              <a:rPr sz="1800" dirty="0">
                <a:latin typeface="Cambria Math"/>
                <a:cs typeface="Cambria Math"/>
              </a:rPr>
              <a:t>¬</a:t>
            </a:r>
            <a:r>
              <a:rPr sz="1800" spc="85" dirty="0">
                <a:latin typeface="Cambria Math"/>
                <a:cs typeface="Cambria Math"/>
              </a:rPr>
              <a:t> </a:t>
            </a:r>
            <a:r>
              <a:rPr sz="1800" spc="-5" dirty="0">
                <a:latin typeface="Microsoft Sans Serif"/>
                <a:cs typeface="Microsoft Sans Serif"/>
              </a:rPr>
              <a:t>B</a:t>
            </a:r>
            <a:r>
              <a:rPr sz="1800" spc="-7" baseline="-20833" dirty="0">
                <a:latin typeface="Microsoft Sans Serif"/>
                <a:cs typeface="Microsoft Sans Serif"/>
              </a:rPr>
              <a:t>1,1</a:t>
            </a:r>
            <a:endParaRPr sz="1800" baseline="-20833">
              <a:latin typeface="Microsoft Sans Serif"/>
              <a:cs typeface="Microsoft Sans Serif"/>
            </a:endParaRPr>
          </a:p>
          <a:p>
            <a:pPr marL="38100">
              <a:lnSpc>
                <a:spcPct val="100000"/>
              </a:lnSpc>
              <a:spcBef>
                <a:spcPts val="865"/>
              </a:spcBef>
            </a:pPr>
            <a:r>
              <a:rPr sz="2700" spc="-7" baseline="13888" dirty="0">
                <a:latin typeface="Microsoft Sans Serif"/>
                <a:cs typeface="Microsoft Sans Serif"/>
              </a:rPr>
              <a:t>R</a:t>
            </a:r>
            <a:r>
              <a:rPr sz="1200" spc="-5" dirty="0">
                <a:latin typeface="Microsoft Sans Serif"/>
                <a:cs typeface="Microsoft Sans Serif"/>
              </a:rPr>
              <a:t>5</a:t>
            </a:r>
            <a:r>
              <a:rPr sz="1200" spc="160" dirty="0">
                <a:latin typeface="Microsoft Sans Serif"/>
                <a:cs typeface="Microsoft Sans Serif"/>
              </a:rPr>
              <a:t> </a:t>
            </a:r>
            <a:r>
              <a:rPr sz="2700" baseline="13888" dirty="0">
                <a:latin typeface="Microsoft Sans Serif"/>
                <a:cs typeface="Microsoft Sans Serif"/>
              </a:rPr>
              <a:t>:</a:t>
            </a:r>
            <a:r>
              <a:rPr sz="2700" spc="-30" baseline="13888" dirty="0">
                <a:latin typeface="Microsoft Sans Serif"/>
                <a:cs typeface="Microsoft Sans Serif"/>
              </a:rPr>
              <a:t> </a:t>
            </a:r>
            <a:r>
              <a:rPr sz="2700" spc="-7" baseline="13888" dirty="0">
                <a:latin typeface="Microsoft Sans Serif"/>
                <a:cs typeface="Microsoft Sans Serif"/>
              </a:rPr>
              <a:t>B</a:t>
            </a:r>
            <a:r>
              <a:rPr sz="1200" spc="-5" dirty="0">
                <a:latin typeface="Microsoft Sans Serif"/>
                <a:cs typeface="Microsoft Sans Serif"/>
              </a:rPr>
              <a:t>2,1</a:t>
            </a:r>
            <a:endParaRPr sz="1200">
              <a:latin typeface="Microsoft Sans Serif"/>
              <a:cs typeface="Microsoft Sans Serif"/>
            </a:endParaRPr>
          </a:p>
        </p:txBody>
      </p:sp>
      <p:sp>
        <p:nvSpPr>
          <p:cNvPr id="4" name="object 4"/>
          <p:cNvSpPr txBox="1">
            <a:spLocks noGrp="1"/>
          </p:cNvSpPr>
          <p:nvPr>
            <p:ph type="title"/>
          </p:nvPr>
        </p:nvSpPr>
        <p:spPr>
          <a:xfrm>
            <a:off x="383540" y="522173"/>
            <a:ext cx="4937760" cy="391795"/>
          </a:xfrm>
          <a:prstGeom prst="rect">
            <a:avLst/>
          </a:prstGeom>
        </p:spPr>
        <p:txBody>
          <a:bodyPr vert="horz" wrap="square" lIns="0" tIns="12700" rIns="0" bIns="0" rtlCol="0">
            <a:spAutoFit/>
          </a:bodyPr>
          <a:lstStyle/>
          <a:p>
            <a:pPr marL="12700">
              <a:lnSpc>
                <a:spcPct val="100000"/>
              </a:lnSpc>
              <a:spcBef>
                <a:spcPts val="100"/>
              </a:spcBef>
            </a:pPr>
            <a:r>
              <a:rPr spc="-150" dirty="0"/>
              <a:t>R</a:t>
            </a:r>
            <a:r>
              <a:rPr spc="-135" dirty="0"/>
              <a:t>e</a:t>
            </a:r>
            <a:r>
              <a:rPr spc="-150" dirty="0"/>
              <a:t>p</a:t>
            </a:r>
            <a:r>
              <a:rPr spc="-140" dirty="0"/>
              <a:t>r</a:t>
            </a:r>
            <a:r>
              <a:rPr spc="-135" dirty="0"/>
              <a:t>ese</a:t>
            </a:r>
            <a:r>
              <a:rPr spc="-150" dirty="0"/>
              <a:t>nt</a:t>
            </a:r>
            <a:r>
              <a:rPr spc="-135" dirty="0"/>
              <a:t>a</a:t>
            </a:r>
            <a:r>
              <a:rPr spc="-150" dirty="0"/>
              <a:t>t</a:t>
            </a:r>
            <a:r>
              <a:rPr spc="-165" dirty="0"/>
              <a:t>i</a:t>
            </a:r>
            <a:r>
              <a:rPr spc="-150" dirty="0"/>
              <a:t>o</a:t>
            </a:r>
            <a:r>
              <a:rPr dirty="0"/>
              <a:t>n</a:t>
            </a:r>
            <a:r>
              <a:rPr spc="-380" dirty="0"/>
              <a:t> </a:t>
            </a:r>
            <a:r>
              <a:rPr spc="-150" dirty="0"/>
              <a:t>b</a:t>
            </a:r>
            <a:r>
              <a:rPr dirty="0"/>
              <a:t>y</a:t>
            </a:r>
            <a:r>
              <a:rPr spc="-295" dirty="0"/>
              <a:t> </a:t>
            </a:r>
            <a:r>
              <a:rPr spc="-140" dirty="0"/>
              <a:t>Pr</a:t>
            </a:r>
            <a:r>
              <a:rPr spc="-150" dirty="0"/>
              <a:t>opo</a:t>
            </a:r>
            <a:r>
              <a:rPr spc="-135" dirty="0"/>
              <a:t>s</a:t>
            </a:r>
            <a:r>
              <a:rPr spc="-140" dirty="0"/>
              <a:t>i</a:t>
            </a:r>
            <a:r>
              <a:rPr spc="-150" dirty="0"/>
              <a:t>t</a:t>
            </a:r>
            <a:r>
              <a:rPr spc="-165" dirty="0"/>
              <a:t>i</a:t>
            </a:r>
            <a:r>
              <a:rPr spc="-150" dirty="0"/>
              <a:t>o</a:t>
            </a:r>
            <a:r>
              <a:rPr spc="-175" dirty="0"/>
              <a:t>n</a:t>
            </a:r>
            <a:r>
              <a:rPr spc="-135" dirty="0"/>
              <a:t>a</a:t>
            </a:r>
            <a:r>
              <a:rPr dirty="0"/>
              <a:t>l</a:t>
            </a:r>
            <a:r>
              <a:rPr spc="-370" dirty="0"/>
              <a:t> </a:t>
            </a:r>
            <a:r>
              <a:rPr spc="-150" dirty="0"/>
              <a:t>Log</a:t>
            </a:r>
            <a:r>
              <a:rPr spc="-140" dirty="0"/>
              <a:t>i</a:t>
            </a:r>
            <a:r>
              <a:rPr dirty="0"/>
              <a:t>c</a:t>
            </a:r>
          </a:p>
        </p:txBody>
      </p:sp>
      <p:pic>
        <p:nvPicPr>
          <p:cNvPr id="5" name="object 5"/>
          <p:cNvPicPr/>
          <p:nvPr/>
        </p:nvPicPr>
        <p:blipFill>
          <a:blip r:embed="rId2" cstate="print"/>
          <a:stretch>
            <a:fillRect/>
          </a:stretch>
        </p:blipFill>
        <p:spPr>
          <a:xfrm>
            <a:off x="7532384" y="4073730"/>
            <a:ext cx="1436000" cy="1401924"/>
          </a:xfrm>
          <a:prstGeom prst="rect">
            <a:avLst/>
          </a:prstGeom>
        </p:spPr>
      </p:pic>
      <p:pic>
        <p:nvPicPr>
          <p:cNvPr id="6" name="object 6"/>
          <p:cNvPicPr/>
          <p:nvPr/>
        </p:nvPicPr>
        <p:blipFill>
          <a:blip r:embed="rId3" cstate="print"/>
          <a:stretch>
            <a:fillRect/>
          </a:stretch>
        </p:blipFill>
        <p:spPr>
          <a:xfrm>
            <a:off x="6029343" y="1583363"/>
            <a:ext cx="2374917" cy="2374537"/>
          </a:xfrm>
          <a:prstGeom prst="rect">
            <a:avLst/>
          </a:prstGeom>
        </p:spPr>
      </p:pic>
      <p:sp>
        <p:nvSpPr>
          <p:cNvPr id="7" name="object 7"/>
          <p:cNvSpPr txBox="1"/>
          <p:nvPr/>
        </p:nvSpPr>
        <p:spPr>
          <a:xfrm>
            <a:off x="4919471" y="5702808"/>
            <a:ext cx="3853179" cy="307975"/>
          </a:xfrm>
          <a:prstGeom prst="rect">
            <a:avLst/>
          </a:prstGeom>
          <a:solidFill>
            <a:srgbClr val="FFC000"/>
          </a:solidFill>
        </p:spPr>
        <p:txBody>
          <a:bodyPr vert="horz" wrap="square" lIns="0" tIns="44450" rIns="0" bIns="0" rtlCol="0">
            <a:spAutoFit/>
          </a:bodyPr>
          <a:lstStyle/>
          <a:p>
            <a:pPr marL="92075">
              <a:lnSpc>
                <a:spcPct val="100000"/>
              </a:lnSpc>
              <a:spcBef>
                <a:spcPts val="350"/>
              </a:spcBef>
            </a:pPr>
            <a:r>
              <a:rPr sz="1400" spc="-10" dirty="0">
                <a:latin typeface="Cambria Math"/>
                <a:cs typeface="Cambria Math"/>
              </a:rPr>
              <a:t>𝑄𝑢𝑒𝑟𝑦</a:t>
            </a:r>
            <a:r>
              <a:rPr sz="1400" spc="135" dirty="0">
                <a:latin typeface="Cambria Math"/>
                <a:cs typeface="Cambria Math"/>
              </a:rPr>
              <a:t> </a:t>
            </a:r>
            <a:r>
              <a:rPr sz="1400" spc="-5" dirty="0">
                <a:latin typeface="Cambria Math"/>
                <a:cs typeface="Cambria Math"/>
              </a:rPr>
              <a:t>∶</a:t>
            </a:r>
            <a:r>
              <a:rPr sz="1400" spc="85" dirty="0">
                <a:latin typeface="Cambria Math"/>
                <a:cs typeface="Cambria Math"/>
              </a:rPr>
              <a:t> </a:t>
            </a:r>
            <a:r>
              <a:rPr sz="1400" spc="-5" dirty="0">
                <a:latin typeface="Cambria Math"/>
                <a:cs typeface="Cambria Math"/>
              </a:rPr>
              <a:t>¬</a:t>
            </a:r>
            <a:r>
              <a:rPr sz="1400" spc="60" dirty="0">
                <a:latin typeface="Cambria Math"/>
                <a:cs typeface="Cambria Math"/>
              </a:rPr>
              <a:t> </a:t>
            </a:r>
            <a:r>
              <a:rPr sz="1400" spc="10" dirty="0">
                <a:latin typeface="Microsoft Sans Serif"/>
                <a:cs typeface="Microsoft Sans Serif"/>
              </a:rPr>
              <a:t>P</a:t>
            </a:r>
            <a:r>
              <a:rPr sz="1350" spc="15" baseline="-21604" dirty="0">
                <a:latin typeface="Microsoft Sans Serif"/>
                <a:cs typeface="Microsoft Sans Serif"/>
              </a:rPr>
              <a:t>1,2</a:t>
            </a:r>
            <a:r>
              <a:rPr sz="1350" spc="217" baseline="-21604" dirty="0">
                <a:latin typeface="Microsoft Sans Serif"/>
                <a:cs typeface="Microsoft Sans Serif"/>
              </a:rPr>
              <a:t> </a:t>
            </a:r>
            <a:r>
              <a:rPr sz="1400" spc="-10" dirty="0">
                <a:latin typeface="Microsoft Sans Serif"/>
                <a:cs typeface="Microsoft Sans Serif"/>
              </a:rPr>
              <a:t>entailed</a:t>
            </a:r>
            <a:r>
              <a:rPr sz="1400" spc="50" dirty="0">
                <a:latin typeface="Microsoft Sans Serif"/>
                <a:cs typeface="Microsoft Sans Serif"/>
              </a:rPr>
              <a:t> </a:t>
            </a:r>
            <a:r>
              <a:rPr sz="1400" spc="-10" dirty="0">
                <a:latin typeface="Microsoft Sans Serif"/>
                <a:cs typeface="Microsoft Sans Serif"/>
              </a:rPr>
              <a:t>by</a:t>
            </a:r>
            <a:r>
              <a:rPr sz="1400" spc="5" dirty="0">
                <a:latin typeface="Microsoft Sans Serif"/>
                <a:cs typeface="Microsoft Sans Serif"/>
              </a:rPr>
              <a:t> </a:t>
            </a:r>
            <a:r>
              <a:rPr sz="1400" spc="-10" dirty="0">
                <a:latin typeface="Microsoft Sans Serif"/>
                <a:cs typeface="Microsoft Sans Serif"/>
              </a:rPr>
              <a:t>our</a:t>
            </a:r>
            <a:r>
              <a:rPr sz="1400" spc="30" dirty="0">
                <a:latin typeface="Microsoft Sans Serif"/>
                <a:cs typeface="Microsoft Sans Serif"/>
              </a:rPr>
              <a:t> </a:t>
            </a:r>
            <a:r>
              <a:rPr sz="1400" spc="-5" dirty="0">
                <a:latin typeface="Microsoft Sans Serif"/>
                <a:cs typeface="Microsoft Sans Serif"/>
              </a:rPr>
              <a:t>KB?</a:t>
            </a:r>
            <a:endParaRPr sz="1400">
              <a:latin typeface="Microsoft Sans Serif"/>
              <a:cs typeface="Microsoft Sans Serif"/>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0040" y="839851"/>
            <a:ext cx="7937500" cy="3780790"/>
          </a:xfrm>
          <a:prstGeom prst="rect">
            <a:avLst/>
          </a:prstGeom>
        </p:spPr>
        <p:txBody>
          <a:bodyPr vert="horz" wrap="square" lIns="0" tIns="13335" rIns="0" bIns="0" rtlCol="0">
            <a:spAutoFit/>
          </a:bodyPr>
          <a:lstStyle/>
          <a:p>
            <a:pPr marL="2070100">
              <a:lnSpc>
                <a:spcPct val="100000"/>
              </a:lnSpc>
              <a:spcBef>
                <a:spcPts val="105"/>
              </a:spcBef>
            </a:pPr>
            <a:r>
              <a:rPr sz="1700" b="1" spc="-150" dirty="0">
                <a:solidFill>
                  <a:srgbClr val="996600"/>
                </a:solidFill>
                <a:latin typeface="Times New Roman"/>
                <a:cs typeface="Times New Roman"/>
              </a:rPr>
              <a:t>A</a:t>
            </a:r>
            <a:r>
              <a:rPr sz="1700" b="1" spc="-135" dirty="0">
                <a:solidFill>
                  <a:srgbClr val="996600"/>
                </a:solidFill>
                <a:latin typeface="Times New Roman"/>
                <a:cs typeface="Times New Roman"/>
              </a:rPr>
              <a:t>ge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t>
            </a:r>
            <a:r>
              <a:rPr sz="1700" b="1" spc="55" dirty="0">
                <a:solidFill>
                  <a:srgbClr val="996600"/>
                </a:solidFill>
                <a:latin typeface="Times New Roman"/>
                <a:cs typeface="Times New Roman"/>
              </a:rPr>
              <a:t>s</a:t>
            </a:r>
            <a:r>
              <a:rPr sz="1700" b="1" spc="-160" dirty="0">
                <a:solidFill>
                  <a:srgbClr val="996600"/>
                </a:solidFill>
                <a:latin typeface="Times New Roman"/>
                <a:cs typeface="Times New Roman"/>
              </a:rPr>
              <a:t>b</a:t>
            </a:r>
            <a:r>
              <a:rPr sz="1700" b="1" spc="-135" dirty="0">
                <a:solidFill>
                  <a:srgbClr val="996600"/>
                </a:solidFill>
                <a:latin typeface="Times New Roman"/>
                <a:cs typeface="Times New Roman"/>
              </a:rPr>
              <a:t>ase</a:t>
            </a:r>
            <a:r>
              <a:rPr sz="1700" b="1" spc="85" dirty="0">
                <a:solidFill>
                  <a:srgbClr val="996600"/>
                </a:solidFill>
                <a:latin typeface="Times New Roman"/>
                <a:cs typeface="Times New Roman"/>
              </a:rPr>
              <a:t>d</a:t>
            </a:r>
            <a:r>
              <a:rPr sz="1700" b="1" spc="-160" dirty="0">
                <a:solidFill>
                  <a:srgbClr val="996600"/>
                </a:solidFill>
                <a:latin typeface="Times New Roman"/>
                <a:cs typeface="Times New Roman"/>
              </a:rPr>
              <a:t>o</a:t>
            </a:r>
            <a:r>
              <a:rPr sz="1700" b="1" dirty="0">
                <a:solidFill>
                  <a:srgbClr val="996600"/>
                </a:solidFill>
                <a:latin typeface="Times New Roman"/>
                <a:cs typeface="Times New Roman"/>
              </a:rPr>
              <a:t>n</a:t>
            </a:r>
            <a:r>
              <a:rPr sz="1700" b="1" spc="-295" dirty="0">
                <a:solidFill>
                  <a:srgbClr val="996600"/>
                </a:solidFill>
                <a:latin typeface="Times New Roman"/>
                <a:cs typeface="Times New Roman"/>
              </a:rPr>
              <a:t> </a:t>
            </a:r>
            <a:r>
              <a:rPr sz="1700" b="1" spc="-155" dirty="0">
                <a:solidFill>
                  <a:srgbClr val="996600"/>
                </a:solidFill>
                <a:latin typeface="Times New Roman"/>
                <a:cs typeface="Times New Roman"/>
              </a:rPr>
              <a:t>P</a:t>
            </a:r>
            <a:r>
              <a:rPr sz="1700" b="1" spc="-160" dirty="0">
                <a:solidFill>
                  <a:srgbClr val="996600"/>
                </a:solidFill>
                <a:latin typeface="Times New Roman"/>
                <a:cs typeface="Times New Roman"/>
              </a:rPr>
              <a:t>ropo</a:t>
            </a:r>
            <a:r>
              <a:rPr sz="1700" b="1" spc="-135" dirty="0">
                <a:solidFill>
                  <a:srgbClr val="996600"/>
                </a:solidFill>
                <a:latin typeface="Times New Roman"/>
                <a:cs typeface="Times New Roman"/>
              </a:rPr>
              <a:t>s</a:t>
            </a:r>
            <a:r>
              <a:rPr sz="1700" b="1" spc="-140" dirty="0">
                <a:solidFill>
                  <a:srgbClr val="996600"/>
                </a:solidFill>
                <a:latin typeface="Times New Roman"/>
                <a:cs typeface="Times New Roman"/>
              </a:rPr>
              <a:t>i</a:t>
            </a:r>
            <a:r>
              <a:rPr sz="1700" b="1" spc="-135" dirty="0">
                <a:solidFill>
                  <a:srgbClr val="996600"/>
                </a:solidFill>
                <a:latin typeface="Times New Roman"/>
                <a:cs typeface="Times New Roman"/>
              </a:rPr>
              <a:t>t</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on</a:t>
            </a:r>
            <a:r>
              <a:rPr sz="1700" b="1" spc="-135" dirty="0">
                <a:solidFill>
                  <a:srgbClr val="996600"/>
                </a:solidFill>
                <a:latin typeface="Times New Roman"/>
                <a:cs typeface="Times New Roman"/>
              </a:rPr>
              <a:t>a</a:t>
            </a:r>
            <a:r>
              <a:rPr sz="1700" b="1" spc="50" dirty="0">
                <a:solidFill>
                  <a:srgbClr val="996600"/>
                </a:solidFill>
                <a:latin typeface="Times New Roman"/>
                <a:cs typeface="Times New Roman"/>
              </a:rPr>
              <a:t>l</a:t>
            </a:r>
            <a:r>
              <a:rPr sz="1700" b="1" spc="-140" dirty="0">
                <a:solidFill>
                  <a:srgbClr val="996600"/>
                </a:solidFill>
                <a:latin typeface="Times New Roman"/>
                <a:cs typeface="Times New Roman"/>
              </a:rPr>
              <a:t>l</a:t>
            </a:r>
            <a:r>
              <a:rPr sz="1700" b="1" spc="-160" dirty="0">
                <a:solidFill>
                  <a:srgbClr val="996600"/>
                </a:solidFill>
                <a:latin typeface="Times New Roman"/>
                <a:cs typeface="Times New Roman"/>
              </a:rPr>
              <a:t>o</a:t>
            </a:r>
            <a:r>
              <a:rPr sz="1700" b="1" spc="-135" dirty="0">
                <a:solidFill>
                  <a:srgbClr val="996600"/>
                </a:solidFill>
                <a:latin typeface="Times New Roman"/>
                <a:cs typeface="Times New Roman"/>
              </a:rPr>
              <a:t>g</a:t>
            </a:r>
            <a:r>
              <a:rPr sz="1700" b="1" spc="-140" dirty="0">
                <a:solidFill>
                  <a:srgbClr val="996600"/>
                </a:solidFill>
                <a:latin typeface="Times New Roman"/>
                <a:cs typeface="Times New Roman"/>
              </a:rPr>
              <a:t>i</a:t>
            </a:r>
            <a:r>
              <a:rPr sz="1700" b="1" spc="55" dirty="0">
                <a:solidFill>
                  <a:srgbClr val="996600"/>
                </a:solidFill>
                <a:latin typeface="Times New Roman"/>
                <a:cs typeface="Times New Roman"/>
              </a:rPr>
              <a:t>c</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T</a:t>
            </a:r>
            <a:r>
              <a:rPr sz="1700" b="1" spc="-315" dirty="0">
                <a:solidFill>
                  <a:srgbClr val="996600"/>
                </a:solidFill>
                <a:latin typeface="Times New Roman"/>
                <a:cs typeface="Times New Roman"/>
              </a:rPr>
              <a:t>T</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a:t>
            </a:r>
            <a:r>
              <a:rPr sz="1700" b="1" spc="-140" dirty="0">
                <a:solidFill>
                  <a:srgbClr val="996600"/>
                </a:solidFill>
                <a:latin typeface="Times New Roman"/>
                <a:cs typeface="Times New Roman"/>
              </a:rPr>
              <a:t>i</a:t>
            </a:r>
            <a:r>
              <a:rPr sz="1700" b="1" spc="75" dirty="0">
                <a:solidFill>
                  <a:srgbClr val="996600"/>
                </a:solidFill>
                <a:latin typeface="Times New Roman"/>
                <a:cs typeface="Times New Roman"/>
              </a:rPr>
              <a:t>l</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o</a:t>
            </a:r>
            <a:r>
              <a:rPr sz="1700" b="1" spc="55" dirty="0">
                <a:solidFill>
                  <a:srgbClr val="996600"/>
                </a:solidFill>
                <a:latin typeface="Times New Roman"/>
                <a:cs typeface="Times New Roman"/>
              </a:rPr>
              <a:t>r</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n</a:t>
            </a:r>
            <a:r>
              <a:rPr sz="1700" b="1" spc="-114" dirty="0">
                <a:solidFill>
                  <a:srgbClr val="996600"/>
                </a:solidFill>
                <a:latin typeface="Times New Roman"/>
                <a:cs typeface="Times New Roman"/>
              </a:rPr>
              <a:t>f</a:t>
            </a:r>
            <a:r>
              <a:rPr sz="1700" b="1" spc="-135" dirty="0">
                <a:solidFill>
                  <a:srgbClr val="996600"/>
                </a:solidFill>
                <a:latin typeface="Times New Roman"/>
                <a:cs typeface="Times New Roman"/>
              </a:rPr>
              <a:t>e</a:t>
            </a:r>
            <a:r>
              <a:rPr sz="1700" b="1" spc="-185" dirty="0">
                <a:solidFill>
                  <a:srgbClr val="996600"/>
                </a:solidFill>
                <a:latin typeface="Times New Roman"/>
                <a:cs typeface="Times New Roman"/>
              </a:rPr>
              <a:t>r</a:t>
            </a:r>
            <a:r>
              <a:rPr sz="1700" b="1" spc="-160" dirty="0">
                <a:solidFill>
                  <a:srgbClr val="996600"/>
                </a:solidFill>
                <a:latin typeface="Times New Roman"/>
                <a:cs typeface="Times New Roman"/>
              </a:rPr>
              <a:t>enc</a:t>
            </a:r>
            <a:r>
              <a:rPr sz="1700" b="1" spc="35" dirty="0">
                <a:solidFill>
                  <a:srgbClr val="996600"/>
                </a:solidFill>
                <a:latin typeface="Times New Roman"/>
                <a:cs typeface="Times New Roman"/>
              </a:rPr>
              <a:t>e</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ro</a:t>
            </a:r>
            <a:r>
              <a:rPr sz="1700" b="1" spc="65" dirty="0">
                <a:solidFill>
                  <a:srgbClr val="996600"/>
                </a:solidFill>
                <a:latin typeface="Times New Roman"/>
                <a:cs typeface="Times New Roman"/>
              </a:rPr>
              <a:t>m</a:t>
            </a:r>
            <a:r>
              <a:rPr sz="1700" b="1" spc="-135" dirty="0">
                <a:solidFill>
                  <a:srgbClr val="996600"/>
                </a:solidFill>
                <a:latin typeface="Times New Roman"/>
                <a:cs typeface="Times New Roman"/>
              </a:rPr>
              <a:t>tr</a:t>
            </a:r>
            <a:r>
              <a:rPr sz="1700" b="1" spc="-160" dirty="0">
                <a:solidFill>
                  <a:srgbClr val="996600"/>
                </a:solidFill>
                <a:latin typeface="Times New Roman"/>
                <a:cs typeface="Times New Roman"/>
              </a:rPr>
              <a:t>u</a:t>
            </a:r>
            <a:r>
              <a:rPr sz="1700" b="1" spc="-135" dirty="0">
                <a:solidFill>
                  <a:srgbClr val="996600"/>
                </a:solidFill>
                <a:latin typeface="Times New Roman"/>
                <a:cs typeface="Times New Roman"/>
              </a:rPr>
              <a:t>t</a:t>
            </a:r>
            <a:r>
              <a:rPr sz="1700" b="1" spc="60" dirty="0">
                <a:solidFill>
                  <a:srgbClr val="996600"/>
                </a:solidFill>
                <a:latin typeface="Times New Roman"/>
                <a:cs typeface="Times New Roman"/>
              </a:rPr>
              <a:t>h</a:t>
            </a:r>
            <a:r>
              <a:rPr sz="1700" b="1" spc="-135" dirty="0">
                <a:solidFill>
                  <a:srgbClr val="996600"/>
                </a:solidFill>
                <a:latin typeface="Times New Roman"/>
                <a:cs typeface="Times New Roman"/>
              </a:rPr>
              <a:t>ta</a:t>
            </a:r>
            <a:r>
              <a:rPr sz="1700" b="1" spc="-160" dirty="0">
                <a:solidFill>
                  <a:srgbClr val="996600"/>
                </a:solidFill>
                <a:latin typeface="Times New Roman"/>
                <a:cs typeface="Times New Roman"/>
              </a:rPr>
              <a:t>b</a:t>
            </a:r>
            <a:r>
              <a:rPr sz="1700" b="1" spc="-140" dirty="0">
                <a:solidFill>
                  <a:srgbClr val="996600"/>
                </a:solidFill>
                <a:latin typeface="Times New Roman"/>
                <a:cs typeface="Times New Roman"/>
              </a:rPr>
              <a:t>l</a:t>
            </a:r>
            <a:r>
              <a:rPr sz="1700" b="1" dirty="0">
                <a:solidFill>
                  <a:srgbClr val="996600"/>
                </a:solidFill>
                <a:latin typeface="Times New Roman"/>
                <a:cs typeface="Times New Roman"/>
              </a:rPr>
              <a:t>e</a:t>
            </a:r>
            <a:endParaRPr sz="1700">
              <a:latin typeface="Times New Roman"/>
              <a:cs typeface="Times New Roman"/>
            </a:endParaRPr>
          </a:p>
          <a:p>
            <a:pPr>
              <a:lnSpc>
                <a:spcPct val="100000"/>
              </a:lnSpc>
            </a:pPr>
            <a:endParaRPr sz="1900">
              <a:latin typeface="Times New Roman"/>
              <a:cs typeface="Times New Roman"/>
            </a:endParaRPr>
          </a:p>
          <a:p>
            <a:pPr marL="76200">
              <a:lnSpc>
                <a:spcPct val="100000"/>
              </a:lnSpc>
              <a:spcBef>
                <a:spcPts val="1140"/>
              </a:spcBef>
            </a:pPr>
            <a:r>
              <a:rPr sz="1800" dirty="0">
                <a:latin typeface="Cambria Math"/>
                <a:cs typeface="Cambria Math"/>
              </a:rPr>
              <a:t>¬</a:t>
            </a:r>
            <a:r>
              <a:rPr sz="1800" spc="90"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1,2</a:t>
            </a:r>
            <a:r>
              <a:rPr sz="1800" spc="240" baseline="-20833" dirty="0">
                <a:latin typeface="Microsoft Sans Serif"/>
                <a:cs typeface="Microsoft Sans Serif"/>
              </a:rPr>
              <a:t> </a:t>
            </a:r>
            <a:r>
              <a:rPr sz="1800" dirty="0">
                <a:latin typeface="Microsoft Sans Serif"/>
                <a:cs typeface="Microsoft Sans Serif"/>
              </a:rPr>
              <a:t>entailed</a:t>
            </a:r>
            <a:r>
              <a:rPr sz="1800" spc="-55" dirty="0">
                <a:latin typeface="Microsoft Sans Serif"/>
                <a:cs typeface="Microsoft Sans Serif"/>
              </a:rPr>
              <a:t> </a:t>
            </a:r>
            <a:r>
              <a:rPr sz="1800" dirty="0">
                <a:latin typeface="Microsoft Sans Serif"/>
                <a:cs typeface="Microsoft Sans Serif"/>
              </a:rPr>
              <a:t>by</a:t>
            </a:r>
            <a:r>
              <a:rPr sz="1800" spc="-5" dirty="0">
                <a:latin typeface="Microsoft Sans Serif"/>
                <a:cs typeface="Microsoft Sans Serif"/>
              </a:rPr>
              <a:t> </a:t>
            </a:r>
            <a:r>
              <a:rPr sz="1800" dirty="0">
                <a:latin typeface="Microsoft Sans Serif"/>
                <a:cs typeface="Microsoft Sans Serif"/>
              </a:rPr>
              <a:t>our</a:t>
            </a:r>
            <a:r>
              <a:rPr sz="1800" spc="-10" dirty="0">
                <a:latin typeface="Microsoft Sans Serif"/>
                <a:cs typeface="Microsoft Sans Serif"/>
              </a:rPr>
              <a:t> </a:t>
            </a:r>
            <a:r>
              <a:rPr sz="1800" dirty="0">
                <a:latin typeface="Microsoft Sans Serif"/>
                <a:cs typeface="Microsoft Sans Serif"/>
              </a:rPr>
              <a:t>KB?</a:t>
            </a:r>
            <a:endParaRPr sz="1800">
              <a:latin typeface="Microsoft Sans Serif"/>
              <a:cs typeface="Microsoft Sans Serif"/>
            </a:endParaRPr>
          </a:p>
          <a:p>
            <a:pPr marL="76200">
              <a:lnSpc>
                <a:spcPct val="100000"/>
              </a:lnSpc>
              <a:spcBef>
                <a:spcPts val="430"/>
              </a:spcBef>
            </a:pPr>
            <a:r>
              <a:rPr sz="1800" b="1" spc="-25" dirty="0">
                <a:latin typeface="Arial"/>
                <a:cs typeface="Arial"/>
              </a:rPr>
              <a:t>Way</a:t>
            </a:r>
            <a:r>
              <a:rPr sz="1800" b="1" spc="-40" dirty="0">
                <a:latin typeface="Arial"/>
                <a:cs typeface="Arial"/>
              </a:rPr>
              <a:t> </a:t>
            </a:r>
            <a:r>
              <a:rPr sz="1800" b="1" dirty="0">
                <a:latin typeface="Arial"/>
                <a:cs typeface="Arial"/>
              </a:rPr>
              <a:t>–</a:t>
            </a:r>
            <a:r>
              <a:rPr sz="1800" b="1" spc="-15" dirty="0">
                <a:latin typeface="Arial"/>
                <a:cs typeface="Arial"/>
              </a:rPr>
              <a:t> </a:t>
            </a:r>
            <a:r>
              <a:rPr sz="1800" b="1" dirty="0">
                <a:latin typeface="Arial"/>
                <a:cs typeface="Arial"/>
              </a:rPr>
              <a:t>1</a:t>
            </a:r>
            <a:r>
              <a:rPr sz="1800" b="1" spc="-40" dirty="0">
                <a:latin typeface="Arial"/>
                <a:cs typeface="Arial"/>
              </a:rPr>
              <a:t> </a:t>
            </a:r>
            <a:r>
              <a:rPr sz="1800" b="1" dirty="0">
                <a:latin typeface="Arial"/>
                <a:cs typeface="Arial"/>
              </a:rPr>
              <a:t>:</a:t>
            </a:r>
            <a:endParaRPr sz="1800">
              <a:latin typeface="Arial"/>
              <a:cs typeface="Arial"/>
            </a:endParaRPr>
          </a:p>
          <a:p>
            <a:pPr marL="420370" indent="-344805">
              <a:lnSpc>
                <a:spcPct val="100000"/>
              </a:lnSpc>
              <a:spcBef>
                <a:spcPts val="434"/>
              </a:spcBef>
              <a:buClr>
                <a:srgbClr val="0F1141"/>
              </a:buClr>
              <a:buAutoNum type="arabicPeriod"/>
              <a:tabLst>
                <a:tab pos="420370" algn="l"/>
                <a:tab pos="421005" algn="l"/>
              </a:tabLst>
            </a:pPr>
            <a:r>
              <a:rPr sz="1800" spc="-5" dirty="0">
                <a:latin typeface="Microsoft Sans Serif"/>
                <a:cs typeface="Microsoft Sans Serif"/>
              </a:rPr>
              <a:t>Get</a:t>
            </a:r>
            <a:r>
              <a:rPr sz="1800" spc="20" dirty="0">
                <a:latin typeface="Microsoft Sans Serif"/>
                <a:cs typeface="Microsoft Sans Serif"/>
              </a:rPr>
              <a:t> </a:t>
            </a:r>
            <a:r>
              <a:rPr sz="1800" spc="-5" dirty="0">
                <a:latin typeface="Microsoft Sans Serif"/>
                <a:cs typeface="Microsoft Sans Serif"/>
              </a:rPr>
              <a:t>sufficient</a:t>
            </a:r>
            <a:r>
              <a:rPr sz="1800" spc="-45" dirty="0">
                <a:latin typeface="Microsoft Sans Serif"/>
                <a:cs typeface="Microsoft Sans Serif"/>
              </a:rPr>
              <a:t> </a:t>
            </a:r>
            <a:r>
              <a:rPr sz="1800" dirty="0">
                <a:latin typeface="Microsoft Sans Serif"/>
                <a:cs typeface="Microsoft Sans Serif"/>
              </a:rPr>
              <a:t>information</a:t>
            </a:r>
            <a:r>
              <a:rPr sz="1800" spc="-10" dirty="0">
                <a:latin typeface="Microsoft Sans Serif"/>
                <a:cs typeface="Microsoft Sans Serif"/>
              </a:rPr>
              <a:t> </a:t>
            </a:r>
            <a:r>
              <a:rPr sz="1800" dirty="0">
                <a:latin typeface="Microsoft Sans Serif"/>
                <a:cs typeface="Microsoft Sans Serif"/>
              </a:rPr>
              <a:t>B</a:t>
            </a:r>
            <a:r>
              <a:rPr sz="1800" baseline="-20833" dirty="0">
                <a:latin typeface="Microsoft Sans Serif"/>
                <a:cs typeface="Microsoft Sans Serif"/>
              </a:rPr>
              <a:t>1,1</a:t>
            </a:r>
            <a:r>
              <a:rPr sz="1800" dirty="0">
                <a:latin typeface="Microsoft Sans Serif"/>
                <a:cs typeface="Microsoft Sans Serif"/>
              </a:rPr>
              <a:t>,</a:t>
            </a:r>
            <a:r>
              <a:rPr sz="1800" spc="5" dirty="0">
                <a:latin typeface="Microsoft Sans Serif"/>
                <a:cs typeface="Microsoft Sans Serif"/>
              </a:rPr>
              <a:t> </a:t>
            </a:r>
            <a:r>
              <a:rPr sz="1800" dirty="0">
                <a:latin typeface="Microsoft Sans Serif"/>
                <a:cs typeface="Microsoft Sans Serif"/>
              </a:rPr>
              <a:t>B</a:t>
            </a:r>
            <a:r>
              <a:rPr sz="1800" baseline="-20833" dirty="0">
                <a:latin typeface="Microsoft Sans Serif"/>
                <a:cs typeface="Microsoft Sans Serif"/>
              </a:rPr>
              <a:t>2,1</a:t>
            </a:r>
            <a:r>
              <a:rPr sz="1800" dirty="0">
                <a:latin typeface="Microsoft Sans Serif"/>
                <a:cs typeface="Microsoft Sans Serif"/>
              </a:rPr>
              <a:t>,</a:t>
            </a:r>
            <a:r>
              <a:rPr sz="1800" spc="5" dirty="0">
                <a:latin typeface="Microsoft Sans Serif"/>
                <a:cs typeface="Microsoft Sans Serif"/>
              </a:rPr>
              <a:t> </a:t>
            </a:r>
            <a:r>
              <a:rPr sz="1800" dirty="0">
                <a:latin typeface="Microsoft Sans Serif"/>
                <a:cs typeface="Microsoft Sans Serif"/>
              </a:rPr>
              <a:t>P</a:t>
            </a:r>
            <a:r>
              <a:rPr sz="1800" baseline="-20833" dirty="0">
                <a:latin typeface="Microsoft Sans Serif"/>
                <a:cs typeface="Microsoft Sans Serif"/>
              </a:rPr>
              <a:t>1,1</a:t>
            </a:r>
            <a:r>
              <a:rPr sz="1800" dirty="0">
                <a:latin typeface="Microsoft Sans Serif"/>
                <a:cs typeface="Microsoft Sans Serif"/>
              </a:rPr>
              <a:t>,</a:t>
            </a:r>
            <a:r>
              <a:rPr sz="1800" spc="-20" dirty="0">
                <a:latin typeface="Microsoft Sans Serif"/>
                <a:cs typeface="Microsoft Sans Serif"/>
              </a:rPr>
              <a:t> </a:t>
            </a:r>
            <a:r>
              <a:rPr sz="1800" dirty="0">
                <a:latin typeface="Microsoft Sans Serif"/>
                <a:cs typeface="Microsoft Sans Serif"/>
              </a:rPr>
              <a:t>P</a:t>
            </a:r>
            <a:r>
              <a:rPr sz="1800" baseline="-20833" dirty="0">
                <a:latin typeface="Microsoft Sans Serif"/>
                <a:cs typeface="Microsoft Sans Serif"/>
              </a:rPr>
              <a:t>1,2</a:t>
            </a:r>
            <a:r>
              <a:rPr sz="1800" dirty="0">
                <a:latin typeface="Microsoft Sans Serif"/>
                <a:cs typeface="Microsoft Sans Serif"/>
              </a:rPr>
              <a:t>,</a:t>
            </a:r>
            <a:r>
              <a:rPr sz="1800" spc="5" dirty="0">
                <a:latin typeface="Microsoft Sans Serif"/>
                <a:cs typeface="Microsoft Sans Serif"/>
              </a:rPr>
              <a:t> </a:t>
            </a:r>
            <a:r>
              <a:rPr sz="1800" dirty="0">
                <a:latin typeface="Microsoft Sans Serif"/>
                <a:cs typeface="Microsoft Sans Serif"/>
              </a:rPr>
              <a:t>P</a:t>
            </a:r>
            <a:r>
              <a:rPr sz="1800" baseline="-20833" dirty="0">
                <a:latin typeface="Microsoft Sans Serif"/>
                <a:cs typeface="Microsoft Sans Serif"/>
              </a:rPr>
              <a:t>2,1</a:t>
            </a:r>
            <a:r>
              <a:rPr sz="1800" dirty="0">
                <a:latin typeface="Microsoft Sans Serif"/>
                <a:cs typeface="Microsoft Sans Serif"/>
              </a:rPr>
              <a:t>,</a:t>
            </a:r>
            <a:r>
              <a:rPr sz="1800" spc="5" dirty="0">
                <a:latin typeface="Microsoft Sans Serif"/>
                <a:cs typeface="Microsoft Sans Serif"/>
              </a:rPr>
              <a:t> </a:t>
            </a:r>
            <a:r>
              <a:rPr sz="1800" dirty="0">
                <a:latin typeface="Microsoft Sans Serif"/>
                <a:cs typeface="Microsoft Sans Serif"/>
              </a:rPr>
              <a:t>P</a:t>
            </a:r>
            <a:r>
              <a:rPr sz="1800" baseline="-20833" dirty="0">
                <a:latin typeface="Microsoft Sans Serif"/>
                <a:cs typeface="Microsoft Sans Serif"/>
              </a:rPr>
              <a:t>2,2</a:t>
            </a:r>
            <a:r>
              <a:rPr sz="1800" dirty="0">
                <a:latin typeface="Microsoft Sans Serif"/>
                <a:cs typeface="Microsoft Sans Serif"/>
              </a:rPr>
              <a:t>,</a:t>
            </a:r>
            <a:r>
              <a:rPr sz="1800" spc="5" dirty="0">
                <a:latin typeface="Microsoft Sans Serif"/>
                <a:cs typeface="Microsoft Sans Serif"/>
              </a:rPr>
              <a:t> </a:t>
            </a:r>
            <a:r>
              <a:rPr sz="1800" spc="-5" dirty="0">
                <a:latin typeface="Microsoft Sans Serif"/>
                <a:cs typeface="Microsoft Sans Serif"/>
              </a:rPr>
              <a:t>P</a:t>
            </a:r>
            <a:r>
              <a:rPr sz="1800" spc="-7" baseline="-20833" dirty="0">
                <a:latin typeface="Microsoft Sans Serif"/>
                <a:cs typeface="Microsoft Sans Serif"/>
              </a:rPr>
              <a:t>3,1</a:t>
            </a:r>
            <a:endParaRPr sz="1800" baseline="-20833">
              <a:latin typeface="Microsoft Sans Serif"/>
              <a:cs typeface="Microsoft Sans Serif"/>
            </a:endParaRPr>
          </a:p>
          <a:p>
            <a:pPr marL="420370" indent="-344805">
              <a:lnSpc>
                <a:spcPct val="100000"/>
              </a:lnSpc>
              <a:spcBef>
                <a:spcPts val="430"/>
              </a:spcBef>
              <a:buClr>
                <a:srgbClr val="0F1141"/>
              </a:buClr>
              <a:buAutoNum type="arabicPeriod"/>
              <a:tabLst>
                <a:tab pos="420370" algn="l"/>
                <a:tab pos="421005" algn="l"/>
              </a:tabLst>
            </a:pPr>
            <a:r>
              <a:rPr sz="1800" dirty="0">
                <a:latin typeface="Microsoft Sans Serif"/>
                <a:cs typeface="Microsoft Sans Serif"/>
              </a:rPr>
              <a:t>Enumerate</a:t>
            </a:r>
            <a:r>
              <a:rPr sz="1800" spc="-15" dirty="0">
                <a:latin typeface="Microsoft Sans Serif"/>
                <a:cs typeface="Microsoft Sans Serif"/>
              </a:rPr>
              <a:t> </a:t>
            </a:r>
            <a:r>
              <a:rPr sz="1800" spc="-5" dirty="0">
                <a:latin typeface="Microsoft Sans Serif"/>
                <a:cs typeface="Microsoft Sans Serif"/>
              </a:rPr>
              <a:t>all</a:t>
            </a:r>
            <a:r>
              <a:rPr sz="1800" spc="-20" dirty="0">
                <a:latin typeface="Microsoft Sans Serif"/>
                <a:cs typeface="Microsoft Sans Serif"/>
              </a:rPr>
              <a:t> </a:t>
            </a:r>
            <a:r>
              <a:rPr sz="1800" dirty="0">
                <a:latin typeface="Microsoft Sans Serif"/>
                <a:cs typeface="Microsoft Sans Serif"/>
              </a:rPr>
              <a:t>models</a:t>
            </a:r>
            <a:r>
              <a:rPr sz="1800" spc="-10" dirty="0">
                <a:latin typeface="Microsoft Sans Serif"/>
                <a:cs typeface="Microsoft Sans Serif"/>
              </a:rPr>
              <a:t> with</a:t>
            </a:r>
            <a:r>
              <a:rPr sz="1800" spc="30" dirty="0">
                <a:latin typeface="Microsoft Sans Serif"/>
                <a:cs typeface="Microsoft Sans Serif"/>
              </a:rPr>
              <a:t> </a:t>
            </a:r>
            <a:r>
              <a:rPr sz="1800" dirty="0">
                <a:latin typeface="Microsoft Sans Serif"/>
                <a:cs typeface="Microsoft Sans Serif"/>
              </a:rPr>
              <a:t>combination</a:t>
            </a:r>
            <a:r>
              <a:rPr sz="1800" spc="-65" dirty="0">
                <a:latin typeface="Microsoft Sans Serif"/>
                <a:cs typeface="Microsoft Sans Serif"/>
              </a:rPr>
              <a:t> </a:t>
            </a:r>
            <a:r>
              <a:rPr sz="1800" dirty="0">
                <a:latin typeface="Microsoft Sans Serif"/>
                <a:cs typeface="Microsoft Sans Serif"/>
              </a:rPr>
              <a:t>of</a:t>
            </a:r>
            <a:r>
              <a:rPr sz="1800" spc="5" dirty="0">
                <a:latin typeface="Microsoft Sans Serif"/>
                <a:cs typeface="Microsoft Sans Serif"/>
              </a:rPr>
              <a:t> </a:t>
            </a:r>
            <a:r>
              <a:rPr sz="1800" dirty="0">
                <a:latin typeface="Microsoft Sans Serif"/>
                <a:cs typeface="Microsoft Sans Serif"/>
              </a:rPr>
              <a:t>truth</a:t>
            </a:r>
            <a:r>
              <a:rPr sz="1800" spc="5" dirty="0">
                <a:latin typeface="Microsoft Sans Serif"/>
                <a:cs typeface="Microsoft Sans Serif"/>
              </a:rPr>
              <a:t> </a:t>
            </a:r>
            <a:r>
              <a:rPr sz="1800" spc="-5" dirty="0">
                <a:latin typeface="Microsoft Sans Serif"/>
                <a:cs typeface="Microsoft Sans Serif"/>
              </a:rPr>
              <a:t>values</a:t>
            </a:r>
            <a:r>
              <a:rPr sz="1800" spc="10" dirty="0">
                <a:latin typeface="Microsoft Sans Serif"/>
                <a:cs typeface="Microsoft Sans Serif"/>
              </a:rPr>
              <a:t> </a:t>
            </a:r>
            <a:r>
              <a:rPr sz="1800" dirty="0">
                <a:latin typeface="Microsoft Sans Serif"/>
                <a:cs typeface="Microsoft Sans Serif"/>
              </a:rPr>
              <a:t>to</a:t>
            </a:r>
            <a:r>
              <a:rPr sz="1800" spc="10" dirty="0">
                <a:latin typeface="Microsoft Sans Serif"/>
                <a:cs typeface="Microsoft Sans Serif"/>
              </a:rPr>
              <a:t> </a:t>
            </a:r>
            <a:r>
              <a:rPr sz="1800" spc="-5" dirty="0">
                <a:latin typeface="Microsoft Sans Serif"/>
                <a:cs typeface="Microsoft Sans Serif"/>
              </a:rPr>
              <a:t>propositional</a:t>
            </a:r>
            <a:endParaRPr sz="1800">
              <a:latin typeface="Microsoft Sans Serif"/>
              <a:cs typeface="Microsoft Sans Serif"/>
            </a:endParaRPr>
          </a:p>
          <a:p>
            <a:pPr marL="420370">
              <a:lnSpc>
                <a:spcPct val="100000"/>
              </a:lnSpc>
              <a:spcBef>
                <a:spcPts val="5"/>
              </a:spcBef>
            </a:pPr>
            <a:r>
              <a:rPr sz="1800" dirty="0">
                <a:latin typeface="Microsoft Sans Serif"/>
                <a:cs typeface="Microsoft Sans Serif"/>
              </a:rPr>
              <a:t>symbols</a:t>
            </a:r>
            <a:endParaRPr sz="1800">
              <a:latin typeface="Microsoft Sans Serif"/>
              <a:cs typeface="Microsoft Sans Serif"/>
            </a:endParaRPr>
          </a:p>
          <a:p>
            <a:pPr marL="420370" marR="81280" indent="-344805">
              <a:lnSpc>
                <a:spcPct val="100000"/>
              </a:lnSpc>
              <a:spcBef>
                <a:spcPts val="430"/>
              </a:spcBef>
              <a:buClr>
                <a:srgbClr val="0F1141"/>
              </a:buClr>
              <a:buAutoNum type="arabicPeriod" startAt="3"/>
              <a:tabLst>
                <a:tab pos="420370" algn="l"/>
                <a:tab pos="421005" algn="l"/>
              </a:tabLst>
            </a:pPr>
            <a:r>
              <a:rPr sz="1800" dirty="0">
                <a:latin typeface="Microsoft Sans Serif"/>
                <a:cs typeface="Microsoft Sans Serif"/>
              </a:rPr>
              <a:t>In</a:t>
            </a:r>
            <a:r>
              <a:rPr sz="1800" spc="10" dirty="0">
                <a:latin typeface="Microsoft Sans Serif"/>
                <a:cs typeface="Microsoft Sans Serif"/>
              </a:rPr>
              <a:t> </a:t>
            </a:r>
            <a:r>
              <a:rPr sz="1800" spc="-5" dirty="0">
                <a:latin typeface="Microsoft Sans Serif"/>
                <a:cs typeface="Microsoft Sans Serif"/>
              </a:rPr>
              <a:t>all</a:t>
            </a:r>
            <a:r>
              <a:rPr sz="1800" spc="10" dirty="0">
                <a:latin typeface="Microsoft Sans Serif"/>
                <a:cs typeface="Microsoft Sans Serif"/>
              </a:rPr>
              <a:t> </a:t>
            </a:r>
            <a:r>
              <a:rPr sz="1800" dirty="0">
                <a:latin typeface="Microsoft Sans Serif"/>
                <a:cs typeface="Microsoft Sans Serif"/>
              </a:rPr>
              <a:t>the</a:t>
            </a:r>
            <a:r>
              <a:rPr sz="1800" spc="10" dirty="0">
                <a:latin typeface="Microsoft Sans Serif"/>
                <a:cs typeface="Microsoft Sans Serif"/>
              </a:rPr>
              <a:t> </a:t>
            </a:r>
            <a:r>
              <a:rPr sz="1800" dirty="0">
                <a:latin typeface="Microsoft Sans Serif"/>
                <a:cs typeface="Microsoft Sans Serif"/>
              </a:rPr>
              <a:t>models,</a:t>
            </a:r>
            <a:r>
              <a:rPr sz="1800" spc="-15" dirty="0">
                <a:latin typeface="Microsoft Sans Serif"/>
                <a:cs typeface="Microsoft Sans Serif"/>
              </a:rPr>
              <a:t> </a:t>
            </a:r>
            <a:r>
              <a:rPr sz="1800" dirty="0">
                <a:latin typeface="Microsoft Sans Serif"/>
                <a:cs typeface="Microsoft Sans Serif"/>
              </a:rPr>
              <a:t>find</a:t>
            </a:r>
            <a:r>
              <a:rPr sz="1800" spc="-15" dirty="0">
                <a:latin typeface="Microsoft Sans Serif"/>
                <a:cs typeface="Microsoft Sans Serif"/>
              </a:rPr>
              <a:t> </a:t>
            </a:r>
            <a:r>
              <a:rPr sz="1800" dirty="0">
                <a:latin typeface="Microsoft Sans Serif"/>
                <a:cs typeface="Microsoft Sans Serif"/>
              </a:rPr>
              <a:t>those</a:t>
            </a:r>
            <a:r>
              <a:rPr sz="1800" spc="-20" dirty="0">
                <a:latin typeface="Microsoft Sans Serif"/>
                <a:cs typeface="Microsoft Sans Serif"/>
              </a:rPr>
              <a:t> </a:t>
            </a:r>
            <a:r>
              <a:rPr sz="1800" dirty="0">
                <a:latin typeface="Microsoft Sans Serif"/>
                <a:cs typeface="Microsoft Sans Serif"/>
              </a:rPr>
              <a:t>models</a:t>
            </a:r>
            <a:r>
              <a:rPr sz="1800" spc="-10" dirty="0">
                <a:latin typeface="Microsoft Sans Serif"/>
                <a:cs typeface="Microsoft Sans Serif"/>
              </a:rPr>
              <a:t> </a:t>
            </a:r>
            <a:r>
              <a:rPr sz="1800" spc="-5" dirty="0">
                <a:latin typeface="Microsoft Sans Serif"/>
                <a:cs typeface="Microsoft Sans Serif"/>
              </a:rPr>
              <a:t>where</a:t>
            </a:r>
            <a:r>
              <a:rPr sz="1800" spc="30" dirty="0">
                <a:latin typeface="Microsoft Sans Serif"/>
                <a:cs typeface="Microsoft Sans Serif"/>
              </a:rPr>
              <a:t> </a:t>
            </a:r>
            <a:r>
              <a:rPr sz="1800" dirty="0">
                <a:latin typeface="Microsoft Sans Serif"/>
                <a:cs typeface="Microsoft Sans Serif"/>
              </a:rPr>
              <a:t>KB</a:t>
            </a:r>
            <a:r>
              <a:rPr sz="1800" spc="30"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r>
              <a:rPr sz="1800" spc="10" dirty="0">
                <a:latin typeface="Microsoft Sans Serif"/>
                <a:cs typeface="Microsoft Sans Serif"/>
              </a:rPr>
              <a:t> </a:t>
            </a:r>
            <a:r>
              <a:rPr sz="1800" dirty="0">
                <a:latin typeface="Microsoft Sans Serif"/>
                <a:cs typeface="Microsoft Sans Serif"/>
              </a:rPr>
              <a:t>i.e.,</a:t>
            </a:r>
            <a:r>
              <a:rPr sz="1800" spc="-20" dirty="0">
                <a:latin typeface="Microsoft Sans Serif"/>
                <a:cs typeface="Microsoft Sans Serif"/>
              </a:rPr>
              <a:t> </a:t>
            </a:r>
            <a:r>
              <a:rPr sz="1800" spc="-5" dirty="0">
                <a:latin typeface="Microsoft Sans Serif"/>
                <a:cs typeface="Microsoft Sans Serif"/>
              </a:rPr>
              <a:t>every</a:t>
            </a:r>
            <a:r>
              <a:rPr sz="1800" spc="15" dirty="0">
                <a:latin typeface="Microsoft Sans Serif"/>
                <a:cs typeface="Microsoft Sans Serif"/>
              </a:rPr>
              <a:t> </a:t>
            </a:r>
            <a:r>
              <a:rPr sz="1800" dirty="0">
                <a:latin typeface="Microsoft Sans Serif"/>
                <a:cs typeface="Microsoft Sans Serif"/>
              </a:rPr>
              <a:t>sentence </a:t>
            </a:r>
            <a:r>
              <a:rPr sz="1800" spc="-459"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1</a:t>
            </a:r>
            <a:r>
              <a:rPr sz="1800" spc="-5" dirty="0">
                <a:latin typeface="Microsoft Sans Serif"/>
                <a:cs typeface="Microsoft Sans Serif"/>
              </a:rPr>
              <a:t>,</a:t>
            </a:r>
            <a:r>
              <a:rPr sz="1800"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2</a:t>
            </a:r>
            <a:r>
              <a:rPr sz="1800" spc="-5" dirty="0">
                <a:latin typeface="Microsoft Sans Serif"/>
                <a:cs typeface="Microsoft Sans Serif"/>
              </a:rPr>
              <a:t>,</a:t>
            </a:r>
            <a:r>
              <a:rPr sz="1800" spc="25"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3</a:t>
            </a:r>
            <a:r>
              <a:rPr sz="1800" spc="-5" dirty="0">
                <a:latin typeface="Microsoft Sans Serif"/>
                <a:cs typeface="Microsoft Sans Serif"/>
              </a:rPr>
              <a:t>,</a:t>
            </a:r>
            <a:r>
              <a:rPr sz="1800" spc="5"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4</a:t>
            </a:r>
            <a:r>
              <a:rPr sz="1800" spc="-5" dirty="0">
                <a:latin typeface="Microsoft Sans Serif"/>
                <a:cs typeface="Microsoft Sans Serif"/>
              </a:rPr>
              <a:t>,</a:t>
            </a:r>
            <a:r>
              <a:rPr sz="1800" spc="25"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5</a:t>
            </a:r>
            <a:r>
              <a:rPr sz="1800" spc="247" baseline="-20833" dirty="0">
                <a:latin typeface="Microsoft Sans Serif"/>
                <a:cs typeface="Microsoft Sans Serif"/>
              </a:rPr>
              <a:t> </a:t>
            </a:r>
            <a:r>
              <a:rPr sz="1800" dirty="0">
                <a:latin typeface="Microsoft Sans Serif"/>
                <a:cs typeface="Microsoft Sans Serif"/>
              </a:rPr>
              <a:t>are</a:t>
            </a:r>
            <a:r>
              <a:rPr sz="1800" spc="25" dirty="0">
                <a:latin typeface="Microsoft Sans Serif"/>
                <a:cs typeface="Microsoft Sans Serif"/>
              </a:rPr>
              <a:t> </a:t>
            </a:r>
            <a:r>
              <a:rPr sz="1800" dirty="0">
                <a:latin typeface="Microsoft Sans Serif"/>
                <a:cs typeface="Microsoft Sans Serif"/>
              </a:rPr>
              <a:t>true</a:t>
            </a:r>
            <a:endParaRPr sz="1800">
              <a:latin typeface="Microsoft Sans Serif"/>
              <a:cs typeface="Microsoft Sans Serif"/>
            </a:endParaRPr>
          </a:p>
          <a:p>
            <a:pPr marL="420370" indent="-344805">
              <a:lnSpc>
                <a:spcPct val="100000"/>
              </a:lnSpc>
              <a:spcBef>
                <a:spcPts val="434"/>
              </a:spcBef>
              <a:buClr>
                <a:srgbClr val="0F1141"/>
              </a:buClr>
              <a:buAutoNum type="arabicPeriod" startAt="3"/>
              <a:tabLst>
                <a:tab pos="420370" algn="l"/>
                <a:tab pos="421005" algn="l"/>
              </a:tabLst>
            </a:pPr>
            <a:r>
              <a:rPr sz="1800" dirty="0">
                <a:latin typeface="Microsoft Sans Serif"/>
                <a:cs typeface="Microsoft Sans Serif"/>
              </a:rPr>
              <a:t>In</a:t>
            </a:r>
            <a:r>
              <a:rPr sz="1800" spc="10" dirty="0">
                <a:latin typeface="Microsoft Sans Serif"/>
                <a:cs typeface="Microsoft Sans Serif"/>
              </a:rPr>
              <a:t> </a:t>
            </a:r>
            <a:r>
              <a:rPr sz="1800" dirty="0">
                <a:latin typeface="Microsoft Sans Serif"/>
                <a:cs typeface="Microsoft Sans Serif"/>
              </a:rPr>
              <a:t>those</a:t>
            </a:r>
            <a:r>
              <a:rPr sz="1800" spc="10" dirty="0">
                <a:latin typeface="Microsoft Sans Serif"/>
                <a:cs typeface="Microsoft Sans Serif"/>
              </a:rPr>
              <a:t> </a:t>
            </a:r>
            <a:r>
              <a:rPr sz="1800" dirty="0">
                <a:latin typeface="Microsoft Sans Serif"/>
                <a:cs typeface="Microsoft Sans Serif"/>
              </a:rPr>
              <a:t>models</a:t>
            </a:r>
            <a:r>
              <a:rPr sz="1800" spc="-40" dirty="0">
                <a:latin typeface="Microsoft Sans Serif"/>
                <a:cs typeface="Microsoft Sans Serif"/>
              </a:rPr>
              <a:t> </a:t>
            </a:r>
            <a:r>
              <a:rPr sz="1800" spc="-5" dirty="0">
                <a:latin typeface="Microsoft Sans Serif"/>
                <a:cs typeface="Microsoft Sans Serif"/>
              </a:rPr>
              <a:t>where</a:t>
            </a:r>
            <a:r>
              <a:rPr sz="1800" spc="30" dirty="0">
                <a:latin typeface="Microsoft Sans Serif"/>
                <a:cs typeface="Microsoft Sans Serif"/>
              </a:rPr>
              <a:t> </a:t>
            </a:r>
            <a:r>
              <a:rPr sz="1800" dirty="0">
                <a:latin typeface="Microsoft Sans Serif"/>
                <a:cs typeface="Microsoft Sans Serif"/>
              </a:rPr>
              <a:t>KB</a:t>
            </a:r>
            <a:r>
              <a:rPr sz="1800" spc="25"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dirty="0">
                <a:latin typeface="Microsoft Sans Serif"/>
                <a:cs typeface="Microsoft Sans Serif"/>
              </a:rPr>
              <a:t>find</a:t>
            </a:r>
            <a:r>
              <a:rPr sz="1800" spc="-15" dirty="0">
                <a:latin typeface="Microsoft Sans Serif"/>
                <a:cs typeface="Microsoft Sans Serif"/>
              </a:rPr>
              <a:t> </a:t>
            </a:r>
            <a:r>
              <a:rPr sz="1800" spc="-5" dirty="0">
                <a:latin typeface="Microsoft Sans Serif"/>
                <a:cs typeface="Microsoft Sans Serif"/>
              </a:rPr>
              <a:t>if</a:t>
            </a:r>
            <a:r>
              <a:rPr sz="1800" spc="25" dirty="0">
                <a:latin typeface="Microsoft Sans Serif"/>
                <a:cs typeface="Microsoft Sans Serif"/>
              </a:rPr>
              <a:t> </a:t>
            </a:r>
            <a:r>
              <a:rPr sz="1800" dirty="0">
                <a:latin typeface="Microsoft Sans Serif"/>
                <a:cs typeface="Microsoft Sans Serif"/>
              </a:rPr>
              <a:t>query</a:t>
            </a:r>
            <a:r>
              <a:rPr sz="1800" spc="-5" dirty="0">
                <a:latin typeface="Microsoft Sans Serif"/>
                <a:cs typeface="Microsoft Sans Serif"/>
              </a:rPr>
              <a:t> </a:t>
            </a:r>
            <a:r>
              <a:rPr sz="1800" dirty="0">
                <a:latin typeface="Microsoft Sans Serif"/>
                <a:cs typeface="Microsoft Sans Serif"/>
              </a:rPr>
              <a:t>sentence</a:t>
            </a:r>
            <a:r>
              <a:rPr sz="1800" spc="25" dirty="0">
                <a:latin typeface="Microsoft Sans Serif"/>
                <a:cs typeface="Microsoft Sans Serif"/>
              </a:rPr>
              <a:t> </a:t>
            </a:r>
            <a:r>
              <a:rPr sz="1800" dirty="0">
                <a:latin typeface="Cambria Math"/>
                <a:cs typeface="Cambria Math"/>
              </a:rPr>
              <a:t>¬</a:t>
            </a:r>
            <a:r>
              <a:rPr sz="1800" spc="110"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1,2</a:t>
            </a:r>
            <a:r>
              <a:rPr sz="1800" spc="254" baseline="-20833"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endParaRPr sz="1800">
              <a:latin typeface="Microsoft Sans Serif"/>
              <a:cs typeface="Microsoft Sans Serif"/>
            </a:endParaRPr>
          </a:p>
          <a:p>
            <a:pPr marL="420370" marR="544830" indent="-344805">
              <a:lnSpc>
                <a:spcPct val="100000"/>
              </a:lnSpc>
              <a:spcBef>
                <a:spcPts val="434"/>
              </a:spcBef>
              <a:buClr>
                <a:srgbClr val="0F1141"/>
              </a:buClr>
              <a:buAutoNum type="arabicPeriod" startAt="3"/>
              <a:tabLst>
                <a:tab pos="420370" algn="l"/>
                <a:tab pos="421005" algn="l"/>
              </a:tabLst>
            </a:pPr>
            <a:r>
              <a:rPr sz="1800" dirty="0">
                <a:latin typeface="Microsoft Sans Serif"/>
                <a:cs typeface="Microsoft Sans Serif"/>
              </a:rPr>
              <a:t>If</a:t>
            </a:r>
            <a:r>
              <a:rPr sz="1800" spc="25" dirty="0">
                <a:latin typeface="Microsoft Sans Serif"/>
                <a:cs typeface="Microsoft Sans Serif"/>
              </a:rPr>
              <a:t> </a:t>
            </a:r>
            <a:r>
              <a:rPr sz="1800" dirty="0">
                <a:latin typeface="Microsoft Sans Serif"/>
                <a:cs typeface="Microsoft Sans Serif"/>
              </a:rPr>
              <a:t>query</a:t>
            </a:r>
            <a:r>
              <a:rPr sz="1800" spc="-10" dirty="0">
                <a:latin typeface="Microsoft Sans Serif"/>
                <a:cs typeface="Microsoft Sans Serif"/>
              </a:rPr>
              <a:t> </a:t>
            </a:r>
            <a:r>
              <a:rPr sz="1800" dirty="0">
                <a:latin typeface="Microsoft Sans Serif"/>
                <a:cs typeface="Microsoft Sans Serif"/>
              </a:rPr>
              <a:t>sentence</a:t>
            </a:r>
            <a:r>
              <a:rPr sz="1800" spc="-15" dirty="0">
                <a:latin typeface="Microsoft Sans Serif"/>
                <a:cs typeface="Microsoft Sans Serif"/>
              </a:rPr>
              <a:t> </a:t>
            </a:r>
            <a:r>
              <a:rPr sz="1800" dirty="0">
                <a:latin typeface="Cambria Math"/>
                <a:cs typeface="Cambria Math"/>
              </a:rPr>
              <a:t>¬</a:t>
            </a:r>
            <a:r>
              <a:rPr sz="1800" spc="105"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1,2</a:t>
            </a:r>
            <a:r>
              <a:rPr sz="1800" spc="300" baseline="-20833"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spc="-5" dirty="0">
                <a:latin typeface="Microsoft Sans Serif"/>
                <a:cs typeface="Microsoft Sans Serif"/>
              </a:rPr>
              <a:t>in</a:t>
            </a:r>
            <a:r>
              <a:rPr sz="1800" spc="10" dirty="0">
                <a:latin typeface="Microsoft Sans Serif"/>
                <a:cs typeface="Microsoft Sans Serif"/>
              </a:rPr>
              <a:t> </a:t>
            </a:r>
            <a:r>
              <a:rPr sz="1800" spc="-5" dirty="0">
                <a:latin typeface="Microsoft Sans Serif"/>
                <a:cs typeface="Microsoft Sans Serif"/>
              </a:rPr>
              <a:t>all</a:t>
            </a:r>
            <a:r>
              <a:rPr sz="1800" spc="5" dirty="0">
                <a:latin typeface="Microsoft Sans Serif"/>
                <a:cs typeface="Microsoft Sans Serif"/>
              </a:rPr>
              <a:t> </a:t>
            </a:r>
            <a:r>
              <a:rPr sz="1800" dirty="0">
                <a:latin typeface="Microsoft Sans Serif"/>
                <a:cs typeface="Microsoft Sans Serif"/>
              </a:rPr>
              <a:t>models</a:t>
            </a:r>
            <a:r>
              <a:rPr sz="1800" spc="-40" dirty="0">
                <a:latin typeface="Microsoft Sans Serif"/>
                <a:cs typeface="Microsoft Sans Serif"/>
              </a:rPr>
              <a:t> </a:t>
            </a:r>
            <a:r>
              <a:rPr sz="1800" spc="-5" dirty="0">
                <a:latin typeface="Microsoft Sans Serif"/>
                <a:cs typeface="Microsoft Sans Serif"/>
              </a:rPr>
              <a:t>where</a:t>
            </a:r>
            <a:r>
              <a:rPr sz="1800" spc="30" dirty="0">
                <a:latin typeface="Microsoft Sans Serif"/>
                <a:cs typeface="Microsoft Sans Serif"/>
              </a:rPr>
              <a:t> </a:t>
            </a:r>
            <a:r>
              <a:rPr sz="1800" dirty="0">
                <a:latin typeface="Microsoft Sans Serif"/>
                <a:cs typeface="Microsoft Sans Serif"/>
              </a:rPr>
              <a:t>KB</a:t>
            </a:r>
            <a:r>
              <a:rPr sz="1800" spc="25" dirty="0">
                <a:latin typeface="Microsoft Sans Serif"/>
                <a:cs typeface="Microsoft Sans Serif"/>
              </a:rPr>
              <a:t> </a:t>
            </a:r>
            <a:r>
              <a:rPr sz="1800" spc="-5" dirty="0">
                <a:latin typeface="Microsoft Sans Serif"/>
                <a:cs typeface="Microsoft Sans Serif"/>
              </a:rPr>
              <a:t>is</a:t>
            </a:r>
            <a:r>
              <a:rPr sz="1800" spc="15" dirty="0">
                <a:latin typeface="Microsoft Sans Serif"/>
                <a:cs typeface="Microsoft Sans Serif"/>
              </a:rPr>
              <a:t> </a:t>
            </a:r>
            <a:r>
              <a:rPr sz="1800" dirty="0">
                <a:latin typeface="Microsoft Sans Serif"/>
                <a:cs typeface="Microsoft Sans Serif"/>
              </a:rPr>
              <a:t>true,</a:t>
            </a:r>
            <a:r>
              <a:rPr sz="1800" spc="5" dirty="0">
                <a:latin typeface="Microsoft Sans Serif"/>
                <a:cs typeface="Microsoft Sans Serif"/>
              </a:rPr>
              <a:t> </a:t>
            </a:r>
            <a:r>
              <a:rPr sz="1800" dirty="0">
                <a:latin typeface="Microsoft Sans Serif"/>
                <a:cs typeface="Microsoft Sans Serif"/>
              </a:rPr>
              <a:t>then</a:t>
            </a:r>
            <a:r>
              <a:rPr sz="1800" spc="10" dirty="0">
                <a:latin typeface="Microsoft Sans Serif"/>
                <a:cs typeface="Microsoft Sans Serif"/>
              </a:rPr>
              <a:t> </a:t>
            </a:r>
            <a:r>
              <a:rPr sz="1800" spc="-5" dirty="0">
                <a:latin typeface="Microsoft Sans Serif"/>
                <a:cs typeface="Microsoft Sans Serif"/>
              </a:rPr>
              <a:t>it </a:t>
            </a:r>
            <a:r>
              <a:rPr sz="1800" spc="-465" dirty="0">
                <a:latin typeface="Microsoft Sans Serif"/>
                <a:cs typeface="Microsoft Sans Serif"/>
              </a:rPr>
              <a:t> </a:t>
            </a:r>
            <a:r>
              <a:rPr sz="1800" dirty="0">
                <a:latin typeface="Microsoft Sans Serif"/>
                <a:cs typeface="Microsoft Sans Serif"/>
              </a:rPr>
              <a:t>entails,</a:t>
            </a:r>
            <a:r>
              <a:rPr sz="1800" spc="-50" dirty="0">
                <a:latin typeface="Microsoft Sans Serif"/>
                <a:cs typeface="Microsoft Sans Serif"/>
              </a:rPr>
              <a:t> </a:t>
            </a:r>
            <a:r>
              <a:rPr sz="1800" spc="-5" dirty="0">
                <a:latin typeface="Microsoft Sans Serif"/>
                <a:cs typeface="Microsoft Sans Serif"/>
              </a:rPr>
              <a:t>otherwise</a:t>
            </a:r>
            <a:r>
              <a:rPr sz="1800" spc="5" dirty="0">
                <a:latin typeface="Microsoft Sans Serif"/>
                <a:cs typeface="Microsoft Sans Serif"/>
              </a:rPr>
              <a:t> </a:t>
            </a:r>
            <a:r>
              <a:rPr sz="1800" spc="-5" dirty="0">
                <a:latin typeface="Microsoft Sans Serif"/>
                <a:cs typeface="Microsoft Sans Serif"/>
              </a:rPr>
              <a:t>it</a:t>
            </a:r>
            <a:r>
              <a:rPr sz="1800" spc="5" dirty="0">
                <a:latin typeface="Microsoft Sans Serif"/>
                <a:cs typeface="Microsoft Sans Serif"/>
              </a:rPr>
              <a:t> </a:t>
            </a:r>
            <a:r>
              <a:rPr sz="1800" spc="-5" dirty="0">
                <a:latin typeface="Microsoft Sans Serif"/>
                <a:cs typeface="Microsoft Sans Serif"/>
              </a:rPr>
              <a:t>won’t</a:t>
            </a:r>
            <a:endParaRPr sz="1800">
              <a:latin typeface="Microsoft Sans Serif"/>
              <a:cs typeface="Microsoft Sans Serif"/>
            </a:endParaRPr>
          </a:p>
        </p:txBody>
      </p:sp>
      <p:sp>
        <p:nvSpPr>
          <p:cNvPr id="3" name="object 3"/>
          <p:cNvSpPr txBox="1">
            <a:spLocks noGrp="1"/>
          </p:cNvSpPr>
          <p:nvPr>
            <p:ph type="title"/>
          </p:nvPr>
        </p:nvSpPr>
        <p:spPr>
          <a:xfrm>
            <a:off x="383540" y="318262"/>
            <a:ext cx="3797300" cy="361950"/>
          </a:xfrm>
          <a:prstGeom prst="rect">
            <a:avLst/>
          </a:prstGeom>
        </p:spPr>
        <p:txBody>
          <a:bodyPr vert="horz" wrap="square" lIns="0" tIns="13335" rIns="0" bIns="0" rtlCol="0">
            <a:spAutoFit/>
          </a:bodyPr>
          <a:lstStyle/>
          <a:p>
            <a:pPr marL="12700">
              <a:lnSpc>
                <a:spcPct val="100000"/>
              </a:lnSpc>
              <a:spcBef>
                <a:spcPts val="105"/>
              </a:spcBef>
            </a:pPr>
            <a:r>
              <a:rPr sz="2200" spc="-175" dirty="0"/>
              <a:t>T</a:t>
            </a:r>
            <a:r>
              <a:rPr sz="2200" dirty="0"/>
              <a:t>T</a:t>
            </a:r>
            <a:r>
              <a:rPr sz="2200" spc="-280" dirty="0"/>
              <a:t> </a:t>
            </a:r>
            <a:r>
              <a:rPr sz="2200" dirty="0"/>
              <a:t>–</a:t>
            </a:r>
            <a:r>
              <a:rPr sz="2200" spc="-305" dirty="0"/>
              <a:t> </a:t>
            </a:r>
            <a:r>
              <a:rPr sz="2200" spc="-150" dirty="0"/>
              <a:t>En</a:t>
            </a:r>
            <a:r>
              <a:rPr sz="2200" spc="-135" dirty="0"/>
              <a:t>t</a:t>
            </a:r>
            <a:r>
              <a:rPr sz="2200" spc="-150" dirty="0"/>
              <a:t>a</a:t>
            </a:r>
            <a:r>
              <a:rPr sz="2200" spc="-135" dirty="0"/>
              <a:t>il</a:t>
            </a:r>
            <a:r>
              <a:rPr sz="2200" dirty="0"/>
              <a:t>s</a:t>
            </a:r>
            <a:r>
              <a:rPr sz="2200" spc="-355" dirty="0"/>
              <a:t> </a:t>
            </a:r>
            <a:r>
              <a:rPr sz="2200" spc="-135" dirty="0"/>
              <a:t>I</a:t>
            </a:r>
            <a:r>
              <a:rPr sz="2200" spc="-150" dirty="0"/>
              <a:t>n</a:t>
            </a:r>
            <a:r>
              <a:rPr sz="2200" spc="-135" dirty="0"/>
              <a:t>f</a:t>
            </a:r>
            <a:r>
              <a:rPr sz="2200" spc="-150" dirty="0"/>
              <a:t>e</a:t>
            </a:r>
            <a:r>
              <a:rPr sz="2200" spc="-140" dirty="0"/>
              <a:t>r</a:t>
            </a:r>
            <a:r>
              <a:rPr sz="2200" spc="-150" dirty="0"/>
              <a:t>enc</a:t>
            </a:r>
            <a:r>
              <a:rPr sz="2200" dirty="0"/>
              <a:t>e</a:t>
            </a:r>
            <a:r>
              <a:rPr sz="2200" spc="-365" dirty="0"/>
              <a:t> </a:t>
            </a:r>
            <a:r>
              <a:rPr sz="2200" dirty="0"/>
              <a:t>–</a:t>
            </a:r>
            <a:r>
              <a:rPr sz="2200" spc="-305" dirty="0"/>
              <a:t> </a:t>
            </a:r>
            <a:r>
              <a:rPr sz="2200" spc="-150" dirty="0"/>
              <a:t>Exa</a:t>
            </a:r>
            <a:r>
              <a:rPr sz="2200" spc="-135" dirty="0"/>
              <a:t>m</a:t>
            </a:r>
            <a:r>
              <a:rPr sz="2200" spc="-150" dirty="0"/>
              <a:t>p</a:t>
            </a:r>
            <a:r>
              <a:rPr sz="2200" spc="-135" dirty="0"/>
              <a:t>l</a:t>
            </a:r>
            <a:r>
              <a:rPr sz="2200" dirty="0"/>
              <a:t>e</a:t>
            </a:r>
            <a:endParaRPr sz="2200"/>
          </a:p>
        </p:txBody>
      </p:sp>
      <p:pic>
        <p:nvPicPr>
          <p:cNvPr id="4" name="object 4"/>
          <p:cNvPicPr/>
          <p:nvPr/>
        </p:nvPicPr>
        <p:blipFill>
          <a:blip r:embed="rId2" cstate="print"/>
          <a:stretch>
            <a:fillRect/>
          </a:stretch>
        </p:blipFill>
        <p:spPr>
          <a:xfrm>
            <a:off x="2220493" y="4665931"/>
            <a:ext cx="6287598" cy="1826308"/>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318262"/>
            <a:ext cx="3797300" cy="361950"/>
          </a:xfrm>
          <a:prstGeom prst="rect">
            <a:avLst/>
          </a:prstGeom>
        </p:spPr>
        <p:txBody>
          <a:bodyPr vert="horz" wrap="square" lIns="0" tIns="13335" rIns="0" bIns="0" rtlCol="0">
            <a:spAutoFit/>
          </a:bodyPr>
          <a:lstStyle/>
          <a:p>
            <a:pPr marL="12700">
              <a:lnSpc>
                <a:spcPct val="100000"/>
              </a:lnSpc>
              <a:spcBef>
                <a:spcPts val="105"/>
              </a:spcBef>
            </a:pPr>
            <a:r>
              <a:rPr sz="2200" spc="-175" dirty="0"/>
              <a:t>T</a:t>
            </a:r>
            <a:r>
              <a:rPr sz="2200" dirty="0"/>
              <a:t>T</a:t>
            </a:r>
            <a:r>
              <a:rPr sz="2200" spc="-280" dirty="0"/>
              <a:t> </a:t>
            </a:r>
            <a:r>
              <a:rPr sz="2200" dirty="0"/>
              <a:t>–</a:t>
            </a:r>
            <a:r>
              <a:rPr sz="2200" spc="-305" dirty="0"/>
              <a:t> </a:t>
            </a:r>
            <a:r>
              <a:rPr sz="2200" spc="-150" dirty="0"/>
              <a:t>En</a:t>
            </a:r>
            <a:r>
              <a:rPr sz="2200" spc="-135" dirty="0"/>
              <a:t>t</a:t>
            </a:r>
            <a:r>
              <a:rPr sz="2200" spc="-150" dirty="0"/>
              <a:t>a</a:t>
            </a:r>
            <a:r>
              <a:rPr sz="2200" spc="-135" dirty="0"/>
              <a:t>il</a:t>
            </a:r>
            <a:r>
              <a:rPr sz="2200" dirty="0"/>
              <a:t>s</a:t>
            </a:r>
            <a:r>
              <a:rPr sz="2200" spc="-355" dirty="0"/>
              <a:t> </a:t>
            </a:r>
            <a:r>
              <a:rPr sz="2200" spc="-135" dirty="0"/>
              <a:t>I</a:t>
            </a:r>
            <a:r>
              <a:rPr sz="2200" spc="-150" dirty="0"/>
              <a:t>n</a:t>
            </a:r>
            <a:r>
              <a:rPr sz="2200" spc="-135" dirty="0"/>
              <a:t>f</a:t>
            </a:r>
            <a:r>
              <a:rPr sz="2200" spc="-150" dirty="0"/>
              <a:t>e</a:t>
            </a:r>
            <a:r>
              <a:rPr sz="2200" spc="-140" dirty="0"/>
              <a:t>r</a:t>
            </a:r>
            <a:r>
              <a:rPr sz="2200" spc="-150" dirty="0"/>
              <a:t>enc</a:t>
            </a:r>
            <a:r>
              <a:rPr sz="2200" dirty="0"/>
              <a:t>e</a:t>
            </a:r>
            <a:r>
              <a:rPr sz="2200" spc="-365" dirty="0"/>
              <a:t> </a:t>
            </a:r>
            <a:r>
              <a:rPr sz="2200" dirty="0"/>
              <a:t>–</a:t>
            </a:r>
            <a:r>
              <a:rPr sz="2200" spc="-305" dirty="0"/>
              <a:t> </a:t>
            </a:r>
            <a:r>
              <a:rPr sz="2200" spc="-150" dirty="0"/>
              <a:t>Exa</a:t>
            </a:r>
            <a:r>
              <a:rPr sz="2200" spc="-135" dirty="0"/>
              <a:t>m</a:t>
            </a:r>
            <a:r>
              <a:rPr sz="2200" spc="-150" dirty="0"/>
              <a:t>p</a:t>
            </a:r>
            <a:r>
              <a:rPr sz="2200" spc="-135" dirty="0"/>
              <a:t>l</a:t>
            </a:r>
            <a:r>
              <a:rPr sz="2200" dirty="0"/>
              <a:t>e</a:t>
            </a:r>
            <a:endParaRPr sz="2200"/>
          </a:p>
        </p:txBody>
      </p:sp>
      <p:sp>
        <p:nvSpPr>
          <p:cNvPr id="3" name="object 3"/>
          <p:cNvSpPr txBox="1"/>
          <p:nvPr/>
        </p:nvSpPr>
        <p:spPr>
          <a:xfrm>
            <a:off x="2377820" y="839851"/>
            <a:ext cx="5643245" cy="285115"/>
          </a:xfrm>
          <a:prstGeom prst="rect">
            <a:avLst/>
          </a:prstGeom>
        </p:spPr>
        <p:txBody>
          <a:bodyPr vert="horz" wrap="square" lIns="0" tIns="13335" rIns="0" bIns="0" rtlCol="0">
            <a:spAutoFit/>
          </a:bodyPr>
          <a:lstStyle/>
          <a:p>
            <a:pPr marL="12700">
              <a:lnSpc>
                <a:spcPct val="100000"/>
              </a:lnSpc>
              <a:spcBef>
                <a:spcPts val="105"/>
              </a:spcBef>
            </a:pPr>
            <a:r>
              <a:rPr sz="1700" b="1" spc="-150" dirty="0">
                <a:solidFill>
                  <a:srgbClr val="996600"/>
                </a:solidFill>
                <a:latin typeface="Times New Roman"/>
                <a:cs typeface="Times New Roman"/>
              </a:rPr>
              <a:t>A</a:t>
            </a:r>
            <a:r>
              <a:rPr sz="1700" b="1" spc="-135" dirty="0">
                <a:solidFill>
                  <a:srgbClr val="996600"/>
                </a:solidFill>
                <a:latin typeface="Times New Roman"/>
                <a:cs typeface="Times New Roman"/>
              </a:rPr>
              <a:t>ge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t>
            </a:r>
            <a:r>
              <a:rPr sz="1700" b="1" spc="55" dirty="0">
                <a:solidFill>
                  <a:srgbClr val="996600"/>
                </a:solidFill>
                <a:latin typeface="Times New Roman"/>
                <a:cs typeface="Times New Roman"/>
              </a:rPr>
              <a:t>s</a:t>
            </a:r>
            <a:r>
              <a:rPr sz="1700" b="1" spc="-160" dirty="0">
                <a:solidFill>
                  <a:srgbClr val="996600"/>
                </a:solidFill>
                <a:latin typeface="Times New Roman"/>
                <a:cs typeface="Times New Roman"/>
              </a:rPr>
              <a:t>b</a:t>
            </a:r>
            <a:r>
              <a:rPr sz="1700" b="1" spc="-135" dirty="0">
                <a:solidFill>
                  <a:srgbClr val="996600"/>
                </a:solidFill>
                <a:latin typeface="Times New Roman"/>
                <a:cs typeface="Times New Roman"/>
              </a:rPr>
              <a:t>ase</a:t>
            </a:r>
            <a:r>
              <a:rPr sz="1700" b="1" spc="85" dirty="0">
                <a:solidFill>
                  <a:srgbClr val="996600"/>
                </a:solidFill>
                <a:latin typeface="Times New Roman"/>
                <a:cs typeface="Times New Roman"/>
              </a:rPr>
              <a:t>d</a:t>
            </a:r>
            <a:r>
              <a:rPr sz="1700" b="1" spc="-160" dirty="0">
                <a:solidFill>
                  <a:srgbClr val="996600"/>
                </a:solidFill>
                <a:latin typeface="Times New Roman"/>
                <a:cs typeface="Times New Roman"/>
              </a:rPr>
              <a:t>o</a:t>
            </a:r>
            <a:r>
              <a:rPr sz="1700" b="1" dirty="0">
                <a:solidFill>
                  <a:srgbClr val="996600"/>
                </a:solidFill>
                <a:latin typeface="Times New Roman"/>
                <a:cs typeface="Times New Roman"/>
              </a:rPr>
              <a:t>n</a:t>
            </a:r>
            <a:r>
              <a:rPr sz="1700" b="1" spc="-295" dirty="0">
                <a:solidFill>
                  <a:srgbClr val="996600"/>
                </a:solidFill>
                <a:latin typeface="Times New Roman"/>
                <a:cs typeface="Times New Roman"/>
              </a:rPr>
              <a:t> </a:t>
            </a:r>
            <a:r>
              <a:rPr sz="1700" b="1" spc="-155" dirty="0">
                <a:solidFill>
                  <a:srgbClr val="996600"/>
                </a:solidFill>
                <a:latin typeface="Times New Roman"/>
                <a:cs typeface="Times New Roman"/>
              </a:rPr>
              <a:t>P</a:t>
            </a:r>
            <a:r>
              <a:rPr sz="1700" b="1" spc="-160" dirty="0">
                <a:solidFill>
                  <a:srgbClr val="996600"/>
                </a:solidFill>
                <a:latin typeface="Times New Roman"/>
                <a:cs typeface="Times New Roman"/>
              </a:rPr>
              <a:t>ropo</a:t>
            </a:r>
            <a:r>
              <a:rPr sz="1700" b="1" spc="-135" dirty="0">
                <a:solidFill>
                  <a:srgbClr val="996600"/>
                </a:solidFill>
                <a:latin typeface="Times New Roman"/>
                <a:cs typeface="Times New Roman"/>
              </a:rPr>
              <a:t>s</a:t>
            </a:r>
            <a:r>
              <a:rPr sz="1700" b="1" spc="-140" dirty="0">
                <a:solidFill>
                  <a:srgbClr val="996600"/>
                </a:solidFill>
                <a:latin typeface="Times New Roman"/>
                <a:cs typeface="Times New Roman"/>
              </a:rPr>
              <a:t>i</a:t>
            </a:r>
            <a:r>
              <a:rPr sz="1700" b="1" spc="-135" dirty="0">
                <a:solidFill>
                  <a:srgbClr val="996600"/>
                </a:solidFill>
                <a:latin typeface="Times New Roman"/>
                <a:cs typeface="Times New Roman"/>
              </a:rPr>
              <a:t>t</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on</a:t>
            </a:r>
            <a:r>
              <a:rPr sz="1700" b="1" spc="-135" dirty="0">
                <a:solidFill>
                  <a:srgbClr val="996600"/>
                </a:solidFill>
                <a:latin typeface="Times New Roman"/>
                <a:cs typeface="Times New Roman"/>
              </a:rPr>
              <a:t>a</a:t>
            </a:r>
            <a:r>
              <a:rPr sz="1700" b="1" spc="50" dirty="0">
                <a:solidFill>
                  <a:srgbClr val="996600"/>
                </a:solidFill>
                <a:latin typeface="Times New Roman"/>
                <a:cs typeface="Times New Roman"/>
              </a:rPr>
              <a:t>l</a:t>
            </a:r>
            <a:r>
              <a:rPr sz="1700" b="1" spc="-140" dirty="0">
                <a:solidFill>
                  <a:srgbClr val="996600"/>
                </a:solidFill>
                <a:latin typeface="Times New Roman"/>
                <a:cs typeface="Times New Roman"/>
              </a:rPr>
              <a:t>l</a:t>
            </a:r>
            <a:r>
              <a:rPr sz="1700" b="1" spc="-160" dirty="0">
                <a:solidFill>
                  <a:srgbClr val="996600"/>
                </a:solidFill>
                <a:latin typeface="Times New Roman"/>
                <a:cs typeface="Times New Roman"/>
              </a:rPr>
              <a:t>o</a:t>
            </a:r>
            <a:r>
              <a:rPr sz="1700" b="1" spc="-135" dirty="0">
                <a:solidFill>
                  <a:srgbClr val="996600"/>
                </a:solidFill>
                <a:latin typeface="Times New Roman"/>
                <a:cs typeface="Times New Roman"/>
              </a:rPr>
              <a:t>g</a:t>
            </a:r>
            <a:r>
              <a:rPr sz="1700" b="1" spc="-140" dirty="0">
                <a:solidFill>
                  <a:srgbClr val="996600"/>
                </a:solidFill>
                <a:latin typeface="Times New Roman"/>
                <a:cs typeface="Times New Roman"/>
              </a:rPr>
              <a:t>i</a:t>
            </a:r>
            <a:r>
              <a:rPr sz="1700" b="1" spc="55" dirty="0">
                <a:solidFill>
                  <a:srgbClr val="996600"/>
                </a:solidFill>
                <a:latin typeface="Times New Roman"/>
                <a:cs typeface="Times New Roman"/>
              </a:rPr>
              <a:t>c</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T</a:t>
            </a:r>
            <a:r>
              <a:rPr sz="1700" b="1" spc="-315" dirty="0">
                <a:solidFill>
                  <a:srgbClr val="996600"/>
                </a:solidFill>
                <a:latin typeface="Times New Roman"/>
                <a:cs typeface="Times New Roman"/>
              </a:rPr>
              <a:t>T</a:t>
            </a:r>
            <a:r>
              <a:rPr sz="1700" b="1" spc="-140" dirty="0">
                <a:solidFill>
                  <a:srgbClr val="996600"/>
                </a:solidFill>
                <a:latin typeface="Times New Roman"/>
                <a:cs typeface="Times New Roman"/>
              </a:rPr>
              <a:t>-</a:t>
            </a:r>
            <a:r>
              <a:rPr sz="1700" b="1" spc="-155" dirty="0">
                <a:solidFill>
                  <a:srgbClr val="996600"/>
                </a:solidFill>
                <a:latin typeface="Times New Roman"/>
                <a:cs typeface="Times New Roman"/>
              </a:rPr>
              <a:t>E</a:t>
            </a:r>
            <a:r>
              <a:rPr sz="1700" b="1" spc="-160" dirty="0">
                <a:solidFill>
                  <a:srgbClr val="996600"/>
                </a:solidFill>
                <a:latin typeface="Times New Roman"/>
                <a:cs typeface="Times New Roman"/>
              </a:rPr>
              <a:t>n</a:t>
            </a:r>
            <a:r>
              <a:rPr sz="1700" b="1" spc="-135" dirty="0">
                <a:solidFill>
                  <a:srgbClr val="996600"/>
                </a:solidFill>
                <a:latin typeface="Times New Roman"/>
                <a:cs typeface="Times New Roman"/>
              </a:rPr>
              <a:t>ta</a:t>
            </a:r>
            <a:r>
              <a:rPr sz="1700" b="1" spc="-140" dirty="0">
                <a:solidFill>
                  <a:srgbClr val="996600"/>
                </a:solidFill>
                <a:latin typeface="Times New Roman"/>
                <a:cs typeface="Times New Roman"/>
              </a:rPr>
              <a:t>i</a:t>
            </a:r>
            <a:r>
              <a:rPr sz="1700" b="1" spc="75" dirty="0">
                <a:solidFill>
                  <a:srgbClr val="996600"/>
                </a:solidFill>
                <a:latin typeface="Times New Roman"/>
                <a:cs typeface="Times New Roman"/>
              </a:rPr>
              <a:t>l</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o</a:t>
            </a:r>
            <a:r>
              <a:rPr sz="1700" b="1" spc="55" dirty="0">
                <a:solidFill>
                  <a:srgbClr val="996600"/>
                </a:solidFill>
                <a:latin typeface="Times New Roman"/>
                <a:cs typeface="Times New Roman"/>
              </a:rPr>
              <a:t>r</a:t>
            </a:r>
            <a:r>
              <a:rPr sz="1700" b="1" spc="-140" dirty="0">
                <a:solidFill>
                  <a:srgbClr val="996600"/>
                </a:solidFill>
                <a:latin typeface="Times New Roman"/>
                <a:cs typeface="Times New Roman"/>
              </a:rPr>
              <a:t>i</a:t>
            </a:r>
            <a:r>
              <a:rPr sz="1700" b="1" spc="-160" dirty="0">
                <a:solidFill>
                  <a:srgbClr val="996600"/>
                </a:solidFill>
                <a:latin typeface="Times New Roman"/>
                <a:cs typeface="Times New Roman"/>
              </a:rPr>
              <a:t>n</a:t>
            </a:r>
            <a:r>
              <a:rPr sz="1700" b="1" spc="-114" dirty="0">
                <a:solidFill>
                  <a:srgbClr val="996600"/>
                </a:solidFill>
                <a:latin typeface="Times New Roman"/>
                <a:cs typeface="Times New Roman"/>
              </a:rPr>
              <a:t>f</a:t>
            </a:r>
            <a:r>
              <a:rPr sz="1700" b="1" spc="-135" dirty="0">
                <a:solidFill>
                  <a:srgbClr val="996600"/>
                </a:solidFill>
                <a:latin typeface="Times New Roman"/>
                <a:cs typeface="Times New Roman"/>
              </a:rPr>
              <a:t>e</a:t>
            </a:r>
            <a:r>
              <a:rPr sz="1700" b="1" spc="-185" dirty="0">
                <a:solidFill>
                  <a:srgbClr val="996600"/>
                </a:solidFill>
                <a:latin typeface="Times New Roman"/>
                <a:cs typeface="Times New Roman"/>
              </a:rPr>
              <a:t>r</a:t>
            </a:r>
            <a:r>
              <a:rPr sz="1700" b="1" spc="-160" dirty="0">
                <a:solidFill>
                  <a:srgbClr val="996600"/>
                </a:solidFill>
                <a:latin typeface="Times New Roman"/>
                <a:cs typeface="Times New Roman"/>
              </a:rPr>
              <a:t>enc</a:t>
            </a:r>
            <a:r>
              <a:rPr sz="1700" b="1" spc="35" dirty="0">
                <a:solidFill>
                  <a:srgbClr val="996600"/>
                </a:solidFill>
                <a:latin typeface="Times New Roman"/>
                <a:cs typeface="Times New Roman"/>
              </a:rPr>
              <a:t>e</a:t>
            </a:r>
            <a:r>
              <a:rPr sz="1700" b="1" spc="-114" dirty="0">
                <a:solidFill>
                  <a:srgbClr val="996600"/>
                </a:solidFill>
                <a:latin typeface="Times New Roman"/>
                <a:cs typeface="Times New Roman"/>
              </a:rPr>
              <a:t>f</a:t>
            </a:r>
            <a:r>
              <a:rPr sz="1700" b="1" spc="-160" dirty="0">
                <a:solidFill>
                  <a:srgbClr val="996600"/>
                </a:solidFill>
                <a:latin typeface="Times New Roman"/>
                <a:cs typeface="Times New Roman"/>
              </a:rPr>
              <a:t>ro</a:t>
            </a:r>
            <a:r>
              <a:rPr sz="1700" b="1" spc="65" dirty="0">
                <a:solidFill>
                  <a:srgbClr val="996600"/>
                </a:solidFill>
                <a:latin typeface="Times New Roman"/>
                <a:cs typeface="Times New Roman"/>
              </a:rPr>
              <a:t>m</a:t>
            </a:r>
            <a:r>
              <a:rPr sz="1700" b="1" spc="-135" dirty="0">
                <a:solidFill>
                  <a:srgbClr val="996600"/>
                </a:solidFill>
                <a:latin typeface="Times New Roman"/>
                <a:cs typeface="Times New Roman"/>
              </a:rPr>
              <a:t>tr</a:t>
            </a:r>
            <a:r>
              <a:rPr sz="1700" b="1" spc="-160" dirty="0">
                <a:solidFill>
                  <a:srgbClr val="996600"/>
                </a:solidFill>
                <a:latin typeface="Times New Roman"/>
                <a:cs typeface="Times New Roman"/>
              </a:rPr>
              <a:t>u</a:t>
            </a:r>
            <a:r>
              <a:rPr sz="1700" b="1" spc="-135" dirty="0">
                <a:solidFill>
                  <a:srgbClr val="996600"/>
                </a:solidFill>
                <a:latin typeface="Times New Roman"/>
                <a:cs typeface="Times New Roman"/>
              </a:rPr>
              <a:t>t</a:t>
            </a:r>
            <a:r>
              <a:rPr sz="1700" b="1" spc="60" dirty="0">
                <a:solidFill>
                  <a:srgbClr val="996600"/>
                </a:solidFill>
                <a:latin typeface="Times New Roman"/>
                <a:cs typeface="Times New Roman"/>
              </a:rPr>
              <a:t>h</a:t>
            </a:r>
            <a:r>
              <a:rPr sz="1700" b="1" spc="-135" dirty="0">
                <a:solidFill>
                  <a:srgbClr val="996600"/>
                </a:solidFill>
                <a:latin typeface="Times New Roman"/>
                <a:cs typeface="Times New Roman"/>
              </a:rPr>
              <a:t>ta</a:t>
            </a:r>
            <a:r>
              <a:rPr sz="1700" b="1" spc="-160" dirty="0">
                <a:solidFill>
                  <a:srgbClr val="996600"/>
                </a:solidFill>
                <a:latin typeface="Times New Roman"/>
                <a:cs typeface="Times New Roman"/>
              </a:rPr>
              <a:t>b</a:t>
            </a:r>
            <a:r>
              <a:rPr sz="1700" b="1" spc="-140" dirty="0">
                <a:solidFill>
                  <a:srgbClr val="996600"/>
                </a:solidFill>
                <a:latin typeface="Times New Roman"/>
                <a:cs typeface="Times New Roman"/>
              </a:rPr>
              <a:t>l</a:t>
            </a:r>
            <a:r>
              <a:rPr sz="1700" b="1" dirty="0">
                <a:solidFill>
                  <a:srgbClr val="996600"/>
                </a:solidFill>
                <a:latin typeface="Times New Roman"/>
                <a:cs typeface="Times New Roman"/>
              </a:rPr>
              <a:t>e</a:t>
            </a:r>
            <a:endParaRPr sz="1700">
              <a:latin typeface="Times New Roman"/>
              <a:cs typeface="Times New Roman"/>
            </a:endParaRPr>
          </a:p>
        </p:txBody>
      </p:sp>
      <p:pic>
        <p:nvPicPr>
          <p:cNvPr id="4" name="object 4"/>
          <p:cNvPicPr/>
          <p:nvPr/>
        </p:nvPicPr>
        <p:blipFill>
          <a:blip r:embed="rId2" cstate="print"/>
          <a:stretch>
            <a:fillRect/>
          </a:stretch>
        </p:blipFill>
        <p:spPr>
          <a:xfrm>
            <a:off x="49222" y="1518431"/>
            <a:ext cx="8823164" cy="2565888"/>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5286375" cy="1342390"/>
          </a:xfrm>
          <a:prstGeom prst="rect">
            <a:avLst/>
          </a:prstGeom>
        </p:spPr>
        <p:txBody>
          <a:bodyPr vert="horz" wrap="square" lIns="0" tIns="67310" rIns="0" bIns="0" rtlCol="0">
            <a:spAutoFit/>
          </a:bodyPr>
          <a:lstStyle/>
          <a:p>
            <a:pPr marL="356870" indent="-344805">
              <a:lnSpc>
                <a:spcPct val="100000"/>
              </a:lnSpc>
              <a:spcBef>
                <a:spcPts val="530"/>
              </a:spcBef>
              <a:buClr>
                <a:srgbClr val="0F1141"/>
              </a:buClr>
              <a:buAutoNum type="arabicPeriod"/>
              <a:tabLst>
                <a:tab pos="356870" algn="l"/>
                <a:tab pos="357505" algn="l"/>
                <a:tab pos="1626235" algn="l"/>
              </a:tabLst>
            </a:pPr>
            <a:r>
              <a:rPr sz="1800" dirty="0">
                <a:latin typeface="Microsoft Sans Serif"/>
                <a:cs typeface="Microsoft Sans Serif"/>
              </a:rPr>
              <a:t>Entailment	:</a:t>
            </a:r>
            <a:r>
              <a:rPr sz="1800" spc="-5" dirty="0">
                <a:latin typeface="Microsoft Sans Serif"/>
                <a:cs typeface="Microsoft Sans Serif"/>
              </a:rPr>
              <a:t> </a:t>
            </a:r>
            <a:r>
              <a:rPr sz="1800" dirty="0">
                <a:latin typeface="Microsoft Sans Serif"/>
                <a:cs typeface="Microsoft Sans Serif"/>
              </a:rPr>
              <a:t>α</a:t>
            </a:r>
            <a:r>
              <a:rPr sz="1800" spc="-10" dirty="0">
                <a:latin typeface="Microsoft Sans Serif"/>
                <a:cs typeface="Microsoft Sans Serif"/>
              </a:rPr>
              <a:t> </a:t>
            </a:r>
            <a:r>
              <a:rPr sz="1800" dirty="0">
                <a:latin typeface="Times New Roman"/>
                <a:cs typeface="Times New Roman"/>
              </a:rPr>
              <a:t>╞</a:t>
            </a:r>
            <a:r>
              <a:rPr sz="1800" spc="-70" dirty="0">
                <a:latin typeface="Times New Roman"/>
                <a:cs typeface="Times New Roman"/>
              </a:rPr>
              <a:t> </a:t>
            </a:r>
            <a:r>
              <a:rPr sz="1800" spc="20" dirty="0">
                <a:latin typeface="Microsoft Sans Serif"/>
                <a:cs typeface="Microsoft Sans Serif"/>
              </a:rPr>
              <a:t>β</a:t>
            </a:r>
            <a:endParaRPr sz="1800">
              <a:latin typeface="Microsoft Sans Serif"/>
              <a:cs typeface="Microsoft Sans Serif"/>
            </a:endParaRPr>
          </a:p>
          <a:p>
            <a:pPr marL="356870" indent="-344805">
              <a:lnSpc>
                <a:spcPct val="100000"/>
              </a:lnSpc>
              <a:spcBef>
                <a:spcPts val="430"/>
              </a:spcBef>
              <a:buClr>
                <a:srgbClr val="0F1141"/>
              </a:buClr>
              <a:buAutoNum type="arabicPeriod"/>
              <a:tabLst>
                <a:tab pos="356870" algn="l"/>
                <a:tab pos="357505" algn="l"/>
              </a:tabLst>
            </a:pPr>
            <a:r>
              <a:rPr sz="1800" spc="-5" dirty="0">
                <a:latin typeface="Microsoft Sans Serif"/>
                <a:cs typeface="Microsoft Sans Serif"/>
              </a:rPr>
              <a:t>Equivalence</a:t>
            </a:r>
            <a:r>
              <a:rPr sz="1800" spc="-45" dirty="0">
                <a:latin typeface="Microsoft Sans Serif"/>
                <a:cs typeface="Microsoft Sans Serif"/>
              </a:rPr>
              <a:t> </a:t>
            </a:r>
            <a:r>
              <a:rPr sz="1800" dirty="0">
                <a:latin typeface="Microsoft Sans Serif"/>
                <a:cs typeface="Microsoft Sans Serif"/>
              </a:rPr>
              <a:t>:</a:t>
            </a:r>
            <a:r>
              <a:rPr sz="1800" spc="45" dirty="0">
                <a:latin typeface="Microsoft Sans Serif"/>
                <a:cs typeface="Microsoft Sans Serif"/>
              </a:rPr>
              <a:t> </a:t>
            </a:r>
            <a:r>
              <a:rPr sz="1800" dirty="0">
                <a:latin typeface="Microsoft Sans Serif"/>
                <a:cs typeface="Microsoft Sans Serif"/>
              </a:rPr>
              <a:t>α</a:t>
            </a:r>
            <a:r>
              <a:rPr sz="1800" spc="15" dirty="0">
                <a:latin typeface="Microsoft Sans Serif"/>
                <a:cs typeface="Microsoft Sans Serif"/>
              </a:rPr>
              <a:t> </a:t>
            </a:r>
            <a:r>
              <a:rPr sz="1800" dirty="0">
                <a:latin typeface="Cambria Math"/>
                <a:cs typeface="Cambria Math"/>
              </a:rPr>
              <a:t>≡</a:t>
            </a:r>
            <a:r>
              <a:rPr sz="1800" spc="5" dirty="0">
                <a:latin typeface="Cambria Math"/>
                <a:cs typeface="Cambria Math"/>
              </a:rPr>
              <a:t> </a:t>
            </a:r>
            <a:r>
              <a:rPr sz="1800" spc="20" dirty="0">
                <a:latin typeface="Microsoft Sans Serif"/>
                <a:cs typeface="Microsoft Sans Serif"/>
              </a:rPr>
              <a:t>β</a:t>
            </a:r>
            <a:r>
              <a:rPr sz="1800" spc="25" dirty="0">
                <a:latin typeface="Microsoft Sans Serif"/>
                <a:cs typeface="Microsoft Sans Serif"/>
              </a:rPr>
              <a:t> </a:t>
            </a:r>
            <a:r>
              <a:rPr sz="1800" spc="-5" dirty="0">
                <a:latin typeface="Microsoft Sans Serif"/>
                <a:cs typeface="Microsoft Sans Serif"/>
              </a:rPr>
              <a:t>if</a:t>
            </a:r>
            <a:r>
              <a:rPr sz="1800" dirty="0">
                <a:latin typeface="Microsoft Sans Serif"/>
                <a:cs typeface="Microsoft Sans Serif"/>
              </a:rPr>
              <a:t> and </a:t>
            </a:r>
            <a:r>
              <a:rPr sz="1800" spc="-5" dirty="0">
                <a:latin typeface="Microsoft Sans Serif"/>
                <a:cs typeface="Microsoft Sans Serif"/>
              </a:rPr>
              <a:t>only</a:t>
            </a:r>
            <a:r>
              <a:rPr sz="1800" spc="-15" dirty="0">
                <a:latin typeface="Microsoft Sans Serif"/>
                <a:cs typeface="Microsoft Sans Serif"/>
              </a:rPr>
              <a:t> </a:t>
            </a:r>
            <a:r>
              <a:rPr sz="1800" spc="-5" dirty="0">
                <a:latin typeface="Microsoft Sans Serif"/>
                <a:cs typeface="Microsoft Sans Serif"/>
              </a:rPr>
              <a:t>if</a:t>
            </a:r>
            <a:r>
              <a:rPr sz="1800" spc="55" dirty="0">
                <a:latin typeface="Microsoft Sans Serif"/>
                <a:cs typeface="Microsoft Sans Serif"/>
              </a:rPr>
              <a:t> </a:t>
            </a:r>
            <a:r>
              <a:rPr sz="1800" dirty="0">
                <a:latin typeface="Microsoft Sans Serif"/>
                <a:cs typeface="Microsoft Sans Serif"/>
              </a:rPr>
              <a:t>α</a:t>
            </a:r>
            <a:r>
              <a:rPr sz="1800" spc="15" dirty="0">
                <a:latin typeface="Microsoft Sans Serif"/>
                <a:cs typeface="Microsoft Sans Serif"/>
              </a:rPr>
              <a:t> </a:t>
            </a:r>
            <a:r>
              <a:rPr sz="1800" dirty="0">
                <a:latin typeface="Times New Roman"/>
                <a:cs typeface="Times New Roman"/>
              </a:rPr>
              <a:t>╞</a:t>
            </a:r>
            <a:r>
              <a:rPr sz="1800" spc="-50" dirty="0">
                <a:latin typeface="Times New Roman"/>
                <a:cs typeface="Times New Roman"/>
              </a:rPr>
              <a:t> </a:t>
            </a:r>
            <a:r>
              <a:rPr sz="1800" spc="20" dirty="0">
                <a:latin typeface="Microsoft Sans Serif"/>
                <a:cs typeface="Microsoft Sans Serif"/>
              </a:rPr>
              <a:t>β</a:t>
            </a:r>
            <a:r>
              <a:rPr sz="1800" spc="310" dirty="0">
                <a:latin typeface="Microsoft Sans Serif"/>
                <a:cs typeface="Microsoft Sans Serif"/>
              </a:rPr>
              <a:t> </a:t>
            </a:r>
            <a:r>
              <a:rPr sz="1800" dirty="0">
                <a:latin typeface="Cambria Math"/>
                <a:cs typeface="Cambria Math"/>
              </a:rPr>
              <a:t>and </a:t>
            </a:r>
            <a:r>
              <a:rPr sz="1800" spc="20" dirty="0">
                <a:latin typeface="Microsoft Sans Serif"/>
                <a:cs typeface="Microsoft Sans Serif"/>
              </a:rPr>
              <a:t>β</a:t>
            </a:r>
            <a:r>
              <a:rPr sz="1800" spc="-100" dirty="0">
                <a:latin typeface="Microsoft Sans Serif"/>
                <a:cs typeface="Microsoft Sans Serif"/>
              </a:rPr>
              <a:t> </a:t>
            </a:r>
            <a:r>
              <a:rPr sz="1800" dirty="0">
                <a:latin typeface="Times New Roman"/>
                <a:cs typeface="Times New Roman"/>
              </a:rPr>
              <a:t>╞</a:t>
            </a:r>
            <a:r>
              <a:rPr sz="1800" spc="-50" dirty="0">
                <a:latin typeface="Times New Roman"/>
                <a:cs typeface="Times New Roman"/>
              </a:rPr>
              <a:t> </a:t>
            </a:r>
            <a:r>
              <a:rPr sz="1800" dirty="0">
                <a:latin typeface="Microsoft Sans Serif"/>
                <a:cs typeface="Microsoft Sans Serif"/>
              </a:rPr>
              <a:t>α</a:t>
            </a:r>
            <a:endParaRPr sz="1800">
              <a:latin typeface="Microsoft Sans Serif"/>
              <a:cs typeface="Microsoft Sans Serif"/>
            </a:endParaRPr>
          </a:p>
          <a:p>
            <a:pPr marL="356870" indent="-344805">
              <a:lnSpc>
                <a:spcPct val="100000"/>
              </a:lnSpc>
              <a:spcBef>
                <a:spcPts val="434"/>
              </a:spcBef>
              <a:buClr>
                <a:srgbClr val="0F1141"/>
              </a:buClr>
              <a:buAutoNum type="arabicPeriod"/>
              <a:tabLst>
                <a:tab pos="356870" algn="l"/>
                <a:tab pos="357505" algn="l"/>
              </a:tabLst>
            </a:pPr>
            <a:r>
              <a:rPr sz="1800" spc="-20" dirty="0">
                <a:latin typeface="Microsoft Sans Serif"/>
                <a:cs typeface="Microsoft Sans Serif"/>
              </a:rPr>
              <a:t>Validity</a:t>
            </a:r>
            <a:endParaRPr sz="1800">
              <a:latin typeface="Microsoft Sans Serif"/>
              <a:cs typeface="Microsoft Sans Serif"/>
            </a:endParaRPr>
          </a:p>
          <a:p>
            <a:pPr marL="356870" indent="-344805">
              <a:lnSpc>
                <a:spcPct val="100000"/>
              </a:lnSpc>
              <a:spcBef>
                <a:spcPts val="430"/>
              </a:spcBef>
              <a:buClr>
                <a:srgbClr val="0F1141"/>
              </a:buClr>
              <a:buAutoNum type="arabicPeriod"/>
              <a:tabLst>
                <a:tab pos="356870" algn="l"/>
                <a:tab pos="357505" algn="l"/>
              </a:tabLst>
            </a:pPr>
            <a:r>
              <a:rPr sz="1800" spc="-5" dirty="0">
                <a:latin typeface="Microsoft Sans Serif"/>
                <a:cs typeface="Microsoft Sans Serif"/>
              </a:rPr>
              <a:t>Satisfiability</a:t>
            </a:r>
            <a:endParaRPr sz="1800">
              <a:latin typeface="Microsoft Sans Serif"/>
              <a:cs typeface="Microsoft Sans Serif"/>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
        <p:nvSpPr>
          <p:cNvPr id="3" name="object 3"/>
          <p:cNvSpPr txBox="1">
            <a:spLocks noGrp="1"/>
          </p:cNvSpPr>
          <p:nvPr>
            <p:ph type="title"/>
          </p:nvPr>
        </p:nvSpPr>
        <p:spPr>
          <a:xfrm>
            <a:off x="383540" y="546557"/>
            <a:ext cx="2511425" cy="362585"/>
          </a:xfrm>
          <a:prstGeom prst="rect">
            <a:avLst/>
          </a:prstGeom>
        </p:spPr>
        <p:txBody>
          <a:bodyPr vert="horz" wrap="square" lIns="0" tIns="13970" rIns="0" bIns="0" rtlCol="0">
            <a:spAutoFit/>
          </a:bodyPr>
          <a:lstStyle/>
          <a:p>
            <a:pPr marL="12700">
              <a:lnSpc>
                <a:spcPct val="100000"/>
              </a:lnSpc>
              <a:spcBef>
                <a:spcPts val="110"/>
              </a:spcBef>
            </a:pPr>
            <a:r>
              <a:rPr sz="2200" spc="-135" dirty="0"/>
              <a:t>I</a:t>
            </a:r>
            <a:r>
              <a:rPr sz="2200" spc="-145" dirty="0"/>
              <a:t>n</a:t>
            </a:r>
            <a:r>
              <a:rPr sz="2200" spc="-135" dirty="0"/>
              <a:t>f</a:t>
            </a:r>
            <a:r>
              <a:rPr sz="2200" spc="-145" dirty="0"/>
              <a:t>e</a:t>
            </a:r>
            <a:r>
              <a:rPr sz="2200" spc="-140" dirty="0"/>
              <a:t>r</a:t>
            </a:r>
            <a:r>
              <a:rPr sz="2200" spc="-145" dirty="0"/>
              <a:t>enc</a:t>
            </a:r>
            <a:r>
              <a:rPr sz="2200" spc="5" dirty="0"/>
              <a:t>e</a:t>
            </a:r>
            <a:r>
              <a:rPr sz="2200" spc="-375" dirty="0"/>
              <a:t> </a:t>
            </a:r>
            <a:r>
              <a:rPr sz="2200" dirty="0"/>
              <a:t>:</a:t>
            </a:r>
            <a:r>
              <a:rPr sz="2200" spc="-315" dirty="0"/>
              <a:t> </a:t>
            </a:r>
            <a:r>
              <a:rPr sz="2200" spc="-150" dirty="0"/>
              <a:t>P</a:t>
            </a:r>
            <a:r>
              <a:rPr sz="2200" spc="-140" dirty="0"/>
              <a:t>r</a:t>
            </a:r>
            <a:r>
              <a:rPr sz="2200" spc="-150" dirty="0"/>
              <a:t>op</a:t>
            </a:r>
            <a:r>
              <a:rPr sz="2200" spc="-145" dirty="0"/>
              <a:t>e</a:t>
            </a:r>
            <a:r>
              <a:rPr sz="2200" spc="-140" dirty="0"/>
              <a:t>rt</a:t>
            </a:r>
            <a:r>
              <a:rPr sz="2200" spc="-135" dirty="0"/>
              <a:t>i</a:t>
            </a:r>
            <a:r>
              <a:rPr sz="2200" spc="-170" dirty="0"/>
              <a:t>e</a:t>
            </a:r>
            <a:r>
              <a:rPr sz="2200" spc="5" dirty="0"/>
              <a:t>s</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827659"/>
            <a:ext cx="7607300" cy="993775"/>
          </a:xfrm>
          <a:prstGeom prst="rect">
            <a:avLst/>
          </a:prstGeom>
        </p:spPr>
        <p:txBody>
          <a:bodyPr vert="horz" wrap="square" lIns="0" tIns="12700" rIns="0" bIns="0" rtlCol="0">
            <a:spAutoFit/>
          </a:bodyPr>
          <a:lstStyle/>
          <a:p>
            <a:pPr marL="3497579">
              <a:lnSpc>
                <a:spcPct val="100000"/>
              </a:lnSpc>
              <a:spcBef>
                <a:spcPts val="100"/>
              </a:spcBef>
            </a:pPr>
            <a:r>
              <a:rPr sz="1800" b="1" spc="-145" dirty="0">
                <a:solidFill>
                  <a:srgbClr val="996600"/>
                </a:solidFill>
                <a:latin typeface="Times New Roman"/>
                <a:cs typeface="Times New Roman"/>
              </a:rPr>
              <a:t>Propositional</a:t>
            </a:r>
            <a:r>
              <a:rPr sz="1800" b="1" spc="-300" dirty="0">
                <a:solidFill>
                  <a:srgbClr val="996600"/>
                </a:solidFill>
                <a:latin typeface="Times New Roman"/>
                <a:cs typeface="Times New Roman"/>
              </a:rPr>
              <a:t> </a:t>
            </a:r>
            <a:r>
              <a:rPr sz="1800" b="1" spc="-135" dirty="0">
                <a:solidFill>
                  <a:srgbClr val="996600"/>
                </a:solidFill>
                <a:latin typeface="Times New Roman"/>
                <a:cs typeface="Times New Roman"/>
              </a:rPr>
              <a:t>theorem</a:t>
            </a:r>
            <a:r>
              <a:rPr sz="1800" b="1" spc="-290" dirty="0">
                <a:solidFill>
                  <a:srgbClr val="996600"/>
                </a:solidFill>
                <a:latin typeface="Times New Roman"/>
                <a:cs typeface="Times New Roman"/>
              </a:rPr>
              <a:t> </a:t>
            </a:r>
            <a:r>
              <a:rPr sz="1800" b="1" spc="-140" dirty="0">
                <a:solidFill>
                  <a:srgbClr val="996600"/>
                </a:solidFill>
                <a:latin typeface="Times New Roman"/>
                <a:cs typeface="Times New Roman"/>
              </a:rPr>
              <a:t>proving</a:t>
            </a:r>
            <a:r>
              <a:rPr sz="1800" b="1" spc="-300" dirty="0">
                <a:solidFill>
                  <a:srgbClr val="996600"/>
                </a:solidFill>
                <a:latin typeface="Times New Roman"/>
                <a:cs typeface="Times New Roman"/>
              </a:rPr>
              <a:t> </a:t>
            </a:r>
            <a:r>
              <a:rPr sz="1800" b="1" spc="-85" dirty="0">
                <a:solidFill>
                  <a:srgbClr val="996600"/>
                </a:solidFill>
                <a:latin typeface="Times New Roman"/>
                <a:cs typeface="Times New Roman"/>
              </a:rPr>
              <a:t>-Proof</a:t>
            </a:r>
            <a:r>
              <a:rPr sz="1800" b="1" spc="-305" dirty="0">
                <a:solidFill>
                  <a:srgbClr val="996600"/>
                </a:solidFill>
                <a:latin typeface="Times New Roman"/>
                <a:cs typeface="Times New Roman"/>
              </a:rPr>
              <a:t> </a:t>
            </a:r>
            <a:r>
              <a:rPr sz="1800" b="1" spc="-85" dirty="0">
                <a:solidFill>
                  <a:srgbClr val="996600"/>
                </a:solidFill>
                <a:latin typeface="Times New Roman"/>
                <a:cs typeface="Times New Roman"/>
              </a:rPr>
              <a:t>by</a:t>
            </a:r>
            <a:r>
              <a:rPr sz="1800" b="1" spc="-290" dirty="0">
                <a:solidFill>
                  <a:srgbClr val="996600"/>
                </a:solidFill>
                <a:latin typeface="Times New Roman"/>
                <a:cs typeface="Times New Roman"/>
              </a:rPr>
              <a:t> </a:t>
            </a:r>
            <a:r>
              <a:rPr sz="1800" b="1" spc="-145" dirty="0">
                <a:solidFill>
                  <a:srgbClr val="996600"/>
                </a:solidFill>
                <a:latin typeface="Times New Roman"/>
                <a:cs typeface="Times New Roman"/>
              </a:rPr>
              <a:t>resolution</a:t>
            </a:r>
            <a:endParaRPr sz="1800">
              <a:latin typeface="Times New Roman"/>
              <a:cs typeface="Times New Roman"/>
            </a:endParaRPr>
          </a:p>
          <a:p>
            <a:pPr>
              <a:lnSpc>
                <a:spcPct val="100000"/>
              </a:lnSpc>
              <a:spcBef>
                <a:spcPts val="25"/>
              </a:spcBef>
            </a:pPr>
            <a:endParaRPr sz="2850">
              <a:latin typeface="Times New Roman"/>
              <a:cs typeface="Times New Roman"/>
            </a:endParaRPr>
          </a:p>
          <a:p>
            <a:pPr marL="12700">
              <a:lnSpc>
                <a:spcPct val="100000"/>
              </a:lnSpc>
            </a:pPr>
            <a:r>
              <a:rPr sz="1800" dirty="0">
                <a:latin typeface="Microsoft Sans Serif"/>
                <a:cs typeface="Microsoft Sans Serif"/>
              </a:rPr>
              <a:t>Logical</a:t>
            </a:r>
            <a:r>
              <a:rPr sz="1800" spc="-40" dirty="0">
                <a:latin typeface="Microsoft Sans Serif"/>
                <a:cs typeface="Microsoft Sans Serif"/>
              </a:rPr>
              <a:t> </a:t>
            </a:r>
            <a:r>
              <a:rPr sz="1800" dirty="0">
                <a:latin typeface="Microsoft Sans Serif"/>
                <a:cs typeface="Microsoft Sans Serif"/>
              </a:rPr>
              <a:t>Equivalence</a:t>
            </a:r>
            <a:r>
              <a:rPr sz="1800" spc="-15" dirty="0">
                <a:latin typeface="Microsoft Sans Serif"/>
                <a:cs typeface="Microsoft Sans Serif"/>
              </a:rPr>
              <a:t> </a:t>
            </a:r>
            <a:r>
              <a:rPr sz="1800" dirty="0">
                <a:latin typeface="Microsoft Sans Serif"/>
                <a:cs typeface="Microsoft Sans Serif"/>
              </a:rPr>
              <a:t>rules</a:t>
            </a:r>
            <a:r>
              <a:rPr sz="1800" spc="-10" dirty="0">
                <a:latin typeface="Microsoft Sans Serif"/>
                <a:cs typeface="Microsoft Sans Serif"/>
              </a:rPr>
              <a:t> </a:t>
            </a:r>
            <a:r>
              <a:rPr sz="1800" dirty="0">
                <a:latin typeface="Microsoft Sans Serif"/>
                <a:cs typeface="Microsoft Sans Serif"/>
              </a:rPr>
              <a:t>can</a:t>
            </a:r>
            <a:r>
              <a:rPr sz="1800" spc="15" dirty="0">
                <a:latin typeface="Microsoft Sans Serif"/>
                <a:cs typeface="Microsoft Sans Serif"/>
              </a:rPr>
              <a:t> </a:t>
            </a:r>
            <a:r>
              <a:rPr sz="1800" dirty="0">
                <a:latin typeface="Microsoft Sans Serif"/>
                <a:cs typeface="Microsoft Sans Serif"/>
              </a:rPr>
              <a:t>be</a:t>
            </a:r>
            <a:r>
              <a:rPr sz="1800" spc="10" dirty="0">
                <a:latin typeface="Microsoft Sans Serif"/>
                <a:cs typeface="Microsoft Sans Serif"/>
              </a:rPr>
              <a:t> </a:t>
            </a:r>
            <a:r>
              <a:rPr sz="1800" dirty="0">
                <a:latin typeface="Microsoft Sans Serif"/>
                <a:cs typeface="Microsoft Sans Serif"/>
              </a:rPr>
              <a:t>used</a:t>
            </a:r>
            <a:r>
              <a:rPr sz="1800" spc="-15" dirty="0">
                <a:latin typeface="Microsoft Sans Serif"/>
                <a:cs typeface="Microsoft Sans Serif"/>
              </a:rPr>
              <a:t> </a:t>
            </a:r>
            <a:r>
              <a:rPr sz="1800" dirty="0">
                <a:latin typeface="Microsoft Sans Serif"/>
                <a:cs typeface="Microsoft Sans Serif"/>
              </a:rPr>
              <a:t>as</a:t>
            </a:r>
            <a:r>
              <a:rPr sz="1800" spc="15" dirty="0">
                <a:latin typeface="Microsoft Sans Serif"/>
                <a:cs typeface="Microsoft Sans Serif"/>
              </a:rPr>
              <a:t> </a:t>
            </a:r>
            <a:r>
              <a:rPr sz="1800" dirty="0">
                <a:latin typeface="Microsoft Sans Serif"/>
                <a:cs typeface="Microsoft Sans Serif"/>
              </a:rPr>
              <a:t>inference</a:t>
            </a:r>
            <a:r>
              <a:rPr sz="1800" spc="-35" dirty="0">
                <a:latin typeface="Microsoft Sans Serif"/>
                <a:cs typeface="Microsoft Sans Serif"/>
              </a:rPr>
              <a:t> </a:t>
            </a:r>
            <a:r>
              <a:rPr sz="1800" dirty="0">
                <a:latin typeface="Microsoft Sans Serif"/>
                <a:cs typeface="Microsoft Sans Serif"/>
              </a:rPr>
              <a:t>rules</a:t>
            </a:r>
            <a:endParaRPr sz="1800">
              <a:latin typeface="Microsoft Sans Serif"/>
              <a:cs typeface="Microsoft Sans Serif"/>
            </a:endParaRPr>
          </a:p>
        </p:txBody>
      </p:sp>
      <p:sp>
        <p:nvSpPr>
          <p:cNvPr id="3" name="object 3"/>
          <p:cNvSpPr txBox="1">
            <a:spLocks noGrp="1"/>
          </p:cNvSpPr>
          <p:nvPr>
            <p:ph type="title"/>
          </p:nvPr>
        </p:nvSpPr>
        <p:spPr>
          <a:xfrm>
            <a:off x="383540" y="293878"/>
            <a:ext cx="6587490" cy="391160"/>
          </a:xfrm>
          <a:prstGeom prst="rect">
            <a:avLst/>
          </a:prstGeom>
        </p:spPr>
        <p:txBody>
          <a:bodyPr vert="horz" wrap="square" lIns="0" tIns="12700" rIns="0" bIns="0" rtlCol="0">
            <a:spAutoFit/>
          </a:bodyPr>
          <a:lstStyle/>
          <a:p>
            <a:pPr marL="12700">
              <a:lnSpc>
                <a:spcPct val="100000"/>
              </a:lnSpc>
              <a:spcBef>
                <a:spcPts val="100"/>
              </a:spcBef>
            </a:pPr>
            <a:r>
              <a:rPr spc="-130" dirty="0"/>
              <a:t>Inference</a:t>
            </a:r>
            <a:r>
              <a:rPr spc="-365" dirty="0"/>
              <a:t> </a:t>
            </a:r>
            <a:r>
              <a:rPr dirty="0"/>
              <a:t>:</a:t>
            </a:r>
            <a:r>
              <a:rPr spc="-310" dirty="0"/>
              <a:t> </a:t>
            </a:r>
            <a:r>
              <a:rPr spc="-120" dirty="0"/>
              <a:t>Example</a:t>
            </a:r>
            <a:r>
              <a:rPr spc="-405" dirty="0"/>
              <a:t> </a:t>
            </a:r>
            <a:r>
              <a:rPr dirty="0"/>
              <a:t>–</a:t>
            </a:r>
            <a:r>
              <a:rPr spc="-295" dirty="0"/>
              <a:t> </a:t>
            </a:r>
            <a:r>
              <a:rPr spc="-125" dirty="0"/>
              <a:t>Theorem</a:t>
            </a:r>
            <a:r>
              <a:rPr spc="-350" dirty="0"/>
              <a:t> </a:t>
            </a:r>
            <a:r>
              <a:rPr spc="-135" dirty="0"/>
              <a:t>Proving</a:t>
            </a:r>
            <a:r>
              <a:rPr spc="-310" dirty="0"/>
              <a:t> </a:t>
            </a:r>
            <a:r>
              <a:rPr spc="-114" dirty="0">
                <a:solidFill>
                  <a:srgbClr val="000000"/>
                </a:solidFill>
              </a:rPr>
              <a:t>(Self</a:t>
            </a:r>
            <a:r>
              <a:rPr spc="-365" dirty="0">
                <a:solidFill>
                  <a:srgbClr val="000000"/>
                </a:solidFill>
              </a:rPr>
              <a:t> </a:t>
            </a:r>
            <a:r>
              <a:rPr spc="-135" dirty="0">
                <a:solidFill>
                  <a:srgbClr val="000000"/>
                </a:solidFill>
              </a:rPr>
              <a:t>Study)</a:t>
            </a:r>
          </a:p>
        </p:txBody>
      </p:sp>
      <p:pic>
        <p:nvPicPr>
          <p:cNvPr id="4" name="object 4"/>
          <p:cNvPicPr/>
          <p:nvPr/>
        </p:nvPicPr>
        <p:blipFill>
          <a:blip r:embed="rId2" cstate="print"/>
          <a:stretch>
            <a:fillRect/>
          </a:stretch>
        </p:blipFill>
        <p:spPr>
          <a:xfrm>
            <a:off x="506326" y="2196605"/>
            <a:ext cx="6019875" cy="3102332"/>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23106" y="2873312"/>
            <a:ext cx="64135" cy="255904"/>
          </a:xfrm>
          <a:prstGeom prst="rect">
            <a:avLst/>
          </a:prstGeom>
        </p:spPr>
        <p:txBody>
          <a:bodyPr vert="horz" wrap="square" lIns="0" tIns="0" rIns="0" bIns="0" rtlCol="0">
            <a:spAutoFit/>
          </a:bodyPr>
          <a:lstStyle/>
          <a:p>
            <a:pPr>
              <a:lnSpc>
                <a:spcPts val="1989"/>
              </a:lnSpc>
            </a:pPr>
            <a:r>
              <a:rPr sz="1800" dirty="0">
                <a:latin typeface="Microsoft Sans Serif"/>
                <a:cs typeface="Microsoft Sans Serif"/>
              </a:rPr>
              <a:t>.</a:t>
            </a:r>
            <a:endParaRPr sz="1800">
              <a:latin typeface="Microsoft Sans Serif"/>
              <a:cs typeface="Microsoft Sans Serif"/>
            </a:endParaRPr>
          </a:p>
        </p:txBody>
      </p:sp>
      <p:sp>
        <p:nvSpPr>
          <p:cNvPr id="3" name="object 3"/>
          <p:cNvSpPr txBox="1"/>
          <p:nvPr/>
        </p:nvSpPr>
        <p:spPr>
          <a:xfrm>
            <a:off x="383540" y="1467227"/>
            <a:ext cx="3751579" cy="2660015"/>
          </a:xfrm>
          <a:prstGeom prst="rect">
            <a:avLst/>
          </a:prstGeom>
        </p:spPr>
        <p:txBody>
          <a:bodyPr vert="horz" wrap="square" lIns="0" tIns="67310" rIns="0" bIns="0" rtlCol="0">
            <a:spAutoFit/>
          </a:bodyPr>
          <a:lstStyle/>
          <a:p>
            <a:pPr marL="356870" indent="-344805">
              <a:lnSpc>
                <a:spcPct val="100000"/>
              </a:lnSpc>
              <a:spcBef>
                <a:spcPts val="530"/>
              </a:spcBef>
              <a:buClr>
                <a:srgbClr val="0F1141"/>
              </a:buClr>
              <a:buAutoNum type="arabicPeriod"/>
              <a:tabLst>
                <a:tab pos="356870" algn="l"/>
                <a:tab pos="357505" algn="l"/>
              </a:tabLst>
            </a:pPr>
            <a:r>
              <a:rPr sz="1800" b="1" dirty="0">
                <a:latin typeface="Arial"/>
                <a:cs typeface="Arial"/>
              </a:rPr>
              <a:t>Modes</a:t>
            </a:r>
            <a:r>
              <a:rPr sz="1800" b="1" spc="-75" dirty="0">
                <a:latin typeface="Arial"/>
                <a:cs typeface="Arial"/>
              </a:rPr>
              <a:t> </a:t>
            </a:r>
            <a:r>
              <a:rPr sz="1800" b="1" dirty="0">
                <a:latin typeface="Arial"/>
                <a:cs typeface="Arial"/>
              </a:rPr>
              <a:t>Ponens</a:t>
            </a:r>
            <a:endParaRPr sz="1800">
              <a:latin typeface="Arial"/>
              <a:cs typeface="Arial"/>
            </a:endParaRPr>
          </a:p>
          <a:p>
            <a:pPr marL="356870" indent="-344805">
              <a:lnSpc>
                <a:spcPct val="100000"/>
              </a:lnSpc>
              <a:spcBef>
                <a:spcPts val="430"/>
              </a:spcBef>
              <a:buClr>
                <a:srgbClr val="0F1141"/>
              </a:buClr>
              <a:buAutoNum type="arabicPeriod"/>
              <a:tabLst>
                <a:tab pos="356870" algn="l"/>
                <a:tab pos="357505" algn="l"/>
              </a:tabLst>
            </a:pPr>
            <a:r>
              <a:rPr sz="1800" spc="-5" dirty="0">
                <a:latin typeface="Microsoft Sans Serif"/>
                <a:cs typeface="Microsoft Sans Serif"/>
              </a:rPr>
              <a:t>AND Elimination</a:t>
            </a:r>
            <a:endParaRPr sz="1800">
              <a:latin typeface="Microsoft Sans Serif"/>
              <a:cs typeface="Microsoft Sans Serif"/>
            </a:endParaRPr>
          </a:p>
          <a:p>
            <a:pPr>
              <a:lnSpc>
                <a:spcPct val="100000"/>
              </a:lnSpc>
            </a:pPr>
            <a:endParaRPr sz="2000">
              <a:latin typeface="Microsoft Sans Serif"/>
              <a:cs typeface="Microsoft Sans Serif"/>
            </a:endParaRPr>
          </a:p>
          <a:p>
            <a:pPr>
              <a:lnSpc>
                <a:spcPct val="100000"/>
              </a:lnSpc>
              <a:spcBef>
                <a:spcPts val="15"/>
              </a:spcBef>
            </a:pPr>
            <a:endParaRPr sz="2950">
              <a:latin typeface="Microsoft Sans Serif"/>
              <a:cs typeface="Microsoft Sans Serif"/>
            </a:endParaRPr>
          </a:p>
          <a:p>
            <a:pPr marL="12700">
              <a:lnSpc>
                <a:spcPct val="100000"/>
              </a:lnSpc>
            </a:pPr>
            <a:r>
              <a:rPr sz="1800" b="1" dirty="0">
                <a:latin typeface="Arial"/>
                <a:cs typeface="Arial"/>
              </a:rPr>
              <a:t>α</a:t>
            </a:r>
            <a:r>
              <a:rPr sz="1800" b="1" spc="-5" dirty="0">
                <a:latin typeface="Arial"/>
                <a:cs typeface="Arial"/>
              </a:rPr>
              <a:t> </a:t>
            </a:r>
            <a:r>
              <a:rPr sz="1800" b="1" dirty="0">
                <a:latin typeface="Arial"/>
                <a:cs typeface="Arial"/>
              </a:rPr>
              <a:t>:</a:t>
            </a:r>
            <a:r>
              <a:rPr sz="1800" b="1" spc="-5" dirty="0">
                <a:latin typeface="Arial"/>
                <a:cs typeface="Arial"/>
              </a:rPr>
              <a:t> </a:t>
            </a:r>
            <a:r>
              <a:rPr sz="1800" dirty="0">
                <a:latin typeface="Microsoft Sans Serif"/>
                <a:cs typeface="Microsoft Sans Serif"/>
              </a:rPr>
              <a:t>I</a:t>
            </a:r>
            <a:r>
              <a:rPr sz="1800" spc="20" dirty="0">
                <a:latin typeface="Microsoft Sans Serif"/>
                <a:cs typeface="Microsoft Sans Serif"/>
              </a:rPr>
              <a:t> </a:t>
            </a:r>
            <a:r>
              <a:rPr sz="1800" spc="-10" dirty="0">
                <a:latin typeface="Microsoft Sans Serif"/>
                <a:cs typeface="Microsoft Sans Serif"/>
              </a:rPr>
              <a:t>walk</a:t>
            </a:r>
            <a:r>
              <a:rPr sz="1800" spc="25" dirty="0">
                <a:latin typeface="Microsoft Sans Serif"/>
                <a:cs typeface="Microsoft Sans Serif"/>
              </a:rPr>
              <a:t> </a:t>
            </a:r>
            <a:r>
              <a:rPr sz="1800" spc="-5" dirty="0">
                <a:latin typeface="Microsoft Sans Serif"/>
                <a:cs typeface="Microsoft Sans Serif"/>
              </a:rPr>
              <a:t>in</a:t>
            </a:r>
            <a:r>
              <a:rPr sz="1800" dirty="0">
                <a:latin typeface="Microsoft Sans Serif"/>
                <a:cs typeface="Microsoft Sans Serif"/>
              </a:rPr>
              <a:t> </a:t>
            </a:r>
            <a:r>
              <a:rPr sz="1800" spc="-5" dirty="0">
                <a:latin typeface="Microsoft Sans Serif"/>
                <a:cs typeface="Microsoft Sans Serif"/>
              </a:rPr>
              <a:t>rain</a:t>
            </a:r>
            <a:r>
              <a:rPr sz="1800" spc="5" dirty="0">
                <a:latin typeface="Microsoft Sans Serif"/>
                <a:cs typeface="Microsoft Sans Serif"/>
              </a:rPr>
              <a:t> </a:t>
            </a:r>
            <a:r>
              <a:rPr sz="1800" spc="-5" dirty="0">
                <a:latin typeface="Microsoft Sans Serif"/>
                <a:cs typeface="Microsoft Sans Serif"/>
              </a:rPr>
              <a:t>without</a:t>
            </a:r>
            <a:r>
              <a:rPr sz="1800" dirty="0">
                <a:latin typeface="Microsoft Sans Serif"/>
                <a:cs typeface="Microsoft Sans Serif"/>
              </a:rPr>
              <a:t> the umbrella</a:t>
            </a:r>
            <a:endParaRPr sz="1800">
              <a:latin typeface="Microsoft Sans Serif"/>
              <a:cs typeface="Microsoft Sans Serif"/>
            </a:endParaRPr>
          </a:p>
          <a:p>
            <a:pPr marL="12700">
              <a:lnSpc>
                <a:spcPct val="100000"/>
              </a:lnSpc>
              <a:spcBef>
                <a:spcPts val="434"/>
              </a:spcBef>
            </a:pPr>
            <a:r>
              <a:rPr sz="1800" b="1" dirty="0">
                <a:latin typeface="Arial"/>
                <a:cs typeface="Arial"/>
              </a:rPr>
              <a:t>β</a:t>
            </a:r>
            <a:r>
              <a:rPr sz="1800" b="1" spc="-10" dirty="0">
                <a:latin typeface="Arial"/>
                <a:cs typeface="Arial"/>
              </a:rPr>
              <a:t> </a:t>
            </a:r>
            <a:r>
              <a:rPr sz="1800" b="1" dirty="0">
                <a:latin typeface="Arial"/>
                <a:cs typeface="Arial"/>
              </a:rPr>
              <a:t>:</a:t>
            </a:r>
            <a:r>
              <a:rPr sz="1800" b="1" spc="-20" dirty="0">
                <a:latin typeface="Arial"/>
                <a:cs typeface="Arial"/>
              </a:rPr>
              <a:t> </a:t>
            </a:r>
            <a:r>
              <a:rPr sz="1800" dirty="0">
                <a:latin typeface="Microsoft Sans Serif"/>
                <a:cs typeface="Microsoft Sans Serif"/>
              </a:rPr>
              <a:t>I</a:t>
            </a:r>
            <a:r>
              <a:rPr sz="1800" spc="-15" dirty="0">
                <a:latin typeface="Microsoft Sans Serif"/>
                <a:cs typeface="Microsoft Sans Serif"/>
              </a:rPr>
              <a:t> </a:t>
            </a:r>
            <a:r>
              <a:rPr sz="1800" dirty="0">
                <a:latin typeface="Microsoft Sans Serif"/>
                <a:cs typeface="Microsoft Sans Serif"/>
              </a:rPr>
              <a:t>get</a:t>
            </a:r>
            <a:r>
              <a:rPr sz="1800" spc="-15" dirty="0">
                <a:latin typeface="Microsoft Sans Serif"/>
                <a:cs typeface="Microsoft Sans Serif"/>
              </a:rPr>
              <a:t> </a:t>
            </a:r>
            <a:r>
              <a:rPr sz="1800" spc="-10" dirty="0">
                <a:latin typeface="Microsoft Sans Serif"/>
                <a:cs typeface="Microsoft Sans Serif"/>
              </a:rPr>
              <a:t>wet</a:t>
            </a:r>
            <a:endParaRPr sz="1800">
              <a:latin typeface="Microsoft Sans Serif"/>
              <a:cs typeface="Microsoft Sans Serif"/>
            </a:endParaRPr>
          </a:p>
          <a:p>
            <a:pPr>
              <a:lnSpc>
                <a:spcPct val="100000"/>
              </a:lnSpc>
              <a:spcBef>
                <a:spcPts val="25"/>
              </a:spcBef>
            </a:pPr>
            <a:endParaRPr sz="2650">
              <a:latin typeface="Microsoft Sans Serif"/>
              <a:cs typeface="Microsoft Sans Serif"/>
            </a:endParaRPr>
          </a:p>
          <a:p>
            <a:pPr marL="12700">
              <a:lnSpc>
                <a:spcPct val="100000"/>
              </a:lnSpc>
              <a:tabLst>
                <a:tab pos="1582420" algn="l"/>
              </a:tabLst>
            </a:pPr>
            <a:r>
              <a:rPr sz="1800" b="1" dirty="0">
                <a:latin typeface="Arial"/>
                <a:cs typeface="Arial"/>
              </a:rPr>
              <a:t>α </a:t>
            </a:r>
            <a:r>
              <a:rPr sz="1800" dirty="0">
                <a:latin typeface="Wingdings"/>
                <a:cs typeface="Wingdings"/>
              </a:rPr>
              <a:t></a:t>
            </a:r>
            <a:r>
              <a:rPr sz="1800" spc="-60" dirty="0">
                <a:latin typeface="Times New Roman"/>
                <a:cs typeface="Times New Roman"/>
              </a:rPr>
              <a:t> </a:t>
            </a:r>
            <a:r>
              <a:rPr sz="1800" b="1" dirty="0">
                <a:latin typeface="Arial"/>
                <a:cs typeface="Arial"/>
              </a:rPr>
              <a:t>β	α</a:t>
            </a:r>
            <a:endParaRPr sz="1800">
              <a:latin typeface="Arial"/>
              <a:cs typeface="Arial"/>
            </a:endParaRPr>
          </a:p>
        </p:txBody>
      </p:sp>
      <p:sp>
        <p:nvSpPr>
          <p:cNvPr id="4" name="object 4"/>
          <p:cNvSpPr txBox="1"/>
          <p:nvPr/>
        </p:nvSpPr>
        <p:spPr>
          <a:xfrm>
            <a:off x="1273810" y="5143957"/>
            <a:ext cx="165735"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β</a:t>
            </a:r>
            <a:endParaRPr sz="1800">
              <a:latin typeface="Arial"/>
              <a:cs typeface="Arial"/>
            </a:endParaRPr>
          </a:p>
        </p:txBody>
      </p:sp>
      <p:sp>
        <p:nvSpPr>
          <p:cNvPr id="5" name="object 5"/>
          <p:cNvSpPr txBox="1">
            <a:spLocks noGrp="1"/>
          </p:cNvSpPr>
          <p:nvPr>
            <p:ph type="title"/>
          </p:nvPr>
        </p:nvSpPr>
        <p:spPr>
          <a:xfrm>
            <a:off x="383540" y="202057"/>
            <a:ext cx="2777490" cy="941069"/>
          </a:xfrm>
          <a:prstGeom prst="rect">
            <a:avLst/>
          </a:prstGeom>
        </p:spPr>
        <p:txBody>
          <a:bodyPr vert="horz" wrap="square" lIns="0" tIns="12700" rIns="0" bIns="0" rtlCol="0">
            <a:spAutoFit/>
          </a:bodyPr>
          <a:lstStyle/>
          <a:p>
            <a:pPr marL="12700" marR="5080">
              <a:lnSpc>
                <a:spcPct val="125099"/>
              </a:lnSpc>
              <a:spcBef>
                <a:spcPts val="100"/>
              </a:spcBef>
            </a:pPr>
            <a:r>
              <a:rPr spc="-140" dirty="0"/>
              <a:t>I</a:t>
            </a:r>
            <a:r>
              <a:rPr spc="-145" dirty="0"/>
              <a:t>n</a:t>
            </a:r>
            <a:r>
              <a:rPr spc="-150" dirty="0"/>
              <a:t>f</a:t>
            </a:r>
            <a:r>
              <a:rPr spc="-140" dirty="0"/>
              <a:t>e</a:t>
            </a:r>
            <a:r>
              <a:rPr spc="-145" dirty="0"/>
              <a:t>r</a:t>
            </a:r>
            <a:r>
              <a:rPr spc="-140" dirty="0"/>
              <a:t>e</a:t>
            </a:r>
            <a:r>
              <a:rPr spc="-145" dirty="0"/>
              <a:t>n</a:t>
            </a:r>
            <a:r>
              <a:rPr spc="-140" dirty="0"/>
              <a:t>c</a:t>
            </a:r>
            <a:r>
              <a:rPr spc="-5" dirty="0"/>
              <a:t>e</a:t>
            </a:r>
            <a:r>
              <a:rPr spc="-365" dirty="0"/>
              <a:t> </a:t>
            </a:r>
            <a:r>
              <a:rPr dirty="0"/>
              <a:t>:</a:t>
            </a:r>
            <a:r>
              <a:rPr spc="-310" dirty="0"/>
              <a:t> </a:t>
            </a:r>
            <a:r>
              <a:rPr spc="-135" dirty="0"/>
              <a:t>E</a:t>
            </a:r>
            <a:r>
              <a:rPr spc="-140" dirty="0"/>
              <a:t>xa</a:t>
            </a:r>
            <a:r>
              <a:rPr spc="-145" dirty="0"/>
              <a:t>mp</a:t>
            </a:r>
            <a:r>
              <a:rPr spc="-140" dirty="0"/>
              <a:t>l</a:t>
            </a:r>
            <a:r>
              <a:rPr spc="-5" dirty="0"/>
              <a:t>e</a:t>
            </a:r>
            <a:r>
              <a:rPr spc="-405" dirty="0"/>
              <a:t> </a:t>
            </a:r>
            <a:r>
              <a:rPr dirty="0"/>
              <a:t>–  </a:t>
            </a:r>
            <a:r>
              <a:rPr spc="-145" dirty="0"/>
              <a:t>Th</a:t>
            </a:r>
            <a:r>
              <a:rPr spc="-140" dirty="0"/>
              <a:t>e</a:t>
            </a:r>
            <a:r>
              <a:rPr spc="-145" dirty="0"/>
              <a:t>or</a:t>
            </a:r>
            <a:r>
              <a:rPr spc="-140" dirty="0"/>
              <a:t>e</a:t>
            </a:r>
            <a:r>
              <a:rPr spc="-5" dirty="0"/>
              <a:t>m</a:t>
            </a:r>
            <a:r>
              <a:rPr spc="-365" dirty="0"/>
              <a:t> </a:t>
            </a:r>
            <a:r>
              <a:rPr spc="-140" dirty="0"/>
              <a:t>P</a:t>
            </a:r>
            <a:r>
              <a:rPr spc="-150" dirty="0"/>
              <a:t>ro</a:t>
            </a:r>
            <a:r>
              <a:rPr spc="-190" dirty="0"/>
              <a:t>v</a:t>
            </a:r>
            <a:r>
              <a:rPr spc="-140" dirty="0"/>
              <a:t>i</a:t>
            </a:r>
            <a:r>
              <a:rPr spc="-150" dirty="0"/>
              <a:t>n</a:t>
            </a:r>
            <a:r>
              <a:rPr dirty="0"/>
              <a:t>g</a:t>
            </a:r>
          </a:p>
        </p:txBody>
      </p:sp>
      <p:pic>
        <p:nvPicPr>
          <p:cNvPr id="6" name="object 6"/>
          <p:cNvPicPr/>
          <p:nvPr/>
        </p:nvPicPr>
        <p:blipFill>
          <a:blip r:embed="rId2" cstate="print"/>
          <a:stretch>
            <a:fillRect/>
          </a:stretch>
        </p:blipFill>
        <p:spPr>
          <a:xfrm>
            <a:off x="4130040" y="0"/>
            <a:ext cx="5013959" cy="3255264"/>
          </a:xfrm>
          <a:prstGeom prst="rect">
            <a:avLst/>
          </a:prstGeom>
        </p:spPr>
      </p:pic>
      <p:sp>
        <p:nvSpPr>
          <p:cNvPr id="7" name="object 7"/>
          <p:cNvSpPr/>
          <p:nvPr/>
        </p:nvSpPr>
        <p:spPr>
          <a:xfrm>
            <a:off x="867575" y="4104385"/>
            <a:ext cx="410209" cy="810895"/>
          </a:xfrm>
          <a:custGeom>
            <a:avLst/>
            <a:gdLst/>
            <a:ahLst/>
            <a:cxnLst/>
            <a:rect l="l" t="t" r="r" b="b"/>
            <a:pathLst>
              <a:path w="410209" h="810895">
                <a:moveTo>
                  <a:pt x="369944" y="745526"/>
                </a:moveTo>
                <a:lnTo>
                  <a:pt x="341553" y="759713"/>
                </a:lnTo>
                <a:lnTo>
                  <a:pt x="409663" y="810894"/>
                </a:lnTo>
                <a:lnTo>
                  <a:pt x="409663" y="756919"/>
                </a:lnTo>
                <a:lnTo>
                  <a:pt x="375640" y="756919"/>
                </a:lnTo>
                <a:lnTo>
                  <a:pt x="369944" y="745526"/>
                </a:lnTo>
                <a:close/>
              </a:path>
              <a:path w="410209" h="810895">
                <a:moveTo>
                  <a:pt x="381313" y="739845"/>
                </a:moveTo>
                <a:lnTo>
                  <a:pt x="369944" y="745526"/>
                </a:lnTo>
                <a:lnTo>
                  <a:pt x="375640" y="756919"/>
                </a:lnTo>
                <a:lnTo>
                  <a:pt x="386994" y="751205"/>
                </a:lnTo>
                <a:lnTo>
                  <a:pt x="381313" y="739845"/>
                </a:lnTo>
                <a:close/>
              </a:path>
              <a:path w="410209" h="810895">
                <a:moveTo>
                  <a:pt x="409663" y="725677"/>
                </a:moveTo>
                <a:lnTo>
                  <a:pt x="381313" y="739845"/>
                </a:lnTo>
                <a:lnTo>
                  <a:pt x="386994" y="751205"/>
                </a:lnTo>
                <a:lnTo>
                  <a:pt x="375640" y="756919"/>
                </a:lnTo>
                <a:lnTo>
                  <a:pt x="409663" y="756919"/>
                </a:lnTo>
                <a:lnTo>
                  <a:pt x="409663" y="725677"/>
                </a:lnTo>
                <a:close/>
              </a:path>
              <a:path w="410209" h="810895">
                <a:moveTo>
                  <a:pt x="11353" y="0"/>
                </a:moveTo>
                <a:lnTo>
                  <a:pt x="0" y="5587"/>
                </a:lnTo>
                <a:lnTo>
                  <a:pt x="369944" y="745526"/>
                </a:lnTo>
                <a:lnTo>
                  <a:pt x="381313" y="739845"/>
                </a:lnTo>
                <a:lnTo>
                  <a:pt x="11353" y="0"/>
                </a:lnTo>
                <a:close/>
              </a:path>
            </a:pathLst>
          </a:custGeom>
          <a:solidFill>
            <a:srgbClr val="000000"/>
          </a:solidFill>
        </p:spPr>
        <p:txBody>
          <a:bodyPr wrap="square" lIns="0" tIns="0" rIns="0" bIns="0" rtlCol="0"/>
          <a:lstStyle/>
          <a:p>
            <a:endParaRPr/>
          </a:p>
        </p:txBody>
      </p:sp>
      <p:sp>
        <p:nvSpPr>
          <p:cNvPr id="8" name="object 8"/>
          <p:cNvSpPr/>
          <p:nvPr/>
        </p:nvSpPr>
        <p:spPr>
          <a:xfrm>
            <a:off x="1446275" y="4103878"/>
            <a:ext cx="473709" cy="790575"/>
          </a:xfrm>
          <a:custGeom>
            <a:avLst/>
            <a:gdLst/>
            <a:ahLst/>
            <a:cxnLst/>
            <a:rect l="l" t="t" r="r" b="b"/>
            <a:pathLst>
              <a:path w="473710" h="790575">
                <a:moveTo>
                  <a:pt x="6223" y="705104"/>
                </a:moveTo>
                <a:lnTo>
                  <a:pt x="0" y="790067"/>
                </a:lnTo>
                <a:lnTo>
                  <a:pt x="71755" y="744093"/>
                </a:lnTo>
                <a:lnTo>
                  <a:pt x="62789" y="738759"/>
                </a:lnTo>
                <a:lnTo>
                  <a:pt x="37973" y="738759"/>
                </a:lnTo>
                <a:lnTo>
                  <a:pt x="27051" y="732282"/>
                </a:lnTo>
                <a:lnTo>
                  <a:pt x="33544" y="721359"/>
                </a:lnTo>
                <a:lnTo>
                  <a:pt x="6223" y="705104"/>
                </a:lnTo>
                <a:close/>
              </a:path>
              <a:path w="473710" h="790575">
                <a:moveTo>
                  <a:pt x="33544" y="721359"/>
                </a:moveTo>
                <a:lnTo>
                  <a:pt x="27051" y="732282"/>
                </a:lnTo>
                <a:lnTo>
                  <a:pt x="37973" y="738759"/>
                </a:lnTo>
                <a:lnTo>
                  <a:pt x="44458" y="727852"/>
                </a:lnTo>
                <a:lnTo>
                  <a:pt x="33544" y="721359"/>
                </a:lnTo>
                <a:close/>
              </a:path>
              <a:path w="473710" h="790575">
                <a:moveTo>
                  <a:pt x="44458" y="727852"/>
                </a:moveTo>
                <a:lnTo>
                  <a:pt x="37973" y="738759"/>
                </a:lnTo>
                <a:lnTo>
                  <a:pt x="62789" y="738759"/>
                </a:lnTo>
                <a:lnTo>
                  <a:pt x="44458" y="727852"/>
                </a:lnTo>
                <a:close/>
              </a:path>
              <a:path w="473710" h="790575">
                <a:moveTo>
                  <a:pt x="462406" y="0"/>
                </a:moveTo>
                <a:lnTo>
                  <a:pt x="33544" y="721359"/>
                </a:lnTo>
                <a:lnTo>
                  <a:pt x="44458" y="727852"/>
                </a:lnTo>
                <a:lnTo>
                  <a:pt x="473329" y="6604"/>
                </a:lnTo>
                <a:lnTo>
                  <a:pt x="462406" y="0"/>
                </a:lnTo>
                <a:close/>
              </a:path>
            </a:pathLst>
          </a:custGeom>
          <a:solidFill>
            <a:srgbClr val="000000"/>
          </a:solidFill>
        </p:spPr>
        <p:txBody>
          <a:bodyPr wrap="square" lIns="0" tIns="0" rIns="0" bIns="0" rtlCol="0"/>
          <a:lstStyle/>
          <a:p>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23106" y="2873312"/>
            <a:ext cx="64135" cy="255904"/>
          </a:xfrm>
          <a:prstGeom prst="rect">
            <a:avLst/>
          </a:prstGeom>
        </p:spPr>
        <p:txBody>
          <a:bodyPr vert="horz" wrap="square" lIns="0" tIns="0" rIns="0" bIns="0" rtlCol="0">
            <a:spAutoFit/>
          </a:bodyPr>
          <a:lstStyle/>
          <a:p>
            <a:pPr>
              <a:lnSpc>
                <a:spcPts val="1989"/>
              </a:lnSpc>
            </a:pPr>
            <a:r>
              <a:rPr sz="1800" dirty="0">
                <a:latin typeface="Microsoft Sans Serif"/>
                <a:cs typeface="Microsoft Sans Serif"/>
              </a:rPr>
              <a:t>.</a:t>
            </a:r>
            <a:endParaRPr sz="1800">
              <a:latin typeface="Microsoft Sans Serif"/>
              <a:cs typeface="Microsoft Sans Serif"/>
            </a:endParaRPr>
          </a:p>
        </p:txBody>
      </p:sp>
      <p:sp>
        <p:nvSpPr>
          <p:cNvPr id="3" name="object 3"/>
          <p:cNvSpPr txBox="1"/>
          <p:nvPr/>
        </p:nvSpPr>
        <p:spPr>
          <a:xfrm>
            <a:off x="447852" y="5143957"/>
            <a:ext cx="166370"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α</a:t>
            </a:r>
            <a:endParaRPr sz="1800">
              <a:latin typeface="Arial"/>
              <a:cs typeface="Arial"/>
            </a:endParaRPr>
          </a:p>
        </p:txBody>
      </p:sp>
      <p:sp>
        <p:nvSpPr>
          <p:cNvPr id="4" name="object 4"/>
          <p:cNvSpPr txBox="1"/>
          <p:nvPr/>
        </p:nvSpPr>
        <p:spPr>
          <a:xfrm>
            <a:off x="1731391" y="5143957"/>
            <a:ext cx="165735"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β</a:t>
            </a:r>
            <a:endParaRPr sz="1800">
              <a:latin typeface="Arial"/>
              <a:cs typeface="Arial"/>
            </a:endParaRPr>
          </a:p>
        </p:txBody>
      </p:sp>
      <p:sp>
        <p:nvSpPr>
          <p:cNvPr id="5" name="object 5"/>
          <p:cNvSpPr txBox="1">
            <a:spLocks noGrp="1"/>
          </p:cNvSpPr>
          <p:nvPr>
            <p:ph type="title"/>
          </p:nvPr>
        </p:nvSpPr>
        <p:spPr>
          <a:xfrm>
            <a:off x="383540" y="202057"/>
            <a:ext cx="2777490" cy="941069"/>
          </a:xfrm>
          <a:prstGeom prst="rect">
            <a:avLst/>
          </a:prstGeom>
        </p:spPr>
        <p:txBody>
          <a:bodyPr vert="horz" wrap="square" lIns="0" tIns="12700" rIns="0" bIns="0" rtlCol="0">
            <a:spAutoFit/>
          </a:bodyPr>
          <a:lstStyle/>
          <a:p>
            <a:pPr marL="12700" marR="5080">
              <a:lnSpc>
                <a:spcPct val="125099"/>
              </a:lnSpc>
              <a:spcBef>
                <a:spcPts val="100"/>
              </a:spcBef>
            </a:pPr>
            <a:r>
              <a:rPr spc="-140" dirty="0"/>
              <a:t>I</a:t>
            </a:r>
            <a:r>
              <a:rPr spc="-145" dirty="0"/>
              <a:t>n</a:t>
            </a:r>
            <a:r>
              <a:rPr spc="-150" dirty="0"/>
              <a:t>f</a:t>
            </a:r>
            <a:r>
              <a:rPr spc="-140" dirty="0"/>
              <a:t>e</a:t>
            </a:r>
            <a:r>
              <a:rPr spc="-145" dirty="0"/>
              <a:t>r</a:t>
            </a:r>
            <a:r>
              <a:rPr spc="-140" dirty="0"/>
              <a:t>e</a:t>
            </a:r>
            <a:r>
              <a:rPr spc="-145" dirty="0"/>
              <a:t>n</a:t>
            </a:r>
            <a:r>
              <a:rPr spc="-140" dirty="0"/>
              <a:t>c</a:t>
            </a:r>
            <a:r>
              <a:rPr spc="-5" dirty="0"/>
              <a:t>e</a:t>
            </a:r>
            <a:r>
              <a:rPr spc="-365" dirty="0"/>
              <a:t> </a:t>
            </a:r>
            <a:r>
              <a:rPr dirty="0"/>
              <a:t>:</a:t>
            </a:r>
            <a:r>
              <a:rPr spc="-310" dirty="0"/>
              <a:t> </a:t>
            </a:r>
            <a:r>
              <a:rPr spc="-135" dirty="0"/>
              <a:t>E</a:t>
            </a:r>
            <a:r>
              <a:rPr spc="-140" dirty="0"/>
              <a:t>xa</a:t>
            </a:r>
            <a:r>
              <a:rPr spc="-145" dirty="0"/>
              <a:t>mp</a:t>
            </a:r>
            <a:r>
              <a:rPr spc="-140" dirty="0"/>
              <a:t>l</a:t>
            </a:r>
            <a:r>
              <a:rPr spc="-5" dirty="0"/>
              <a:t>e</a:t>
            </a:r>
            <a:r>
              <a:rPr spc="-405" dirty="0"/>
              <a:t> </a:t>
            </a:r>
            <a:r>
              <a:rPr dirty="0"/>
              <a:t>–  </a:t>
            </a:r>
            <a:r>
              <a:rPr spc="-145" dirty="0"/>
              <a:t>Th</a:t>
            </a:r>
            <a:r>
              <a:rPr spc="-140" dirty="0"/>
              <a:t>e</a:t>
            </a:r>
            <a:r>
              <a:rPr spc="-145" dirty="0"/>
              <a:t>or</a:t>
            </a:r>
            <a:r>
              <a:rPr spc="-140" dirty="0"/>
              <a:t>e</a:t>
            </a:r>
            <a:r>
              <a:rPr spc="-5" dirty="0"/>
              <a:t>m</a:t>
            </a:r>
            <a:r>
              <a:rPr spc="-365" dirty="0"/>
              <a:t> </a:t>
            </a:r>
            <a:r>
              <a:rPr spc="-140" dirty="0"/>
              <a:t>P</a:t>
            </a:r>
            <a:r>
              <a:rPr spc="-150" dirty="0"/>
              <a:t>ro</a:t>
            </a:r>
            <a:r>
              <a:rPr spc="-190" dirty="0"/>
              <a:t>v</a:t>
            </a:r>
            <a:r>
              <a:rPr spc="-140" dirty="0"/>
              <a:t>i</a:t>
            </a:r>
            <a:r>
              <a:rPr spc="-150" dirty="0"/>
              <a:t>n</a:t>
            </a:r>
            <a:r>
              <a:rPr dirty="0"/>
              <a:t>g</a:t>
            </a:r>
          </a:p>
        </p:txBody>
      </p:sp>
      <p:pic>
        <p:nvPicPr>
          <p:cNvPr id="6" name="object 6"/>
          <p:cNvPicPr/>
          <p:nvPr/>
        </p:nvPicPr>
        <p:blipFill>
          <a:blip r:embed="rId2" cstate="print"/>
          <a:stretch>
            <a:fillRect/>
          </a:stretch>
        </p:blipFill>
        <p:spPr>
          <a:xfrm>
            <a:off x="4130040" y="0"/>
            <a:ext cx="5013959" cy="3255264"/>
          </a:xfrm>
          <a:prstGeom prst="rect">
            <a:avLst/>
          </a:prstGeom>
        </p:spPr>
      </p:pic>
      <p:sp>
        <p:nvSpPr>
          <p:cNvPr id="7" name="object 7"/>
          <p:cNvSpPr/>
          <p:nvPr/>
        </p:nvSpPr>
        <p:spPr>
          <a:xfrm>
            <a:off x="574548" y="4104004"/>
            <a:ext cx="1193165" cy="1087755"/>
          </a:xfrm>
          <a:custGeom>
            <a:avLst/>
            <a:gdLst/>
            <a:ahLst/>
            <a:cxnLst/>
            <a:rect l="l" t="t" r="r" b="b"/>
            <a:pathLst>
              <a:path w="1193164" h="1087754">
                <a:moveTo>
                  <a:pt x="1192784" y="1087755"/>
                </a:moveTo>
                <a:lnTo>
                  <a:pt x="1189977" y="1035685"/>
                </a:lnTo>
                <a:lnTo>
                  <a:pt x="1188212" y="1002665"/>
                </a:lnTo>
                <a:lnTo>
                  <a:pt x="1160602" y="1018324"/>
                </a:lnTo>
                <a:lnTo>
                  <a:pt x="581596" y="0"/>
                </a:lnTo>
                <a:lnTo>
                  <a:pt x="575157" y="3708"/>
                </a:lnTo>
                <a:lnTo>
                  <a:pt x="568540" y="254"/>
                </a:lnTo>
                <a:lnTo>
                  <a:pt x="30010" y="1017397"/>
                </a:lnTo>
                <a:lnTo>
                  <a:pt x="1981" y="1002538"/>
                </a:lnTo>
                <a:lnTo>
                  <a:pt x="0" y="1087755"/>
                </a:lnTo>
                <a:lnTo>
                  <a:pt x="69329" y="1038225"/>
                </a:lnTo>
                <a:lnTo>
                  <a:pt x="62369" y="1034542"/>
                </a:lnTo>
                <a:lnTo>
                  <a:pt x="41236" y="1023353"/>
                </a:lnTo>
                <a:lnTo>
                  <a:pt x="575246" y="14630"/>
                </a:lnTo>
                <a:lnTo>
                  <a:pt x="1149515" y="1024610"/>
                </a:lnTo>
                <a:lnTo>
                  <a:pt x="1121918" y="1040257"/>
                </a:lnTo>
                <a:lnTo>
                  <a:pt x="1192784" y="1087755"/>
                </a:lnTo>
                <a:close/>
              </a:path>
            </a:pathLst>
          </a:custGeom>
          <a:solidFill>
            <a:srgbClr val="000000"/>
          </a:solidFill>
        </p:spPr>
        <p:txBody>
          <a:bodyPr wrap="square" lIns="0" tIns="0" rIns="0" bIns="0" rtlCol="0"/>
          <a:lstStyle/>
          <a:p>
            <a:endParaRPr/>
          </a:p>
        </p:txBody>
      </p:sp>
      <p:sp>
        <p:nvSpPr>
          <p:cNvPr id="8" name="object 8"/>
          <p:cNvSpPr txBox="1">
            <a:spLocks noGrp="1"/>
          </p:cNvSpPr>
          <p:nvPr>
            <p:ph type="body" idx="1"/>
          </p:nvPr>
        </p:nvSpPr>
        <p:spPr>
          <a:prstGeom prst="rect">
            <a:avLst/>
          </a:prstGeom>
        </p:spPr>
        <p:txBody>
          <a:bodyPr vert="horz" wrap="square" lIns="0" tIns="67310" rIns="0" bIns="0" rtlCol="0">
            <a:spAutoFit/>
          </a:bodyPr>
          <a:lstStyle/>
          <a:p>
            <a:pPr marL="369570" indent="-344805">
              <a:lnSpc>
                <a:spcPct val="100000"/>
              </a:lnSpc>
              <a:spcBef>
                <a:spcPts val="530"/>
              </a:spcBef>
              <a:buClr>
                <a:srgbClr val="0F1141"/>
              </a:buClr>
              <a:buAutoNum type="arabicPeriod"/>
              <a:tabLst>
                <a:tab pos="369570" algn="l"/>
                <a:tab pos="370205" algn="l"/>
              </a:tabLst>
            </a:pPr>
            <a:r>
              <a:rPr spc="-10" dirty="0"/>
              <a:t>Modes</a:t>
            </a:r>
            <a:r>
              <a:rPr dirty="0"/>
              <a:t> Ponens</a:t>
            </a:r>
          </a:p>
          <a:p>
            <a:pPr marL="369570" indent="-344805">
              <a:lnSpc>
                <a:spcPct val="100000"/>
              </a:lnSpc>
              <a:spcBef>
                <a:spcPts val="430"/>
              </a:spcBef>
              <a:buClr>
                <a:srgbClr val="0F1141"/>
              </a:buClr>
              <a:buAutoNum type="arabicPeriod"/>
              <a:tabLst>
                <a:tab pos="369570" algn="l"/>
                <a:tab pos="370205" algn="l"/>
              </a:tabLst>
            </a:pPr>
            <a:r>
              <a:rPr b="1" spc="-10" dirty="0">
                <a:latin typeface="Arial"/>
                <a:cs typeface="Arial"/>
              </a:rPr>
              <a:t>AND</a:t>
            </a:r>
            <a:r>
              <a:rPr b="1" spc="-25" dirty="0">
                <a:latin typeface="Arial"/>
                <a:cs typeface="Arial"/>
              </a:rPr>
              <a:t> </a:t>
            </a:r>
            <a:r>
              <a:rPr b="1" dirty="0">
                <a:latin typeface="Arial"/>
                <a:cs typeface="Arial"/>
              </a:rPr>
              <a:t>Elimination</a:t>
            </a:r>
          </a:p>
          <a:p>
            <a:pPr>
              <a:lnSpc>
                <a:spcPct val="100000"/>
              </a:lnSpc>
            </a:pPr>
            <a:endParaRPr sz="2000">
              <a:latin typeface="Arial"/>
              <a:cs typeface="Arial"/>
            </a:endParaRPr>
          </a:p>
          <a:p>
            <a:pPr>
              <a:lnSpc>
                <a:spcPct val="100000"/>
              </a:lnSpc>
              <a:spcBef>
                <a:spcPts val="40"/>
              </a:spcBef>
            </a:pPr>
            <a:endParaRPr sz="2850">
              <a:latin typeface="Arial"/>
              <a:cs typeface="Arial"/>
            </a:endParaRPr>
          </a:p>
          <a:p>
            <a:pPr marL="25400">
              <a:lnSpc>
                <a:spcPct val="100000"/>
              </a:lnSpc>
              <a:spcBef>
                <a:spcPts val="5"/>
              </a:spcBef>
            </a:pPr>
            <a:r>
              <a:rPr b="1" dirty="0">
                <a:latin typeface="Arial"/>
                <a:cs typeface="Arial"/>
              </a:rPr>
              <a:t>α</a:t>
            </a:r>
            <a:r>
              <a:rPr b="1" spc="-5" dirty="0">
                <a:latin typeface="Arial"/>
                <a:cs typeface="Arial"/>
              </a:rPr>
              <a:t> </a:t>
            </a:r>
            <a:r>
              <a:rPr b="1" dirty="0">
                <a:latin typeface="Arial"/>
                <a:cs typeface="Arial"/>
              </a:rPr>
              <a:t>:</a:t>
            </a:r>
            <a:r>
              <a:rPr b="1" spc="-5" dirty="0">
                <a:latin typeface="Arial"/>
                <a:cs typeface="Arial"/>
              </a:rPr>
              <a:t> </a:t>
            </a:r>
            <a:r>
              <a:rPr dirty="0"/>
              <a:t>I</a:t>
            </a:r>
            <a:r>
              <a:rPr spc="20" dirty="0"/>
              <a:t> </a:t>
            </a:r>
            <a:r>
              <a:rPr spc="-10" dirty="0"/>
              <a:t>walk</a:t>
            </a:r>
            <a:r>
              <a:rPr spc="25" dirty="0"/>
              <a:t> </a:t>
            </a:r>
            <a:r>
              <a:rPr spc="-5" dirty="0"/>
              <a:t>in</a:t>
            </a:r>
            <a:r>
              <a:rPr spc="5" dirty="0"/>
              <a:t> </a:t>
            </a:r>
            <a:r>
              <a:rPr spc="-5" dirty="0"/>
              <a:t>rain</a:t>
            </a:r>
            <a:r>
              <a:rPr dirty="0"/>
              <a:t> </a:t>
            </a:r>
            <a:r>
              <a:rPr spc="-5" dirty="0"/>
              <a:t>without</a:t>
            </a:r>
            <a:r>
              <a:rPr dirty="0"/>
              <a:t> the umbrella</a:t>
            </a:r>
          </a:p>
          <a:p>
            <a:pPr marL="25400">
              <a:lnSpc>
                <a:spcPct val="100000"/>
              </a:lnSpc>
              <a:spcBef>
                <a:spcPts val="430"/>
              </a:spcBef>
            </a:pPr>
            <a:r>
              <a:rPr b="1" dirty="0">
                <a:latin typeface="Arial"/>
                <a:cs typeface="Arial"/>
              </a:rPr>
              <a:t>β</a:t>
            </a:r>
            <a:r>
              <a:rPr b="1" spc="-10" dirty="0">
                <a:latin typeface="Arial"/>
                <a:cs typeface="Arial"/>
              </a:rPr>
              <a:t> </a:t>
            </a:r>
            <a:r>
              <a:rPr b="1" dirty="0">
                <a:latin typeface="Arial"/>
                <a:cs typeface="Arial"/>
              </a:rPr>
              <a:t>:</a:t>
            </a:r>
            <a:r>
              <a:rPr b="1" spc="-20" dirty="0">
                <a:latin typeface="Arial"/>
                <a:cs typeface="Arial"/>
              </a:rPr>
              <a:t> </a:t>
            </a:r>
            <a:r>
              <a:rPr dirty="0"/>
              <a:t>I</a:t>
            </a:r>
            <a:r>
              <a:rPr spc="-15" dirty="0"/>
              <a:t> </a:t>
            </a:r>
            <a:r>
              <a:rPr dirty="0"/>
              <a:t>get</a:t>
            </a:r>
            <a:r>
              <a:rPr spc="-15" dirty="0"/>
              <a:t> </a:t>
            </a:r>
            <a:r>
              <a:rPr spc="-10" dirty="0"/>
              <a:t>wet</a:t>
            </a:r>
          </a:p>
          <a:p>
            <a:pPr>
              <a:lnSpc>
                <a:spcPct val="100000"/>
              </a:lnSpc>
              <a:spcBef>
                <a:spcPts val="50"/>
              </a:spcBef>
            </a:pPr>
            <a:endParaRPr sz="2100"/>
          </a:p>
          <a:p>
            <a:pPr marL="598170">
              <a:lnSpc>
                <a:spcPct val="100000"/>
              </a:lnSpc>
            </a:pPr>
            <a:r>
              <a:rPr b="1" dirty="0">
                <a:latin typeface="Arial"/>
                <a:cs typeface="Arial"/>
              </a:rPr>
              <a:t>α</a:t>
            </a:r>
            <a:r>
              <a:rPr b="1" spc="-265" dirty="0">
                <a:latin typeface="Arial"/>
                <a:cs typeface="Arial"/>
              </a:rPr>
              <a:t> </a:t>
            </a:r>
            <a:r>
              <a:rPr sz="3600" spc="120" baseline="-5787" dirty="0">
                <a:latin typeface="Cambria Math"/>
                <a:cs typeface="Cambria Math"/>
              </a:rPr>
              <a:t>𝖠</a:t>
            </a:r>
            <a:r>
              <a:rPr sz="3600" spc="-292" baseline="-5787" dirty="0">
                <a:latin typeface="Cambria Math"/>
                <a:cs typeface="Cambria Math"/>
              </a:rPr>
              <a:t> </a:t>
            </a:r>
            <a:r>
              <a:rPr sz="1800" b="1" dirty="0">
                <a:latin typeface="Arial"/>
                <a:cs typeface="Arial"/>
              </a:rPr>
              <a:t>β</a:t>
            </a:r>
            <a:endParaRPr sz="18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3799" y="1257798"/>
            <a:ext cx="7357745" cy="2551430"/>
          </a:xfrm>
          <a:prstGeom prst="rect">
            <a:avLst/>
          </a:prstGeom>
        </p:spPr>
        <p:txBody>
          <a:bodyPr vert="horz" wrap="square" lIns="0" tIns="123189" rIns="0" bIns="0" rtlCol="0">
            <a:spAutoFit/>
          </a:bodyPr>
          <a:lstStyle/>
          <a:p>
            <a:pPr marL="50800">
              <a:lnSpc>
                <a:spcPct val="100000"/>
              </a:lnSpc>
              <a:spcBef>
                <a:spcPts val="969"/>
              </a:spcBef>
            </a:pPr>
            <a:r>
              <a:rPr sz="1800" spc="-5" dirty="0">
                <a:latin typeface="Microsoft Sans Serif"/>
                <a:cs typeface="Microsoft Sans Serif"/>
              </a:rPr>
              <a:t>R</a:t>
            </a:r>
            <a:r>
              <a:rPr sz="1800" spc="-7" baseline="-20833" dirty="0">
                <a:latin typeface="Microsoft Sans Serif"/>
                <a:cs typeface="Microsoft Sans Serif"/>
              </a:rPr>
              <a:t>1</a:t>
            </a:r>
            <a:r>
              <a:rPr sz="1800" spc="247" baseline="-20833" dirty="0">
                <a:latin typeface="Microsoft Sans Serif"/>
                <a:cs typeface="Microsoft Sans Serif"/>
              </a:rPr>
              <a:t> </a:t>
            </a:r>
            <a:r>
              <a:rPr sz="1800" dirty="0">
                <a:latin typeface="Microsoft Sans Serif"/>
                <a:cs typeface="Microsoft Sans Serif"/>
              </a:rPr>
              <a:t>:</a:t>
            </a:r>
            <a:r>
              <a:rPr sz="1800" spc="-25" dirty="0">
                <a:latin typeface="Microsoft Sans Serif"/>
                <a:cs typeface="Microsoft Sans Serif"/>
              </a:rPr>
              <a:t> </a:t>
            </a:r>
            <a:r>
              <a:rPr sz="1800" dirty="0">
                <a:latin typeface="Cambria Math"/>
                <a:cs typeface="Cambria Math"/>
              </a:rPr>
              <a:t>¬</a:t>
            </a:r>
            <a:r>
              <a:rPr sz="1800" spc="85" dirty="0">
                <a:latin typeface="Cambria Math"/>
                <a:cs typeface="Cambria Math"/>
              </a:rPr>
              <a:t> </a:t>
            </a:r>
            <a:r>
              <a:rPr sz="1800" dirty="0">
                <a:latin typeface="Microsoft Sans Serif"/>
                <a:cs typeface="Microsoft Sans Serif"/>
              </a:rPr>
              <a:t>P</a:t>
            </a:r>
            <a:r>
              <a:rPr sz="1800" baseline="-20833" dirty="0">
                <a:latin typeface="Microsoft Sans Serif"/>
                <a:cs typeface="Microsoft Sans Serif"/>
              </a:rPr>
              <a:t>1,1</a:t>
            </a:r>
            <a:endParaRPr sz="1800" baseline="-20833">
              <a:latin typeface="Microsoft Sans Serif"/>
              <a:cs typeface="Microsoft Sans Serif"/>
            </a:endParaRPr>
          </a:p>
          <a:p>
            <a:pPr marL="50800">
              <a:lnSpc>
                <a:spcPct val="100000"/>
              </a:lnSpc>
              <a:spcBef>
                <a:spcPts val="865"/>
              </a:spcBef>
            </a:pPr>
            <a:r>
              <a:rPr sz="2700" spc="-7" baseline="13888" dirty="0">
                <a:latin typeface="Microsoft Sans Serif"/>
                <a:cs typeface="Microsoft Sans Serif"/>
              </a:rPr>
              <a:t>R</a:t>
            </a:r>
            <a:r>
              <a:rPr sz="1200" spc="-5" dirty="0">
                <a:latin typeface="Microsoft Sans Serif"/>
                <a:cs typeface="Microsoft Sans Serif"/>
              </a:rPr>
              <a:t>2</a:t>
            </a:r>
            <a:r>
              <a:rPr sz="1200" spc="180" dirty="0">
                <a:latin typeface="Microsoft Sans Serif"/>
                <a:cs typeface="Microsoft Sans Serif"/>
              </a:rPr>
              <a:t> </a:t>
            </a:r>
            <a:r>
              <a:rPr sz="2700" baseline="13888" dirty="0">
                <a:latin typeface="Microsoft Sans Serif"/>
                <a:cs typeface="Microsoft Sans Serif"/>
              </a:rPr>
              <a:t>:</a:t>
            </a:r>
            <a:r>
              <a:rPr sz="2700" spc="-7" baseline="13888" dirty="0">
                <a:latin typeface="Microsoft Sans Serif"/>
                <a:cs typeface="Microsoft Sans Serif"/>
              </a:rPr>
              <a:t> B</a:t>
            </a:r>
            <a:r>
              <a:rPr sz="1200" spc="-5" dirty="0">
                <a:latin typeface="Microsoft Sans Serif"/>
                <a:cs typeface="Microsoft Sans Serif"/>
              </a:rPr>
              <a:t>1,1</a:t>
            </a:r>
            <a:r>
              <a:rPr sz="1200" spc="160" dirty="0">
                <a:latin typeface="Microsoft Sans Serif"/>
                <a:cs typeface="Microsoft Sans Serif"/>
              </a:rPr>
              <a:t> </a:t>
            </a:r>
            <a:r>
              <a:rPr sz="2700" baseline="13888" dirty="0">
                <a:latin typeface="Cambria Math"/>
                <a:cs typeface="Cambria Math"/>
              </a:rPr>
              <a:t>⟺</a:t>
            </a:r>
            <a:r>
              <a:rPr sz="2700" spc="165"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1,2</a:t>
            </a:r>
            <a:r>
              <a:rPr sz="1200" spc="160"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baseline="13888" dirty="0">
                <a:latin typeface="Microsoft Sans Serif"/>
                <a:cs typeface="Microsoft Sans Serif"/>
              </a:rPr>
              <a:t>P</a:t>
            </a:r>
            <a:r>
              <a:rPr sz="1200" dirty="0">
                <a:latin typeface="Microsoft Sans Serif"/>
                <a:cs typeface="Microsoft Sans Serif"/>
              </a:rPr>
              <a:t>2,1</a:t>
            </a:r>
            <a:r>
              <a:rPr sz="2700" baseline="13888" dirty="0">
                <a:latin typeface="Microsoft Sans Serif"/>
                <a:cs typeface="Microsoft Sans Serif"/>
              </a:rPr>
              <a:t>)</a:t>
            </a:r>
            <a:endParaRPr sz="2700" baseline="13888">
              <a:latin typeface="Microsoft Sans Serif"/>
              <a:cs typeface="Microsoft Sans Serif"/>
            </a:endParaRPr>
          </a:p>
          <a:p>
            <a:pPr marL="50800" marR="4253230">
              <a:lnSpc>
                <a:spcPct val="100000"/>
              </a:lnSpc>
              <a:spcBef>
                <a:spcPts val="434"/>
              </a:spcBef>
            </a:pPr>
            <a:r>
              <a:rPr sz="2700" spc="-7" baseline="13888" dirty="0">
                <a:latin typeface="Microsoft Sans Serif"/>
                <a:cs typeface="Microsoft Sans Serif"/>
              </a:rPr>
              <a:t>R</a:t>
            </a:r>
            <a:r>
              <a:rPr sz="1200" spc="-5" dirty="0">
                <a:latin typeface="Microsoft Sans Serif"/>
                <a:cs typeface="Microsoft Sans Serif"/>
              </a:rPr>
              <a:t>3</a:t>
            </a:r>
            <a:r>
              <a:rPr sz="1200" spc="180" dirty="0">
                <a:latin typeface="Microsoft Sans Serif"/>
                <a:cs typeface="Microsoft Sans Serif"/>
              </a:rPr>
              <a:t> </a:t>
            </a:r>
            <a:r>
              <a:rPr sz="2700" baseline="13888" dirty="0">
                <a:latin typeface="Microsoft Sans Serif"/>
                <a:cs typeface="Microsoft Sans Serif"/>
              </a:rPr>
              <a:t>: </a:t>
            </a:r>
            <a:r>
              <a:rPr sz="2700" spc="-7" baseline="13888" dirty="0">
                <a:latin typeface="Microsoft Sans Serif"/>
                <a:cs typeface="Microsoft Sans Serif"/>
              </a:rPr>
              <a:t>B</a:t>
            </a:r>
            <a:r>
              <a:rPr sz="1200" spc="-5" dirty="0">
                <a:latin typeface="Microsoft Sans Serif"/>
                <a:cs typeface="Microsoft Sans Serif"/>
              </a:rPr>
              <a:t>2,1</a:t>
            </a:r>
            <a:r>
              <a:rPr sz="1200" spc="165" dirty="0">
                <a:latin typeface="Microsoft Sans Serif"/>
                <a:cs typeface="Microsoft Sans Serif"/>
              </a:rPr>
              <a:t> </a:t>
            </a:r>
            <a:r>
              <a:rPr sz="2700" baseline="13888" dirty="0">
                <a:latin typeface="Cambria Math"/>
                <a:cs typeface="Cambria Math"/>
              </a:rPr>
              <a:t>⟺</a:t>
            </a:r>
            <a:r>
              <a:rPr sz="2700" spc="172"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1,1</a:t>
            </a:r>
            <a:r>
              <a:rPr sz="1200" spc="165"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spc="-7" baseline="13888" dirty="0">
                <a:latin typeface="Microsoft Sans Serif"/>
                <a:cs typeface="Microsoft Sans Serif"/>
              </a:rPr>
              <a:t>P</a:t>
            </a:r>
            <a:r>
              <a:rPr sz="1200" spc="-5" dirty="0">
                <a:latin typeface="Microsoft Sans Serif"/>
                <a:cs typeface="Microsoft Sans Serif"/>
              </a:rPr>
              <a:t>2,2</a:t>
            </a:r>
            <a:r>
              <a:rPr sz="1200" spc="160" dirty="0">
                <a:latin typeface="Microsoft Sans Serif"/>
                <a:cs typeface="Microsoft Sans Serif"/>
              </a:rPr>
              <a:t> </a:t>
            </a:r>
            <a:r>
              <a:rPr sz="2700" baseline="13888" dirty="0">
                <a:latin typeface="Cambria Math"/>
                <a:cs typeface="Cambria Math"/>
              </a:rPr>
              <a:t>⋁</a:t>
            </a:r>
            <a:r>
              <a:rPr sz="2700" spc="157" baseline="13888" dirty="0">
                <a:latin typeface="Cambria Math"/>
                <a:cs typeface="Cambria Math"/>
              </a:rPr>
              <a:t> </a:t>
            </a:r>
            <a:r>
              <a:rPr sz="2700" baseline="13888" dirty="0">
                <a:latin typeface="Microsoft Sans Serif"/>
                <a:cs typeface="Microsoft Sans Serif"/>
              </a:rPr>
              <a:t>P</a:t>
            </a:r>
            <a:r>
              <a:rPr sz="1200" dirty="0">
                <a:latin typeface="Microsoft Sans Serif"/>
                <a:cs typeface="Microsoft Sans Serif"/>
              </a:rPr>
              <a:t>3,1 </a:t>
            </a:r>
            <a:r>
              <a:rPr sz="2700" baseline="13888" dirty="0">
                <a:latin typeface="Microsoft Sans Serif"/>
                <a:cs typeface="Microsoft Sans Serif"/>
              </a:rPr>
              <a:t>) </a:t>
            </a:r>
            <a:r>
              <a:rPr sz="2700" spc="-697" baseline="13888" dirty="0">
                <a:latin typeface="Microsoft Sans Serif"/>
                <a:cs typeface="Microsoft Sans Serif"/>
              </a:rPr>
              <a:t> </a:t>
            </a:r>
            <a:r>
              <a:rPr sz="1800" spc="-5" dirty="0">
                <a:latin typeface="Microsoft Sans Serif"/>
                <a:cs typeface="Microsoft Sans Serif"/>
              </a:rPr>
              <a:t>R</a:t>
            </a:r>
            <a:r>
              <a:rPr sz="1800" spc="-7" baseline="-20833" dirty="0">
                <a:latin typeface="Microsoft Sans Serif"/>
                <a:cs typeface="Microsoft Sans Serif"/>
              </a:rPr>
              <a:t>4</a:t>
            </a:r>
            <a:r>
              <a:rPr sz="1800" spc="277" baseline="-20833" dirty="0">
                <a:latin typeface="Microsoft Sans Serif"/>
                <a:cs typeface="Microsoft Sans Serif"/>
              </a:rPr>
              <a:t> </a:t>
            </a:r>
            <a:r>
              <a:rPr sz="1800" dirty="0">
                <a:latin typeface="Microsoft Sans Serif"/>
                <a:cs typeface="Microsoft Sans Serif"/>
              </a:rPr>
              <a:t>: </a:t>
            </a:r>
            <a:r>
              <a:rPr sz="1800" dirty="0">
                <a:latin typeface="Cambria Math"/>
                <a:cs typeface="Cambria Math"/>
              </a:rPr>
              <a:t>¬</a:t>
            </a:r>
            <a:r>
              <a:rPr sz="1800" spc="105" dirty="0">
                <a:latin typeface="Cambria Math"/>
                <a:cs typeface="Cambria Math"/>
              </a:rPr>
              <a:t> </a:t>
            </a:r>
            <a:r>
              <a:rPr sz="1800" dirty="0">
                <a:latin typeface="Microsoft Sans Serif"/>
                <a:cs typeface="Microsoft Sans Serif"/>
              </a:rPr>
              <a:t>B</a:t>
            </a:r>
            <a:r>
              <a:rPr sz="1800" baseline="-20833" dirty="0">
                <a:latin typeface="Microsoft Sans Serif"/>
                <a:cs typeface="Microsoft Sans Serif"/>
              </a:rPr>
              <a:t>1,1</a:t>
            </a:r>
            <a:endParaRPr sz="1800" baseline="-20833">
              <a:latin typeface="Microsoft Sans Serif"/>
              <a:cs typeface="Microsoft Sans Serif"/>
            </a:endParaRPr>
          </a:p>
          <a:p>
            <a:pPr marL="50800">
              <a:lnSpc>
                <a:spcPct val="100000"/>
              </a:lnSpc>
              <a:spcBef>
                <a:spcPts val="865"/>
              </a:spcBef>
            </a:pPr>
            <a:r>
              <a:rPr sz="2700" spc="-7" baseline="13888" dirty="0">
                <a:latin typeface="Microsoft Sans Serif"/>
                <a:cs typeface="Microsoft Sans Serif"/>
              </a:rPr>
              <a:t>R</a:t>
            </a:r>
            <a:r>
              <a:rPr sz="1200" spc="-5" dirty="0">
                <a:latin typeface="Microsoft Sans Serif"/>
                <a:cs typeface="Microsoft Sans Serif"/>
              </a:rPr>
              <a:t>5</a:t>
            </a:r>
            <a:r>
              <a:rPr sz="1200" spc="160" dirty="0">
                <a:latin typeface="Microsoft Sans Serif"/>
                <a:cs typeface="Microsoft Sans Serif"/>
              </a:rPr>
              <a:t> </a:t>
            </a:r>
            <a:r>
              <a:rPr sz="2700" baseline="13888" dirty="0">
                <a:latin typeface="Microsoft Sans Serif"/>
                <a:cs typeface="Microsoft Sans Serif"/>
              </a:rPr>
              <a:t>:</a:t>
            </a:r>
            <a:r>
              <a:rPr sz="2700" spc="-30" baseline="13888" dirty="0">
                <a:latin typeface="Microsoft Sans Serif"/>
                <a:cs typeface="Microsoft Sans Serif"/>
              </a:rPr>
              <a:t> </a:t>
            </a:r>
            <a:r>
              <a:rPr sz="2700" spc="-7" baseline="13888" dirty="0">
                <a:latin typeface="Microsoft Sans Serif"/>
                <a:cs typeface="Microsoft Sans Serif"/>
              </a:rPr>
              <a:t>B</a:t>
            </a:r>
            <a:r>
              <a:rPr sz="1200" spc="-5" dirty="0">
                <a:latin typeface="Microsoft Sans Serif"/>
                <a:cs typeface="Microsoft Sans Serif"/>
              </a:rPr>
              <a:t>2,1</a:t>
            </a:r>
            <a:endParaRPr sz="1200">
              <a:latin typeface="Microsoft Sans Serif"/>
              <a:cs typeface="Microsoft Sans Serif"/>
            </a:endParaRPr>
          </a:p>
          <a:p>
            <a:pPr marL="50800">
              <a:lnSpc>
                <a:spcPct val="100000"/>
              </a:lnSpc>
              <a:spcBef>
                <a:spcPts val="1730"/>
              </a:spcBef>
            </a:pPr>
            <a:r>
              <a:rPr sz="1800" spc="-5" dirty="0">
                <a:latin typeface="Microsoft Sans Serif"/>
                <a:cs typeface="Microsoft Sans Serif"/>
              </a:rPr>
              <a:t>Query:</a:t>
            </a:r>
            <a:r>
              <a:rPr sz="1800" spc="30" dirty="0">
                <a:latin typeface="Microsoft Sans Serif"/>
                <a:cs typeface="Microsoft Sans Serif"/>
              </a:rPr>
              <a:t> </a:t>
            </a:r>
            <a:r>
              <a:rPr sz="1800" dirty="0">
                <a:latin typeface="Cambria Math"/>
                <a:cs typeface="Cambria Math"/>
              </a:rPr>
              <a:t>¬</a:t>
            </a:r>
            <a:r>
              <a:rPr sz="1800" spc="110" dirty="0">
                <a:latin typeface="Cambria Math"/>
                <a:cs typeface="Cambria Math"/>
              </a:rPr>
              <a:t> </a:t>
            </a:r>
            <a:r>
              <a:rPr sz="1800" spc="-5" dirty="0">
                <a:latin typeface="Microsoft Sans Serif"/>
                <a:cs typeface="Microsoft Sans Serif"/>
              </a:rPr>
              <a:t>P</a:t>
            </a:r>
            <a:r>
              <a:rPr sz="1800" spc="-7" baseline="-20833" dirty="0">
                <a:latin typeface="Microsoft Sans Serif"/>
                <a:cs typeface="Microsoft Sans Serif"/>
              </a:rPr>
              <a:t>1,2</a:t>
            </a:r>
            <a:r>
              <a:rPr sz="1800" spc="300" baseline="-20833" dirty="0">
                <a:latin typeface="Microsoft Sans Serif"/>
                <a:cs typeface="Microsoft Sans Serif"/>
              </a:rPr>
              <a:t> </a:t>
            </a:r>
            <a:r>
              <a:rPr sz="1800" dirty="0">
                <a:latin typeface="Microsoft Sans Serif"/>
                <a:cs typeface="Microsoft Sans Serif"/>
              </a:rPr>
              <a:t>.</a:t>
            </a:r>
            <a:r>
              <a:rPr sz="1800" spc="30" dirty="0">
                <a:latin typeface="Microsoft Sans Serif"/>
                <a:cs typeface="Microsoft Sans Serif"/>
              </a:rPr>
              <a:t> </a:t>
            </a:r>
            <a:r>
              <a:rPr sz="1800" spc="-5" dirty="0">
                <a:latin typeface="Microsoft Sans Serif"/>
                <a:cs typeface="Microsoft Sans Serif"/>
              </a:rPr>
              <a:t>Can</a:t>
            </a:r>
            <a:r>
              <a:rPr sz="1800" spc="15" dirty="0">
                <a:latin typeface="Microsoft Sans Serif"/>
                <a:cs typeface="Microsoft Sans Serif"/>
              </a:rPr>
              <a:t> </a:t>
            </a:r>
            <a:r>
              <a:rPr sz="1800" spc="-20" dirty="0">
                <a:latin typeface="Microsoft Sans Serif"/>
                <a:cs typeface="Microsoft Sans Serif"/>
              </a:rPr>
              <a:t>we</a:t>
            </a:r>
            <a:r>
              <a:rPr sz="1800" spc="55" dirty="0">
                <a:latin typeface="Microsoft Sans Serif"/>
                <a:cs typeface="Microsoft Sans Serif"/>
              </a:rPr>
              <a:t> </a:t>
            </a:r>
            <a:r>
              <a:rPr sz="1800" spc="-5" dirty="0">
                <a:latin typeface="Microsoft Sans Serif"/>
                <a:cs typeface="Microsoft Sans Serif"/>
              </a:rPr>
              <a:t>prove</a:t>
            </a:r>
            <a:r>
              <a:rPr sz="1800" spc="10" dirty="0">
                <a:latin typeface="Microsoft Sans Serif"/>
                <a:cs typeface="Microsoft Sans Serif"/>
              </a:rPr>
              <a:t> </a:t>
            </a:r>
            <a:r>
              <a:rPr sz="1800" spc="-5" dirty="0">
                <a:latin typeface="Microsoft Sans Serif"/>
                <a:cs typeface="Microsoft Sans Serif"/>
              </a:rPr>
              <a:t>if</a:t>
            </a:r>
            <a:r>
              <a:rPr sz="1800" spc="5" dirty="0">
                <a:latin typeface="Microsoft Sans Serif"/>
                <a:cs typeface="Microsoft Sans Serif"/>
              </a:rPr>
              <a:t> </a:t>
            </a:r>
            <a:r>
              <a:rPr sz="1800" spc="-5" dirty="0">
                <a:latin typeface="Microsoft Sans Serif"/>
                <a:cs typeface="Microsoft Sans Serif"/>
              </a:rPr>
              <a:t>this</a:t>
            </a:r>
            <a:r>
              <a:rPr sz="1800" spc="15" dirty="0">
                <a:latin typeface="Microsoft Sans Serif"/>
                <a:cs typeface="Microsoft Sans Serif"/>
              </a:rPr>
              <a:t> </a:t>
            </a:r>
            <a:r>
              <a:rPr sz="1800" dirty="0">
                <a:latin typeface="Microsoft Sans Serif"/>
                <a:cs typeface="Microsoft Sans Serif"/>
              </a:rPr>
              <a:t>sentence</a:t>
            </a:r>
            <a:r>
              <a:rPr sz="1800" spc="-40" dirty="0">
                <a:latin typeface="Microsoft Sans Serif"/>
                <a:cs typeface="Microsoft Sans Serif"/>
              </a:rPr>
              <a:t> </a:t>
            </a:r>
            <a:r>
              <a:rPr sz="1800" dirty="0">
                <a:latin typeface="Microsoft Sans Serif"/>
                <a:cs typeface="Microsoft Sans Serif"/>
              </a:rPr>
              <a:t>be</a:t>
            </a:r>
            <a:r>
              <a:rPr sz="1800" spc="10" dirty="0">
                <a:latin typeface="Microsoft Sans Serif"/>
                <a:cs typeface="Microsoft Sans Serif"/>
              </a:rPr>
              <a:t> </a:t>
            </a:r>
            <a:r>
              <a:rPr sz="1800" dirty="0">
                <a:latin typeface="Microsoft Sans Serif"/>
                <a:cs typeface="Microsoft Sans Serif"/>
              </a:rPr>
              <a:t>entailed</a:t>
            </a:r>
            <a:r>
              <a:rPr sz="1800" spc="-40" dirty="0">
                <a:latin typeface="Microsoft Sans Serif"/>
                <a:cs typeface="Microsoft Sans Serif"/>
              </a:rPr>
              <a:t> </a:t>
            </a:r>
            <a:r>
              <a:rPr sz="1800" dirty="0">
                <a:latin typeface="Microsoft Sans Serif"/>
                <a:cs typeface="Microsoft Sans Serif"/>
              </a:rPr>
              <a:t>from</a:t>
            </a:r>
            <a:r>
              <a:rPr sz="1800" spc="10" dirty="0">
                <a:latin typeface="Microsoft Sans Serif"/>
                <a:cs typeface="Microsoft Sans Serif"/>
              </a:rPr>
              <a:t> </a:t>
            </a:r>
            <a:r>
              <a:rPr sz="1800" dirty="0">
                <a:latin typeface="Microsoft Sans Serif"/>
                <a:cs typeface="Microsoft Sans Serif"/>
              </a:rPr>
              <a:t>KB</a:t>
            </a:r>
            <a:r>
              <a:rPr sz="1800" spc="25" dirty="0">
                <a:latin typeface="Microsoft Sans Serif"/>
                <a:cs typeface="Microsoft Sans Serif"/>
              </a:rPr>
              <a:t> </a:t>
            </a:r>
            <a:r>
              <a:rPr sz="1800" dirty="0">
                <a:latin typeface="Microsoft Sans Serif"/>
                <a:cs typeface="Microsoft Sans Serif"/>
              </a:rPr>
              <a:t>using</a:t>
            </a:r>
            <a:endParaRPr sz="1800">
              <a:latin typeface="Microsoft Sans Serif"/>
              <a:cs typeface="Microsoft Sans Serif"/>
            </a:endParaRPr>
          </a:p>
          <a:p>
            <a:pPr marL="394970">
              <a:lnSpc>
                <a:spcPct val="100000"/>
              </a:lnSpc>
              <a:tabLst>
                <a:tab pos="3762375" algn="l"/>
              </a:tabLst>
            </a:pPr>
            <a:r>
              <a:rPr sz="1800" dirty="0">
                <a:latin typeface="Microsoft Sans Serif"/>
                <a:cs typeface="Microsoft Sans Serif"/>
              </a:rPr>
              <a:t>inference</a:t>
            </a:r>
            <a:r>
              <a:rPr sz="1800" spc="-80" dirty="0">
                <a:latin typeface="Microsoft Sans Serif"/>
                <a:cs typeface="Microsoft Sans Serif"/>
              </a:rPr>
              <a:t> </a:t>
            </a:r>
            <a:r>
              <a:rPr sz="1800" spc="5" dirty="0">
                <a:latin typeface="Microsoft Sans Serif"/>
                <a:cs typeface="Microsoft Sans Serif"/>
              </a:rPr>
              <a:t>rules?</a:t>
            </a:r>
            <a:r>
              <a:rPr sz="1800" u="heavy" spc="20" dirty="0">
                <a:uFill>
                  <a:solidFill>
                    <a:srgbClr val="000000"/>
                  </a:solidFill>
                </a:uFill>
                <a:latin typeface="Microsoft Sans Serif"/>
                <a:cs typeface="Microsoft Sans Serif"/>
              </a:rPr>
              <a:t> </a:t>
            </a:r>
            <a:r>
              <a:rPr sz="1800" u="heavy" dirty="0">
                <a:uFill>
                  <a:solidFill>
                    <a:srgbClr val="000000"/>
                  </a:solidFill>
                </a:uFill>
                <a:latin typeface="Microsoft Sans Serif"/>
                <a:cs typeface="Microsoft Sans Serif"/>
              </a:rPr>
              <a:t>	</a:t>
            </a:r>
            <a:endParaRPr sz="1800">
              <a:latin typeface="Microsoft Sans Serif"/>
              <a:cs typeface="Microsoft Sans Serif"/>
            </a:endParaRPr>
          </a:p>
        </p:txBody>
      </p:sp>
      <p:sp>
        <p:nvSpPr>
          <p:cNvPr id="3" name="object 3"/>
          <p:cNvSpPr txBox="1"/>
          <p:nvPr/>
        </p:nvSpPr>
        <p:spPr>
          <a:xfrm>
            <a:off x="336499" y="4222191"/>
            <a:ext cx="4945380" cy="2221865"/>
          </a:xfrm>
          <a:prstGeom prst="rect">
            <a:avLst/>
          </a:prstGeom>
        </p:spPr>
        <p:txBody>
          <a:bodyPr vert="horz" wrap="square" lIns="0" tIns="12700" rIns="0" bIns="0" rtlCol="0">
            <a:spAutoFit/>
          </a:bodyPr>
          <a:lstStyle/>
          <a:p>
            <a:pPr marL="38100">
              <a:lnSpc>
                <a:spcPct val="100000"/>
              </a:lnSpc>
              <a:spcBef>
                <a:spcPts val="100"/>
              </a:spcBef>
            </a:pPr>
            <a:r>
              <a:rPr sz="2700" spc="-7" baseline="13888" dirty="0">
                <a:solidFill>
                  <a:srgbClr val="6F2F9F"/>
                </a:solidFill>
                <a:latin typeface="Microsoft Sans Serif"/>
                <a:cs typeface="Microsoft Sans Serif"/>
              </a:rPr>
              <a:t>R</a:t>
            </a:r>
            <a:r>
              <a:rPr sz="1200" spc="-5" dirty="0">
                <a:solidFill>
                  <a:srgbClr val="6F2F9F"/>
                </a:solidFill>
                <a:latin typeface="Microsoft Sans Serif"/>
                <a:cs typeface="Microsoft Sans Serif"/>
              </a:rPr>
              <a:t>2</a:t>
            </a:r>
            <a:r>
              <a:rPr sz="1200" spc="180" dirty="0">
                <a:solidFill>
                  <a:srgbClr val="6F2F9F"/>
                </a:solidFill>
                <a:latin typeface="Microsoft Sans Serif"/>
                <a:cs typeface="Microsoft Sans Serif"/>
              </a:rPr>
              <a:t> </a:t>
            </a:r>
            <a:r>
              <a:rPr sz="2700" baseline="13888" dirty="0">
                <a:solidFill>
                  <a:srgbClr val="6F2F9F"/>
                </a:solidFill>
                <a:latin typeface="Microsoft Sans Serif"/>
                <a:cs typeface="Microsoft Sans Serif"/>
              </a:rPr>
              <a:t>:</a:t>
            </a:r>
            <a:r>
              <a:rPr sz="2700" spc="-7" baseline="13888" dirty="0">
                <a:solidFill>
                  <a:srgbClr val="6F2F9F"/>
                </a:solidFill>
                <a:latin typeface="Microsoft Sans Serif"/>
                <a:cs typeface="Microsoft Sans Serif"/>
              </a:rPr>
              <a:t> B</a:t>
            </a:r>
            <a:r>
              <a:rPr sz="1200" spc="-5" dirty="0">
                <a:solidFill>
                  <a:srgbClr val="6F2F9F"/>
                </a:solidFill>
                <a:latin typeface="Microsoft Sans Serif"/>
                <a:cs typeface="Microsoft Sans Serif"/>
              </a:rPr>
              <a:t>1,1</a:t>
            </a:r>
            <a:r>
              <a:rPr sz="1200" spc="160" dirty="0">
                <a:solidFill>
                  <a:srgbClr val="6F2F9F"/>
                </a:solidFill>
                <a:latin typeface="Microsoft Sans Serif"/>
                <a:cs typeface="Microsoft Sans Serif"/>
              </a:rPr>
              <a:t> </a:t>
            </a:r>
            <a:r>
              <a:rPr sz="2700" baseline="13888" dirty="0">
                <a:solidFill>
                  <a:srgbClr val="6F2F9F"/>
                </a:solidFill>
                <a:latin typeface="Cambria Math"/>
                <a:cs typeface="Cambria Math"/>
              </a:rPr>
              <a:t>⟺</a:t>
            </a:r>
            <a:r>
              <a:rPr sz="2700" spc="165" baseline="13888" dirty="0">
                <a:solidFill>
                  <a:srgbClr val="6F2F9F"/>
                </a:solidFill>
                <a:latin typeface="Cambria Math"/>
                <a:cs typeface="Cambria Math"/>
              </a:rPr>
              <a:t> </a:t>
            </a:r>
            <a:r>
              <a:rPr sz="2700" spc="-7" baseline="13888" dirty="0">
                <a:solidFill>
                  <a:srgbClr val="6F2F9F"/>
                </a:solidFill>
                <a:latin typeface="Microsoft Sans Serif"/>
                <a:cs typeface="Microsoft Sans Serif"/>
              </a:rPr>
              <a:t>(P</a:t>
            </a:r>
            <a:r>
              <a:rPr sz="1200" spc="-5" dirty="0">
                <a:solidFill>
                  <a:srgbClr val="6F2F9F"/>
                </a:solidFill>
                <a:latin typeface="Microsoft Sans Serif"/>
                <a:cs typeface="Microsoft Sans Serif"/>
              </a:rPr>
              <a:t>1,2</a:t>
            </a:r>
            <a:r>
              <a:rPr sz="1200" spc="155" dirty="0">
                <a:solidFill>
                  <a:srgbClr val="6F2F9F"/>
                </a:solidFill>
                <a:latin typeface="Microsoft Sans Serif"/>
                <a:cs typeface="Microsoft Sans Serif"/>
              </a:rPr>
              <a:t> </a:t>
            </a:r>
            <a:r>
              <a:rPr sz="2700" baseline="13888" dirty="0">
                <a:solidFill>
                  <a:srgbClr val="6F2F9F"/>
                </a:solidFill>
                <a:latin typeface="Cambria Math"/>
                <a:cs typeface="Cambria Math"/>
              </a:rPr>
              <a:t>⋁</a:t>
            </a:r>
            <a:r>
              <a:rPr sz="2700" spc="157" baseline="13888" dirty="0">
                <a:solidFill>
                  <a:srgbClr val="6F2F9F"/>
                </a:solidFill>
                <a:latin typeface="Cambria Math"/>
                <a:cs typeface="Cambria Math"/>
              </a:rPr>
              <a:t> </a:t>
            </a:r>
            <a:r>
              <a:rPr sz="2700" baseline="13888" dirty="0">
                <a:solidFill>
                  <a:srgbClr val="6F2F9F"/>
                </a:solidFill>
                <a:latin typeface="Microsoft Sans Serif"/>
                <a:cs typeface="Microsoft Sans Serif"/>
              </a:rPr>
              <a:t>P</a:t>
            </a:r>
            <a:r>
              <a:rPr sz="1200" dirty="0">
                <a:solidFill>
                  <a:srgbClr val="6F2F9F"/>
                </a:solidFill>
                <a:latin typeface="Microsoft Sans Serif"/>
                <a:cs typeface="Microsoft Sans Serif"/>
              </a:rPr>
              <a:t>2,1</a:t>
            </a:r>
            <a:r>
              <a:rPr sz="2700" baseline="13888" dirty="0">
                <a:solidFill>
                  <a:srgbClr val="6F2F9F"/>
                </a:solidFill>
                <a:latin typeface="Microsoft Sans Serif"/>
                <a:cs typeface="Microsoft Sans Serif"/>
              </a:rPr>
              <a:t>)</a:t>
            </a:r>
            <a:endParaRPr sz="2700" baseline="13888">
              <a:latin typeface="Microsoft Sans Serif"/>
              <a:cs typeface="Microsoft Sans Serif"/>
            </a:endParaRPr>
          </a:p>
          <a:p>
            <a:pPr marL="38100">
              <a:lnSpc>
                <a:spcPct val="100000"/>
              </a:lnSpc>
              <a:spcBef>
                <a:spcPts val="5"/>
              </a:spcBef>
            </a:pPr>
            <a:r>
              <a:rPr sz="1800" spc="-5" dirty="0">
                <a:solidFill>
                  <a:srgbClr val="6F2F9F"/>
                </a:solidFill>
                <a:latin typeface="Microsoft Sans Serif"/>
                <a:cs typeface="Microsoft Sans Serif"/>
              </a:rPr>
              <a:t>R</a:t>
            </a:r>
            <a:r>
              <a:rPr sz="1800" spc="-7" baseline="-20833" dirty="0">
                <a:solidFill>
                  <a:srgbClr val="6F2F9F"/>
                </a:solidFill>
                <a:latin typeface="Microsoft Sans Serif"/>
                <a:cs typeface="Microsoft Sans Serif"/>
              </a:rPr>
              <a:t>6</a:t>
            </a:r>
            <a:r>
              <a:rPr sz="1800" spc="277" baseline="-20833" dirty="0">
                <a:solidFill>
                  <a:srgbClr val="6F2F9F"/>
                </a:solidFill>
                <a:latin typeface="Microsoft Sans Serif"/>
                <a:cs typeface="Microsoft Sans Serif"/>
              </a:rPr>
              <a:t> </a:t>
            </a:r>
            <a:r>
              <a:rPr sz="1800" dirty="0">
                <a:solidFill>
                  <a:srgbClr val="6F2F9F"/>
                </a:solidFill>
                <a:latin typeface="Microsoft Sans Serif"/>
                <a:cs typeface="Microsoft Sans Serif"/>
              </a:rPr>
              <a:t>: </a:t>
            </a:r>
            <a:r>
              <a:rPr sz="1800" spc="-5" dirty="0">
                <a:solidFill>
                  <a:srgbClr val="6F2F9F"/>
                </a:solidFill>
                <a:latin typeface="Microsoft Sans Serif"/>
                <a:cs typeface="Microsoft Sans Serif"/>
              </a:rPr>
              <a:t>(B</a:t>
            </a:r>
            <a:r>
              <a:rPr sz="1800" spc="-7" baseline="-20833" dirty="0">
                <a:solidFill>
                  <a:srgbClr val="6F2F9F"/>
                </a:solidFill>
                <a:latin typeface="Microsoft Sans Serif"/>
                <a:cs typeface="Microsoft Sans Serif"/>
              </a:rPr>
              <a:t>1,1</a:t>
            </a:r>
            <a:r>
              <a:rPr sz="1800" spc="254"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14" dirty="0">
                <a:solidFill>
                  <a:srgbClr val="6F2F9F"/>
                </a:solidFill>
                <a:latin typeface="Cambria Math"/>
                <a:cs typeface="Cambria Math"/>
              </a:rPr>
              <a:t> </a:t>
            </a:r>
            <a:r>
              <a:rPr sz="1800" spc="-5" dirty="0">
                <a:solidFill>
                  <a:srgbClr val="6F2F9F"/>
                </a:solidFill>
                <a:latin typeface="Microsoft Sans Serif"/>
                <a:cs typeface="Microsoft Sans Serif"/>
              </a:rPr>
              <a:t>(P</a:t>
            </a:r>
            <a:r>
              <a:rPr sz="1800" spc="-7" baseline="-20833" dirty="0">
                <a:solidFill>
                  <a:srgbClr val="6F2F9F"/>
                </a:solidFill>
                <a:latin typeface="Microsoft Sans Serif"/>
                <a:cs typeface="Microsoft Sans Serif"/>
              </a:rPr>
              <a:t>1,2</a:t>
            </a:r>
            <a:r>
              <a:rPr sz="1800" spc="247"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10"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2,1</a:t>
            </a:r>
            <a:r>
              <a:rPr sz="1800" dirty="0">
                <a:solidFill>
                  <a:srgbClr val="6F2F9F"/>
                </a:solidFill>
                <a:latin typeface="Microsoft Sans Serif"/>
                <a:cs typeface="Microsoft Sans Serif"/>
              </a:rPr>
              <a:t>))</a:t>
            </a:r>
            <a:r>
              <a:rPr sz="1800" spc="-5"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10" dirty="0">
                <a:solidFill>
                  <a:srgbClr val="6F2F9F"/>
                </a:solidFill>
                <a:latin typeface="Cambria Math"/>
                <a:cs typeface="Cambria Math"/>
              </a:rPr>
              <a:t> </a:t>
            </a:r>
            <a:r>
              <a:rPr sz="1800" spc="-5" dirty="0">
                <a:solidFill>
                  <a:srgbClr val="6F2F9F"/>
                </a:solidFill>
                <a:latin typeface="Microsoft Sans Serif"/>
                <a:cs typeface="Microsoft Sans Serif"/>
              </a:rPr>
              <a:t>((P</a:t>
            </a:r>
            <a:r>
              <a:rPr sz="1800" spc="-7" baseline="-20833" dirty="0">
                <a:solidFill>
                  <a:srgbClr val="6F2F9F"/>
                </a:solidFill>
                <a:latin typeface="Microsoft Sans Serif"/>
                <a:cs typeface="Microsoft Sans Serif"/>
              </a:rPr>
              <a:t>1,2</a:t>
            </a:r>
            <a:r>
              <a:rPr sz="1800" spc="247"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10"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2,1</a:t>
            </a:r>
            <a:r>
              <a:rPr sz="1800" dirty="0">
                <a:solidFill>
                  <a:srgbClr val="6F2F9F"/>
                </a:solidFill>
                <a:latin typeface="Microsoft Sans Serif"/>
                <a:cs typeface="Microsoft Sans Serif"/>
              </a:rPr>
              <a:t>)</a:t>
            </a:r>
            <a:r>
              <a:rPr sz="1800" spc="-5"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20" dirty="0">
                <a:solidFill>
                  <a:srgbClr val="6F2F9F"/>
                </a:solidFill>
                <a:latin typeface="Cambria Math"/>
                <a:cs typeface="Cambria Math"/>
              </a:rPr>
              <a:t> </a:t>
            </a:r>
            <a:r>
              <a:rPr sz="1800" dirty="0">
                <a:solidFill>
                  <a:srgbClr val="6F2F9F"/>
                </a:solidFill>
                <a:latin typeface="Microsoft Sans Serif"/>
                <a:cs typeface="Microsoft Sans Serif"/>
              </a:rPr>
              <a:t>B</a:t>
            </a:r>
            <a:r>
              <a:rPr sz="1800" baseline="-20833" dirty="0">
                <a:solidFill>
                  <a:srgbClr val="6F2F9F"/>
                </a:solidFill>
                <a:latin typeface="Microsoft Sans Serif"/>
                <a:cs typeface="Microsoft Sans Serif"/>
              </a:rPr>
              <a:t>1,1</a:t>
            </a:r>
            <a:r>
              <a:rPr sz="1800" dirty="0">
                <a:solidFill>
                  <a:srgbClr val="6F2F9F"/>
                </a:solidFill>
                <a:latin typeface="Microsoft Sans Serif"/>
                <a:cs typeface="Microsoft Sans Serif"/>
              </a:rPr>
              <a:t>)</a:t>
            </a:r>
            <a:endParaRPr sz="1800">
              <a:latin typeface="Microsoft Sans Serif"/>
              <a:cs typeface="Microsoft Sans Serif"/>
            </a:endParaRPr>
          </a:p>
          <a:p>
            <a:pPr marL="38100">
              <a:lnSpc>
                <a:spcPct val="100000"/>
              </a:lnSpc>
              <a:spcBef>
                <a:spcPts val="430"/>
              </a:spcBef>
            </a:pPr>
            <a:r>
              <a:rPr sz="1800" spc="-5" dirty="0">
                <a:solidFill>
                  <a:srgbClr val="6F2F9F"/>
                </a:solidFill>
                <a:latin typeface="Microsoft Sans Serif"/>
                <a:cs typeface="Microsoft Sans Serif"/>
              </a:rPr>
              <a:t>R</a:t>
            </a:r>
            <a:r>
              <a:rPr sz="1800" spc="-7" baseline="-20833" dirty="0">
                <a:solidFill>
                  <a:srgbClr val="6F2F9F"/>
                </a:solidFill>
                <a:latin typeface="Microsoft Sans Serif"/>
                <a:cs typeface="Microsoft Sans Serif"/>
              </a:rPr>
              <a:t>7</a:t>
            </a:r>
            <a:r>
              <a:rPr sz="1800" spc="262" baseline="-20833" dirty="0">
                <a:solidFill>
                  <a:srgbClr val="6F2F9F"/>
                </a:solidFill>
                <a:latin typeface="Microsoft Sans Serif"/>
                <a:cs typeface="Microsoft Sans Serif"/>
              </a:rPr>
              <a:t> </a:t>
            </a:r>
            <a:r>
              <a:rPr sz="1800" dirty="0">
                <a:solidFill>
                  <a:srgbClr val="6F2F9F"/>
                </a:solidFill>
                <a:latin typeface="Microsoft Sans Serif"/>
                <a:cs typeface="Microsoft Sans Serif"/>
              </a:rPr>
              <a:t>:</a:t>
            </a:r>
            <a:r>
              <a:rPr sz="1800" spc="-10" dirty="0">
                <a:solidFill>
                  <a:srgbClr val="6F2F9F"/>
                </a:solidFill>
                <a:latin typeface="Microsoft Sans Serif"/>
                <a:cs typeface="Microsoft Sans Serif"/>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1,2</a:t>
            </a:r>
            <a:r>
              <a:rPr sz="1800" spc="225"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95"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2,1</a:t>
            </a:r>
            <a:r>
              <a:rPr sz="1800" dirty="0">
                <a:solidFill>
                  <a:srgbClr val="6F2F9F"/>
                </a:solidFill>
                <a:latin typeface="Microsoft Sans Serif"/>
                <a:cs typeface="Microsoft Sans Serif"/>
              </a:rPr>
              <a:t>)</a:t>
            </a:r>
            <a:r>
              <a:rPr sz="1800" spc="-10"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05" dirty="0">
                <a:solidFill>
                  <a:srgbClr val="6F2F9F"/>
                </a:solidFill>
                <a:latin typeface="Cambria Math"/>
                <a:cs typeface="Cambria Math"/>
              </a:rPr>
              <a:t> </a:t>
            </a:r>
            <a:r>
              <a:rPr sz="1800" dirty="0">
                <a:solidFill>
                  <a:srgbClr val="6F2F9F"/>
                </a:solidFill>
                <a:latin typeface="Microsoft Sans Serif"/>
                <a:cs typeface="Microsoft Sans Serif"/>
              </a:rPr>
              <a:t>B</a:t>
            </a:r>
            <a:r>
              <a:rPr sz="1800" baseline="-20833" dirty="0">
                <a:solidFill>
                  <a:srgbClr val="6F2F9F"/>
                </a:solidFill>
                <a:latin typeface="Microsoft Sans Serif"/>
                <a:cs typeface="Microsoft Sans Serif"/>
              </a:rPr>
              <a:t>1,1</a:t>
            </a:r>
            <a:r>
              <a:rPr sz="1800" dirty="0">
                <a:solidFill>
                  <a:srgbClr val="6F2F9F"/>
                </a:solidFill>
                <a:latin typeface="Microsoft Sans Serif"/>
                <a:cs typeface="Microsoft Sans Serif"/>
              </a:rPr>
              <a:t>)</a:t>
            </a:r>
            <a:endParaRPr sz="1800">
              <a:latin typeface="Microsoft Sans Serif"/>
              <a:cs typeface="Microsoft Sans Serif"/>
            </a:endParaRPr>
          </a:p>
          <a:p>
            <a:pPr marL="38100">
              <a:lnSpc>
                <a:spcPct val="100000"/>
              </a:lnSpc>
              <a:spcBef>
                <a:spcPts val="434"/>
              </a:spcBef>
            </a:pPr>
            <a:r>
              <a:rPr sz="1800" spc="-5" dirty="0">
                <a:solidFill>
                  <a:srgbClr val="6F2F9F"/>
                </a:solidFill>
                <a:latin typeface="Microsoft Sans Serif"/>
                <a:cs typeface="Microsoft Sans Serif"/>
              </a:rPr>
              <a:t>R</a:t>
            </a:r>
            <a:r>
              <a:rPr sz="1800" spc="-7" baseline="-20833" dirty="0">
                <a:solidFill>
                  <a:srgbClr val="6F2F9F"/>
                </a:solidFill>
                <a:latin typeface="Microsoft Sans Serif"/>
                <a:cs typeface="Microsoft Sans Serif"/>
              </a:rPr>
              <a:t>8</a:t>
            </a:r>
            <a:r>
              <a:rPr sz="1800" spc="270" baseline="-20833" dirty="0">
                <a:solidFill>
                  <a:srgbClr val="6F2F9F"/>
                </a:solidFill>
                <a:latin typeface="Microsoft Sans Serif"/>
                <a:cs typeface="Microsoft Sans Serif"/>
              </a:rPr>
              <a:t> </a:t>
            </a:r>
            <a:r>
              <a:rPr sz="1800" dirty="0">
                <a:solidFill>
                  <a:srgbClr val="6F2F9F"/>
                </a:solidFill>
                <a:latin typeface="Microsoft Sans Serif"/>
                <a:cs typeface="Microsoft Sans Serif"/>
              </a:rPr>
              <a:t>:</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a:t>
            </a:r>
            <a:r>
              <a:rPr sz="1800" dirty="0">
                <a:solidFill>
                  <a:srgbClr val="6F2F9F"/>
                </a:solidFill>
                <a:latin typeface="Cambria Math"/>
                <a:cs typeface="Cambria Math"/>
              </a:rPr>
              <a:t>¬</a:t>
            </a:r>
            <a:r>
              <a:rPr sz="1800" spc="100" dirty="0">
                <a:solidFill>
                  <a:srgbClr val="6F2F9F"/>
                </a:solidFill>
                <a:latin typeface="Cambria Math"/>
                <a:cs typeface="Cambria Math"/>
              </a:rPr>
              <a:t> </a:t>
            </a:r>
            <a:r>
              <a:rPr sz="1800" dirty="0">
                <a:solidFill>
                  <a:srgbClr val="6F2F9F"/>
                </a:solidFill>
                <a:latin typeface="Microsoft Sans Serif"/>
                <a:cs typeface="Microsoft Sans Serif"/>
              </a:rPr>
              <a:t>B</a:t>
            </a:r>
            <a:r>
              <a:rPr sz="1800" baseline="-20833" dirty="0">
                <a:solidFill>
                  <a:srgbClr val="6F2F9F"/>
                </a:solidFill>
                <a:latin typeface="Microsoft Sans Serif"/>
                <a:cs typeface="Microsoft Sans Serif"/>
              </a:rPr>
              <a:t>1,1</a:t>
            </a:r>
            <a:r>
              <a:rPr sz="1800" spc="240"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10" dirty="0">
                <a:solidFill>
                  <a:srgbClr val="6F2F9F"/>
                </a:solidFill>
                <a:latin typeface="Cambria Math"/>
                <a:cs typeface="Cambria Math"/>
              </a:rPr>
              <a:t> </a:t>
            </a:r>
            <a:r>
              <a:rPr sz="1800" dirty="0">
                <a:solidFill>
                  <a:srgbClr val="6F2F9F"/>
                </a:solidFill>
                <a:latin typeface="Cambria Math"/>
                <a:cs typeface="Cambria Math"/>
              </a:rPr>
              <a:t>¬</a:t>
            </a:r>
            <a:r>
              <a:rPr sz="1800" spc="100" dirty="0">
                <a:solidFill>
                  <a:srgbClr val="6F2F9F"/>
                </a:solidFill>
                <a:latin typeface="Cambria Math"/>
                <a:cs typeface="Cambria Math"/>
              </a:rPr>
              <a:t> </a:t>
            </a:r>
            <a:r>
              <a:rPr sz="1800" spc="-5" dirty="0">
                <a:solidFill>
                  <a:srgbClr val="6F2F9F"/>
                </a:solidFill>
                <a:latin typeface="Microsoft Sans Serif"/>
                <a:cs typeface="Microsoft Sans Serif"/>
              </a:rPr>
              <a:t>(P</a:t>
            </a:r>
            <a:r>
              <a:rPr sz="1800" spc="-7" baseline="-20833" dirty="0">
                <a:solidFill>
                  <a:srgbClr val="6F2F9F"/>
                </a:solidFill>
                <a:latin typeface="Microsoft Sans Serif"/>
                <a:cs typeface="Microsoft Sans Serif"/>
              </a:rPr>
              <a:t>1,2</a:t>
            </a:r>
            <a:r>
              <a:rPr sz="1800" spc="240"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105"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2,1</a:t>
            </a:r>
            <a:r>
              <a:rPr sz="1800" dirty="0">
                <a:solidFill>
                  <a:srgbClr val="6F2F9F"/>
                </a:solidFill>
                <a:latin typeface="Microsoft Sans Serif"/>
                <a:cs typeface="Microsoft Sans Serif"/>
              </a:rPr>
              <a:t>))</a:t>
            </a:r>
            <a:endParaRPr sz="1800">
              <a:latin typeface="Microsoft Sans Serif"/>
              <a:cs typeface="Microsoft Sans Serif"/>
            </a:endParaRPr>
          </a:p>
          <a:p>
            <a:pPr marL="38100">
              <a:lnSpc>
                <a:spcPct val="100000"/>
              </a:lnSpc>
              <a:spcBef>
                <a:spcPts val="430"/>
              </a:spcBef>
            </a:pPr>
            <a:r>
              <a:rPr sz="1800" spc="-5" dirty="0">
                <a:solidFill>
                  <a:srgbClr val="6F2F9F"/>
                </a:solidFill>
                <a:latin typeface="Microsoft Sans Serif"/>
                <a:cs typeface="Microsoft Sans Serif"/>
              </a:rPr>
              <a:t>R</a:t>
            </a:r>
            <a:r>
              <a:rPr sz="1800" spc="-7" baseline="-20833" dirty="0">
                <a:solidFill>
                  <a:srgbClr val="6F2F9F"/>
                </a:solidFill>
                <a:latin typeface="Microsoft Sans Serif"/>
                <a:cs typeface="Microsoft Sans Serif"/>
              </a:rPr>
              <a:t>9</a:t>
            </a:r>
            <a:r>
              <a:rPr sz="1800" spc="254" baseline="-20833" dirty="0">
                <a:solidFill>
                  <a:srgbClr val="6F2F9F"/>
                </a:solidFill>
                <a:latin typeface="Microsoft Sans Serif"/>
                <a:cs typeface="Microsoft Sans Serif"/>
              </a:rPr>
              <a:t> </a:t>
            </a:r>
            <a:r>
              <a:rPr sz="1800" dirty="0">
                <a:solidFill>
                  <a:srgbClr val="6F2F9F"/>
                </a:solidFill>
                <a:latin typeface="Microsoft Sans Serif"/>
                <a:cs typeface="Microsoft Sans Serif"/>
              </a:rPr>
              <a:t>:</a:t>
            </a:r>
            <a:r>
              <a:rPr sz="1800" spc="-10" dirty="0">
                <a:solidFill>
                  <a:srgbClr val="6F2F9F"/>
                </a:solidFill>
                <a:latin typeface="Microsoft Sans Serif"/>
                <a:cs typeface="Microsoft Sans Serif"/>
              </a:rPr>
              <a:t> </a:t>
            </a:r>
            <a:r>
              <a:rPr sz="1800" dirty="0">
                <a:solidFill>
                  <a:srgbClr val="6F2F9F"/>
                </a:solidFill>
                <a:latin typeface="Cambria Math"/>
                <a:cs typeface="Cambria Math"/>
              </a:rPr>
              <a:t>¬</a:t>
            </a:r>
            <a:r>
              <a:rPr sz="1800" spc="90"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1,2</a:t>
            </a:r>
            <a:r>
              <a:rPr sz="1800" spc="225" baseline="-20833" dirty="0">
                <a:solidFill>
                  <a:srgbClr val="6F2F9F"/>
                </a:solidFill>
                <a:latin typeface="Microsoft Sans Serif"/>
                <a:cs typeface="Microsoft Sans Serif"/>
              </a:rPr>
              <a:t> </a:t>
            </a:r>
            <a:r>
              <a:rPr sz="1800" dirty="0">
                <a:solidFill>
                  <a:srgbClr val="6F2F9F"/>
                </a:solidFill>
                <a:latin typeface="Cambria Math"/>
                <a:cs typeface="Cambria Math"/>
              </a:rPr>
              <a:t>⋁</a:t>
            </a:r>
            <a:r>
              <a:rPr sz="1800" spc="90" dirty="0">
                <a:solidFill>
                  <a:srgbClr val="6F2F9F"/>
                </a:solidFill>
                <a:latin typeface="Cambria Math"/>
                <a:cs typeface="Cambria Math"/>
              </a:rPr>
              <a:t> </a:t>
            </a:r>
            <a:r>
              <a:rPr sz="1800" dirty="0">
                <a:solidFill>
                  <a:srgbClr val="6F2F9F"/>
                </a:solidFill>
                <a:latin typeface="Microsoft Sans Serif"/>
                <a:cs typeface="Microsoft Sans Serif"/>
              </a:rPr>
              <a:t>P</a:t>
            </a:r>
            <a:r>
              <a:rPr sz="1800" baseline="-20833" dirty="0">
                <a:solidFill>
                  <a:srgbClr val="6F2F9F"/>
                </a:solidFill>
                <a:latin typeface="Microsoft Sans Serif"/>
                <a:cs typeface="Microsoft Sans Serif"/>
              </a:rPr>
              <a:t>2,1</a:t>
            </a:r>
            <a:r>
              <a:rPr sz="1800" dirty="0">
                <a:solidFill>
                  <a:srgbClr val="6F2F9F"/>
                </a:solidFill>
                <a:latin typeface="Microsoft Sans Serif"/>
                <a:cs typeface="Microsoft Sans Serif"/>
              </a:rPr>
              <a:t>)</a:t>
            </a:r>
            <a:endParaRPr sz="1800">
              <a:latin typeface="Microsoft Sans Serif"/>
              <a:cs typeface="Microsoft Sans Serif"/>
            </a:endParaRPr>
          </a:p>
          <a:p>
            <a:pPr marL="38100">
              <a:lnSpc>
                <a:spcPct val="100000"/>
              </a:lnSpc>
              <a:spcBef>
                <a:spcPts val="870"/>
              </a:spcBef>
            </a:pPr>
            <a:r>
              <a:rPr sz="2700" spc="-7" baseline="13888" dirty="0">
                <a:solidFill>
                  <a:srgbClr val="6F2F9F"/>
                </a:solidFill>
                <a:latin typeface="Microsoft Sans Serif"/>
                <a:cs typeface="Microsoft Sans Serif"/>
              </a:rPr>
              <a:t>R</a:t>
            </a:r>
            <a:r>
              <a:rPr sz="1200" spc="-5" dirty="0">
                <a:solidFill>
                  <a:srgbClr val="6F2F9F"/>
                </a:solidFill>
                <a:latin typeface="Microsoft Sans Serif"/>
                <a:cs typeface="Microsoft Sans Serif"/>
              </a:rPr>
              <a:t>10</a:t>
            </a:r>
            <a:r>
              <a:rPr sz="1200" spc="150" dirty="0">
                <a:solidFill>
                  <a:srgbClr val="6F2F9F"/>
                </a:solidFill>
                <a:latin typeface="Microsoft Sans Serif"/>
                <a:cs typeface="Microsoft Sans Serif"/>
              </a:rPr>
              <a:t> </a:t>
            </a:r>
            <a:r>
              <a:rPr sz="2700" baseline="13888" dirty="0">
                <a:solidFill>
                  <a:srgbClr val="6F2F9F"/>
                </a:solidFill>
                <a:latin typeface="Microsoft Sans Serif"/>
                <a:cs typeface="Microsoft Sans Serif"/>
              </a:rPr>
              <a:t>:</a:t>
            </a:r>
            <a:r>
              <a:rPr sz="2700" spc="15" baseline="13888" dirty="0">
                <a:solidFill>
                  <a:srgbClr val="6F2F9F"/>
                </a:solidFill>
                <a:latin typeface="Microsoft Sans Serif"/>
                <a:cs typeface="Microsoft Sans Serif"/>
              </a:rPr>
              <a:t> </a:t>
            </a:r>
            <a:r>
              <a:rPr sz="2700" baseline="13888" dirty="0">
                <a:solidFill>
                  <a:srgbClr val="6F2F9F"/>
                </a:solidFill>
                <a:latin typeface="Cambria Math"/>
                <a:cs typeface="Cambria Math"/>
              </a:rPr>
              <a:t>¬ </a:t>
            </a:r>
            <a:r>
              <a:rPr sz="2700" baseline="13888" dirty="0">
                <a:solidFill>
                  <a:srgbClr val="6F2F9F"/>
                </a:solidFill>
                <a:latin typeface="Microsoft Sans Serif"/>
                <a:cs typeface="Microsoft Sans Serif"/>
              </a:rPr>
              <a:t>P</a:t>
            </a:r>
            <a:r>
              <a:rPr sz="1200" dirty="0">
                <a:solidFill>
                  <a:srgbClr val="6F2F9F"/>
                </a:solidFill>
                <a:latin typeface="Microsoft Sans Serif"/>
                <a:cs typeface="Microsoft Sans Serif"/>
              </a:rPr>
              <a:t>1,2</a:t>
            </a:r>
            <a:r>
              <a:rPr sz="1200" spc="155" dirty="0">
                <a:solidFill>
                  <a:srgbClr val="6F2F9F"/>
                </a:solidFill>
                <a:latin typeface="Microsoft Sans Serif"/>
                <a:cs typeface="Microsoft Sans Serif"/>
              </a:rPr>
              <a:t> </a:t>
            </a:r>
            <a:r>
              <a:rPr sz="2700" baseline="13888" dirty="0">
                <a:solidFill>
                  <a:srgbClr val="6F2F9F"/>
                </a:solidFill>
                <a:latin typeface="Cambria Math"/>
                <a:cs typeface="Cambria Math"/>
              </a:rPr>
              <a:t>⋀</a:t>
            </a:r>
            <a:r>
              <a:rPr sz="2700" spc="142" baseline="13888" dirty="0">
                <a:solidFill>
                  <a:srgbClr val="6F2F9F"/>
                </a:solidFill>
                <a:latin typeface="Cambria Math"/>
                <a:cs typeface="Cambria Math"/>
              </a:rPr>
              <a:t> </a:t>
            </a:r>
            <a:r>
              <a:rPr sz="2700" baseline="13888" dirty="0">
                <a:solidFill>
                  <a:srgbClr val="6F2F9F"/>
                </a:solidFill>
                <a:latin typeface="Cambria Math"/>
                <a:cs typeface="Cambria Math"/>
              </a:rPr>
              <a:t>¬ </a:t>
            </a:r>
            <a:r>
              <a:rPr sz="2700" baseline="13888" dirty="0">
                <a:solidFill>
                  <a:srgbClr val="6F2F9F"/>
                </a:solidFill>
                <a:latin typeface="Microsoft Sans Serif"/>
                <a:cs typeface="Microsoft Sans Serif"/>
              </a:rPr>
              <a:t>P</a:t>
            </a:r>
            <a:r>
              <a:rPr sz="1200" dirty="0">
                <a:solidFill>
                  <a:srgbClr val="6F2F9F"/>
                </a:solidFill>
                <a:latin typeface="Microsoft Sans Serif"/>
                <a:cs typeface="Microsoft Sans Serif"/>
              </a:rPr>
              <a:t>2,1</a:t>
            </a:r>
            <a:endParaRPr sz="1200">
              <a:latin typeface="Microsoft Sans Serif"/>
              <a:cs typeface="Microsoft Sans Serif"/>
            </a:endParaRPr>
          </a:p>
          <a:p>
            <a:pPr marL="38100">
              <a:lnSpc>
                <a:spcPct val="100000"/>
              </a:lnSpc>
            </a:pPr>
            <a:r>
              <a:rPr sz="1800" b="1" spc="-25" dirty="0">
                <a:solidFill>
                  <a:srgbClr val="00AF50"/>
                </a:solidFill>
                <a:latin typeface="Arial"/>
                <a:cs typeface="Arial"/>
              </a:rPr>
              <a:t>R11:</a:t>
            </a:r>
            <a:r>
              <a:rPr sz="1800" b="1" spc="-50" dirty="0">
                <a:solidFill>
                  <a:srgbClr val="00AF50"/>
                </a:solidFill>
                <a:latin typeface="Arial"/>
                <a:cs typeface="Arial"/>
              </a:rPr>
              <a:t> </a:t>
            </a:r>
            <a:r>
              <a:rPr sz="1800" dirty="0">
                <a:solidFill>
                  <a:srgbClr val="00AF50"/>
                </a:solidFill>
                <a:latin typeface="Cambria Math"/>
                <a:cs typeface="Cambria Math"/>
              </a:rPr>
              <a:t>¬</a:t>
            </a:r>
            <a:r>
              <a:rPr sz="1800" spc="75" dirty="0">
                <a:solidFill>
                  <a:srgbClr val="00AF50"/>
                </a:solidFill>
                <a:latin typeface="Cambria Math"/>
                <a:cs typeface="Cambria Math"/>
              </a:rPr>
              <a:t> </a:t>
            </a:r>
            <a:r>
              <a:rPr sz="1800" b="1" dirty="0">
                <a:solidFill>
                  <a:srgbClr val="00AF50"/>
                </a:solidFill>
                <a:latin typeface="Arial"/>
                <a:cs typeface="Arial"/>
              </a:rPr>
              <a:t>P</a:t>
            </a:r>
            <a:r>
              <a:rPr sz="1800" b="1" baseline="-20833" dirty="0">
                <a:solidFill>
                  <a:srgbClr val="00AF50"/>
                </a:solidFill>
                <a:latin typeface="Arial"/>
                <a:cs typeface="Arial"/>
              </a:rPr>
              <a:t>1,2</a:t>
            </a:r>
            <a:endParaRPr sz="1800" baseline="-20833">
              <a:latin typeface="Arial"/>
              <a:cs typeface="Arial"/>
            </a:endParaRPr>
          </a:p>
        </p:txBody>
      </p:sp>
      <p:sp>
        <p:nvSpPr>
          <p:cNvPr id="4" name="object 4"/>
          <p:cNvSpPr txBox="1"/>
          <p:nvPr/>
        </p:nvSpPr>
        <p:spPr>
          <a:xfrm>
            <a:off x="5892800" y="4442583"/>
            <a:ext cx="2540635" cy="2000885"/>
          </a:xfrm>
          <a:prstGeom prst="rect">
            <a:avLst/>
          </a:prstGeom>
        </p:spPr>
        <p:txBody>
          <a:bodyPr vert="horz" wrap="square" lIns="0" tIns="12065" rIns="0" bIns="0" rtlCol="0">
            <a:spAutoFit/>
          </a:bodyPr>
          <a:lstStyle/>
          <a:p>
            <a:pPr marL="21590" marR="5080" indent="23495">
              <a:lnSpc>
                <a:spcPct val="120100"/>
              </a:lnSpc>
              <a:spcBef>
                <a:spcPts val="95"/>
              </a:spcBef>
            </a:pPr>
            <a:r>
              <a:rPr sz="1800" spc="-10" dirty="0">
                <a:solidFill>
                  <a:srgbClr val="6F2F9F"/>
                </a:solidFill>
                <a:latin typeface="Microsoft Sans Serif"/>
                <a:cs typeface="Microsoft Sans Serif"/>
              </a:rPr>
              <a:t>B</a:t>
            </a:r>
            <a:r>
              <a:rPr sz="1800" dirty="0">
                <a:solidFill>
                  <a:srgbClr val="6F2F9F"/>
                </a:solidFill>
                <a:latin typeface="Microsoft Sans Serif"/>
                <a:cs typeface="Microsoft Sans Serif"/>
              </a:rPr>
              <a:t>i</a:t>
            </a:r>
            <a:r>
              <a:rPr sz="1800" spc="10" dirty="0">
                <a:solidFill>
                  <a:srgbClr val="6F2F9F"/>
                </a:solidFill>
                <a:latin typeface="Microsoft Sans Serif"/>
                <a:cs typeface="Microsoft Sans Serif"/>
              </a:rPr>
              <a:t>c</a:t>
            </a:r>
            <a:r>
              <a:rPr sz="1800" dirty="0">
                <a:solidFill>
                  <a:srgbClr val="6F2F9F"/>
                </a:solidFill>
                <a:latin typeface="Microsoft Sans Serif"/>
                <a:cs typeface="Microsoft Sans Serif"/>
              </a:rPr>
              <a:t>ond</a:t>
            </a:r>
            <a:r>
              <a:rPr sz="1800" spc="-10" dirty="0">
                <a:solidFill>
                  <a:srgbClr val="6F2F9F"/>
                </a:solidFill>
                <a:latin typeface="Microsoft Sans Serif"/>
                <a:cs typeface="Microsoft Sans Serif"/>
              </a:rPr>
              <a:t>it</a:t>
            </a:r>
            <a:r>
              <a:rPr sz="1800" spc="5" dirty="0">
                <a:solidFill>
                  <a:srgbClr val="6F2F9F"/>
                </a:solidFill>
                <a:latin typeface="Microsoft Sans Serif"/>
                <a:cs typeface="Microsoft Sans Serif"/>
              </a:rPr>
              <a:t>i</a:t>
            </a:r>
            <a:r>
              <a:rPr sz="1800" dirty="0">
                <a:solidFill>
                  <a:srgbClr val="6F2F9F"/>
                </a:solidFill>
                <a:latin typeface="Microsoft Sans Serif"/>
                <a:cs typeface="Microsoft Sans Serif"/>
              </a:rPr>
              <a:t>ona</a:t>
            </a:r>
            <a:r>
              <a:rPr sz="1800" spc="-15" dirty="0">
                <a:solidFill>
                  <a:srgbClr val="6F2F9F"/>
                </a:solidFill>
                <a:latin typeface="Microsoft Sans Serif"/>
                <a:cs typeface="Microsoft Sans Serif"/>
              </a:rPr>
              <a:t>l</a:t>
            </a:r>
            <a:r>
              <a:rPr sz="1800" spc="-65" dirty="0">
                <a:solidFill>
                  <a:srgbClr val="6F2F9F"/>
                </a:solidFill>
                <a:latin typeface="Microsoft Sans Serif"/>
                <a:cs typeface="Microsoft Sans Serif"/>
              </a:rPr>
              <a:t> </a:t>
            </a:r>
            <a:r>
              <a:rPr sz="1800" spc="-10" dirty="0">
                <a:solidFill>
                  <a:srgbClr val="6F2F9F"/>
                </a:solidFill>
                <a:latin typeface="Microsoft Sans Serif"/>
                <a:cs typeface="Microsoft Sans Serif"/>
              </a:rPr>
              <a:t>E</a:t>
            </a:r>
            <a:r>
              <a:rPr sz="1800" dirty="0">
                <a:solidFill>
                  <a:srgbClr val="6F2F9F"/>
                </a:solidFill>
                <a:latin typeface="Microsoft Sans Serif"/>
                <a:cs typeface="Microsoft Sans Serif"/>
              </a:rPr>
              <a:t>l</a:t>
            </a:r>
            <a:r>
              <a:rPr sz="1800" spc="-10" dirty="0">
                <a:solidFill>
                  <a:srgbClr val="6F2F9F"/>
                </a:solidFill>
                <a:latin typeface="Microsoft Sans Serif"/>
                <a:cs typeface="Microsoft Sans Serif"/>
              </a:rPr>
              <a:t>i</a:t>
            </a:r>
            <a:r>
              <a:rPr sz="1800" spc="10" dirty="0">
                <a:solidFill>
                  <a:srgbClr val="6F2F9F"/>
                </a:solidFill>
                <a:latin typeface="Microsoft Sans Serif"/>
                <a:cs typeface="Microsoft Sans Serif"/>
              </a:rPr>
              <a:t>m</a:t>
            </a:r>
            <a:r>
              <a:rPr sz="1800" spc="-10" dirty="0">
                <a:solidFill>
                  <a:srgbClr val="6F2F9F"/>
                </a:solidFill>
                <a:latin typeface="Microsoft Sans Serif"/>
                <a:cs typeface="Microsoft Sans Serif"/>
              </a:rPr>
              <a:t>i</a:t>
            </a:r>
            <a:r>
              <a:rPr sz="1800" dirty="0">
                <a:solidFill>
                  <a:srgbClr val="6F2F9F"/>
                </a:solidFill>
                <a:latin typeface="Microsoft Sans Serif"/>
                <a:cs typeface="Microsoft Sans Serif"/>
              </a:rPr>
              <a:t>na</a:t>
            </a:r>
            <a:r>
              <a:rPr sz="1800" spc="-10" dirty="0">
                <a:solidFill>
                  <a:srgbClr val="6F2F9F"/>
                </a:solidFill>
                <a:latin typeface="Microsoft Sans Serif"/>
                <a:cs typeface="Microsoft Sans Serif"/>
              </a:rPr>
              <a:t>t</a:t>
            </a:r>
            <a:r>
              <a:rPr sz="1800" spc="5" dirty="0">
                <a:solidFill>
                  <a:srgbClr val="6F2F9F"/>
                </a:solidFill>
                <a:latin typeface="Microsoft Sans Serif"/>
                <a:cs typeface="Microsoft Sans Serif"/>
              </a:rPr>
              <a:t>i</a:t>
            </a:r>
            <a:r>
              <a:rPr sz="1800" dirty="0">
                <a:solidFill>
                  <a:srgbClr val="6F2F9F"/>
                </a:solidFill>
                <a:latin typeface="Microsoft Sans Serif"/>
                <a:cs typeface="Microsoft Sans Serif"/>
              </a:rPr>
              <a:t>o</a:t>
            </a:r>
            <a:r>
              <a:rPr sz="1800" spc="-5" dirty="0">
                <a:solidFill>
                  <a:srgbClr val="6F2F9F"/>
                </a:solidFill>
                <a:latin typeface="Microsoft Sans Serif"/>
                <a:cs typeface="Microsoft Sans Serif"/>
              </a:rPr>
              <a:t>n  </a:t>
            </a:r>
            <a:r>
              <a:rPr sz="1800" dirty="0">
                <a:solidFill>
                  <a:srgbClr val="6F2F9F"/>
                </a:solidFill>
                <a:latin typeface="Microsoft Sans Serif"/>
                <a:cs typeface="Microsoft Sans Serif"/>
              </a:rPr>
              <a:t>And </a:t>
            </a:r>
            <a:r>
              <a:rPr sz="1800" spc="-5" dirty="0">
                <a:solidFill>
                  <a:srgbClr val="6F2F9F"/>
                </a:solidFill>
                <a:latin typeface="Microsoft Sans Serif"/>
                <a:cs typeface="Microsoft Sans Serif"/>
              </a:rPr>
              <a:t>Elimination </a:t>
            </a:r>
            <a:r>
              <a:rPr sz="1800" dirty="0">
                <a:solidFill>
                  <a:srgbClr val="6F2F9F"/>
                </a:solidFill>
                <a:latin typeface="Microsoft Sans Serif"/>
                <a:cs typeface="Microsoft Sans Serif"/>
              </a:rPr>
              <a:t> Contraposition</a:t>
            </a:r>
            <a:endParaRPr sz="1800">
              <a:latin typeface="Microsoft Sans Serif"/>
              <a:cs typeface="Microsoft Sans Serif"/>
            </a:endParaRPr>
          </a:p>
          <a:p>
            <a:pPr marL="33655">
              <a:lnSpc>
                <a:spcPct val="100000"/>
              </a:lnSpc>
              <a:spcBef>
                <a:spcPts val="430"/>
              </a:spcBef>
            </a:pPr>
            <a:r>
              <a:rPr sz="1800" spc="-10" dirty="0">
                <a:solidFill>
                  <a:srgbClr val="6F2F9F"/>
                </a:solidFill>
                <a:latin typeface="Microsoft Sans Serif"/>
                <a:cs typeface="Microsoft Sans Serif"/>
              </a:rPr>
              <a:t>Modus</a:t>
            </a:r>
            <a:r>
              <a:rPr sz="1800" spc="-5" dirty="0">
                <a:solidFill>
                  <a:srgbClr val="6F2F9F"/>
                </a:solidFill>
                <a:latin typeface="Microsoft Sans Serif"/>
                <a:cs typeface="Microsoft Sans Serif"/>
              </a:rPr>
              <a:t> </a:t>
            </a:r>
            <a:r>
              <a:rPr sz="1800" dirty="0">
                <a:solidFill>
                  <a:srgbClr val="6F2F9F"/>
                </a:solidFill>
                <a:latin typeface="Microsoft Sans Serif"/>
                <a:cs typeface="Microsoft Sans Serif"/>
              </a:rPr>
              <a:t>Ponens</a:t>
            </a:r>
            <a:endParaRPr sz="1800">
              <a:latin typeface="Microsoft Sans Serif"/>
              <a:cs typeface="Microsoft Sans Serif"/>
            </a:endParaRPr>
          </a:p>
          <a:p>
            <a:pPr marL="12700">
              <a:lnSpc>
                <a:spcPct val="100000"/>
              </a:lnSpc>
              <a:spcBef>
                <a:spcPts val="434"/>
              </a:spcBef>
            </a:pPr>
            <a:r>
              <a:rPr sz="1800" dirty="0">
                <a:solidFill>
                  <a:srgbClr val="6F2F9F"/>
                </a:solidFill>
                <a:latin typeface="Microsoft Sans Serif"/>
                <a:cs typeface="Microsoft Sans Serif"/>
              </a:rPr>
              <a:t>Demorgans</a:t>
            </a:r>
            <a:endParaRPr sz="1800">
              <a:latin typeface="Microsoft Sans Serif"/>
              <a:cs typeface="Microsoft Sans Serif"/>
            </a:endParaRPr>
          </a:p>
          <a:p>
            <a:pPr marL="21590">
              <a:lnSpc>
                <a:spcPct val="100000"/>
              </a:lnSpc>
              <a:spcBef>
                <a:spcPts val="430"/>
              </a:spcBef>
            </a:pPr>
            <a:r>
              <a:rPr sz="1800" dirty="0">
                <a:solidFill>
                  <a:srgbClr val="00AF50"/>
                </a:solidFill>
                <a:latin typeface="Microsoft Sans Serif"/>
                <a:cs typeface="Microsoft Sans Serif"/>
              </a:rPr>
              <a:t>And</a:t>
            </a:r>
            <a:r>
              <a:rPr sz="1800" spc="-20" dirty="0">
                <a:solidFill>
                  <a:srgbClr val="00AF50"/>
                </a:solidFill>
                <a:latin typeface="Microsoft Sans Serif"/>
                <a:cs typeface="Microsoft Sans Serif"/>
              </a:rPr>
              <a:t> </a:t>
            </a:r>
            <a:r>
              <a:rPr sz="1800" spc="-5" dirty="0">
                <a:solidFill>
                  <a:srgbClr val="00AF50"/>
                </a:solidFill>
                <a:latin typeface="Microsoft Sans Serif"/>
                <a:cs typeface="Microsoft Sans Serif"/>
              </a:rPr>
              <a:t>Elimination</a:t>
            </a:r>
            <a:endParaRPr sz="1800">
              <a:latin typeface="Microsoft Sans Serif"/>
              <a:cs typeface="Microsoft Sans Serif"/>
            </a:endParaRPr>
          </a:p>
        </p:txBody>
      </p:sp>
      <p:sp>
        <p:nvSpPr>
          <p:cNvPr id="5" name="object 5"/>
          <p:cNvSpPr txBox="1">
            <a:spLocks noGrp="1"/>
          </p:cNvSpPr>
          <p:nvPr>
            <p:ph type="title"/>
          </p:nvPr>
        </p:nvSpPr>
        <p:spPr>
          <a:xfrm>
            <a:off x="383540" y="202057"/>
            <a:ext cx="2777490" cy="941069"/>
          </a:xfrm>
          <a:prstGeom prst="rect">
            <a:avLst/>
          </a:prstGeom>
        </p:spPr>
        <p:txBody>
          <a:bodyPr vert="horz" wrap="square" lIns="0" tIns="12700" rIns="0" bIns="0" rtlCol="0">
            <a:spAutoFit/>
          </a:bodyPr>
          <a:lstStyle/>
          <a:p>
            <a:pPr marL="12700" marR="5080">
              <a:lnSpc>
                <a:spcPct val="125099"/>
              </a:lnSpc>
              <a:spcBef>
                <a:spcPts val="100"/>
              </a:spcBef>
            </a:pPr>
            <a:r>
              <a:rPr spc="-140" dirty="0"/>
              <a:t>I</a:t>
            </a:r>
            <a:r>
              <a:rPr spc="-145" dirty="0"/>
              <a:t>n</a:t>
            </a:r>
            <a:r>
              <a:rPr spc="-150" dirty="0"/>
              <a:t>f</a:t>
            </a:r>
            <a:r>
              <a:rPr spc="-140" dirty="0"/>
              <a:t>e</a:t>
            </a:r>
            <a:r>
              <a:rPr spc="-145" dirty="0"/>
              <a:t>r</a:t>
            </a:r>
            <a:r>
              <a:rPr spc="-140" dirty="0"/>
              <a:t>e</a:t>
            </a:r>
            <a:r>
              <a:rPr spc="-145" dirty="0"/>
              <a:t>n</a:t>
            </a:r>
            <a:r>
              <a:rPr spc="-140" dirty="0"/>
              <a:t>c</a:t>
            </a:r>
            <a:r>
              <a:rPr spc="-5" dirty="0"/>
              <a:t>e</a:t>
            </a:r>
            <a:r>
              <a:rPr spc="-365" dirty="0"/>
              <a:t> </a:t>
            </a:r>
            <a:r>
              <a:rPr dirty="0"/>
              <a:t>:</a:t>
            </a:r>
            <a:r>
              <a:rPr spc="-310" dirty="0"/>
              <a:t> </a:t>
            </a:r>
            <a:r>
              <a:rPr spc="-135" dirty="0"/>
              <a:t>E</a:t>
            </a:r>
            <a:r>
              <a:rPr spc="-140" dirty="0"/>
              <a:t>xa</a:t>
            </a:r>
            <a:r>
              <a:rPr spc="-145" dirty="0"/>
              <a:t>mp</a:t>
            </a:r>
            <a:r>
              <a:rPr spc="-140" dirty="0"/>
              <a:t>l</a:t>
            </a:r>
            <a:r>
              <a:rPr spc="-5" dirty="0"/>
              <a:t>e</a:t>
            </a:r>
            <a:r>
              <a:rPr spc="-405" dirty="0"/>
              <a:t> </a:t>
            </a:r>
            <a:r>
              <a:rPr dirty="0"/>
              <a:t>–  </a:t>
            </a:r>
            <a:r>
              <a:rPr spc="-145" dirty="0"/>
              <a:t>Th</a:t>
            </a:r>
            <a:r>
              <a:rPr spc="-140" dirty="0"/>
              <a:t>e</a:t>
            </a:r>
            <a:r>
              <a:rPr spc="-145" dirty="0"/>
              <a:t>or</a:t>
            </a:r>
            <a:r>
              <a:rPr spc="-140" dirty="0"/>
              <a:t>e</a:t>
            </a:r>
            <a:r>
              <a:rPr spc="-5" dirty="0"/>
              <a:t>m</a:t>
            </a:r>
            <a:r>
              <a:rPr spc="-350" dirty="0"/>
              <a:t> </a:t>
            </a:r>
            <a:r>
              <a:rPr spc="-135" dirty="0"/>
              <a:t>P</a:t>
            </a:r>
            <a:r>
              <a:rPr spc="-145" dirty="0"/>
              <a:t>ro</a:t>
            </a:r>
            <a:r>
              <a:rPr spc="-185" dirty="0"/>
              <a:t>v</a:t>
            </a:r>
            <a:r>
              <a:rPr spc="-140" dirty="0"/>
              <a:t>i</a:t>
            </a:r>
            <a:r>
              <a:rPr spc="-145" dirty="0"/>
              <a:t>n</a:t>
            </a:r>
            <a:r>
              <a:rPr dirty="0"/>
              <a:t>g</a:t>
            </a:r>
          </a:p>
        </p:txBody>
      </p:sp>
      <p:pic>
        <p:nvPicPr>
          <p:cNvPr id="6" name="object 6"/>
          <p:cNvPicPr/>
          <p:nvPr/>
        </p:nvPicPr>
        <p:blipFill>
          <a:blip r:embed="rId2" cstate="print"/>
          <a:stretch>
            <a:fillRect/>
          </a:stretch>
        </p:blipFill>
        <p:spPr>
          <a:xfrm>
            <a:off x="3819144" y="0"/>
            <a:ext cx="5013959" cy="3255264"/>
          </a:xfrm>
          <a:prstGeom prst="rect">
            <a:avLst/>
          </a:prstGeom>
        </p:spPr>
      </p:pic>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29400" y="0"/>
            <a:ext cx="2194559" cy="691896"/>
          </a:xfrm>
          <a:prstGeom prst="rect">
            <a:avLst/>
          </a:prstGeom>
        </p:spPr>
      </p:pic>
      <p:grpSp>
        <p:nvGrpSpPr>
          <p:cNvPr id="3" name="object 3"/>
          <p:cNvGrpSpPr/>
          <p:nvPr/>
        </p:nvGrpSpPr>
        <p:grpSpPr>
          <a:xfrm>
            <a:off x="0" y="1295400"/>
            <a:ext cx="7010400" cy="668020"/>
            <a:chOff x="0" y="1295400"/>
            <a:chExt cx="7010400" cy="668020"/>
          </a:xfrm>
        </p:grpSpPr>
        <p:sp>
          <p:nvSpPr>
            <p:cNvPr id="4" name="object 4"/>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5" name="object 5"/>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6" name="object 6"/>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7" name="object 7"/>
            <p:cNvSpPr/>
            <p:nvPr/>
          </p:nvSpPr>
          <p:spPr>
            <a:xfrm>
              <a:off x="4910328" y="1347215"/>
              <a:ext cx="1088390" cy="603885"/>
            </a:xfrm>
            <a:custGeom>
              <a:avLst/>
              <a:gdLst/>
              <a:ahLst/>
              <a:cxnLst/>
              <a:rect l="l" t="t" r="r" b="b"/>
              <a:pathLst>
                <a:path w="1088389" h="603885">
                  <a:moveTo>
                    <a:pt x="1027811" y="0"/>
                  </a:moveTo>
                  <a:lnTo>
                    <a:pt x="60325" y="0"/>
                  </a:lnTo>
                  <a:lnTo>
                    <a:pt x="36861" y="4746"/>
                  </a:lnTo>
                  <a:lnTo>
                    <a:pt x="17684" y="17684"/>
                  </a:lnTo>
                  <a:lnTo>
                    <a:pt x="4746" y="36861"/>
                  </a:lnTo>
                  <a:lnTo>
                    <a:pt x="0" y="60325"/>
                  </a:lnTo>
                  <a:lnTo>
                    <a:pt x="0" y="543179"/>
                  </a:lnTo>
                  <a:lnTo>
                    <a:pt x="4746" y="566642"/>
                  </a:lnTo>
                  <a:lnTo>
                    <a:pt x="17684" y="585819"/>
                  </a:lnTo>
                  <a:lnTo>
                    <a:pt x="36861" y="598757"/>
                  </a:lnTo>
                  <a:lnTo>
                    <a:pt x="60325" y="603504"/>
                  </a:lnTo>
                  <a:lnTo>
                    <a:pt x="1027811" y="603504"/>
                  </a:lnTo>
                  <a:lnTo>
                    <a:pt x="1051274" y="598757"/>
                  </a:lnTo>
                  <a:lnTo>
                    <a:pt x="1070451" y="585819"/>
                  </a:lnTo>
                  <a:lnTo>
                    <a:pt x="1083389" y="566642"/>
                  </a:lnTo>
                  <a:lnTo>
                    <a:pt x="1088136" y="543179"/>
                  </a:lnTo>
                  <a:lnTo>
                    <a:pt x="1088136" y="60325"/>
                  </a:lnTo>
                  <a:lnTo>
                    <a:pt x="1083389" y="36861"/>
                  </a:lnTo>
                  <a:lnTo>
                    <a:pt x="1070451" y="17684"/>
                  </a:lnTo>
                  <a:lnTo>
                    <a:pt x="1051274" y="4746"/>
                  </a:lnTo>
                  <a:lnTo>
                    <a:pt x="1027811" y="0"/>
                  </a:lnTo>
                  <a:close/>
                </a:path>
              </a:pathLst>
            </a:custGeom>
            <a:solidFill>
              <a:srgbClr val="4F81BC"/>
            </a:solidFill>
          </p:spPr>
          <p:txBody>
            <a:bodyPr wrap="square" lIns="0" tIns="0" rIns="0" bIns="0" rtlCol="0"/>
            <a:lstStyle/>
            <a:p>
              <a:endParaRPr/>
            </a:p>
          </p:txBody>
        </p:sp>
        <p:sp>
          <p:nvSpPr>
            <p:cNvPr id="8" name="object 8"/>
            <p:cNvSpPr/>
            <p:nvPr/>
          </p:nvSpPr>
          <p:spPr>
            <a:xfrm>
              <a:off x="4910328" y="1347215"/>
              <a:ext cx="1088390" cy="603885"/>
            </a:xfrm>
            <a:custGeom>
              <a:avLst/>
              <a:gdLst/>
              <a:ahLst/>
              <a:cxnLst/>
              <a:rect l="l" t="t" r="r" b="b"/>
              <a:pathLst>
                <a:path w="1088389" h="603885">
                  <a:moveTo>
                    <a:pt x="0" y="60325"/>
                  </a:moveTo>
                  <a:lnTo>
                    <a:pt x="4746" y="36861"/>
                  </a:lnTo>
                  <a:lnTo>
                    <a:pt x="17684" y="17684"/>
                  </a:lnTo>
                  <a:lnTo>
                    <a:pt x="36861" y="4746"/>
                  </a:lnTo>
                  <a:lnTo>
                    <a:pt x="60325" y="0"/>
                  </a:lnTo>
                  <a:lnTo>
                    <a:pt x="1027811" y="0"/>
                  </a:lnTo>
                  <a:lnTo>
                    <a:pt x="1051274" y="4746"/>
                  </a:lnTo>
                  <a:lnTo>
                    <a:pt x="1070451" y="17684"/>
                  </a:lnTo>
                  <a:lnTo>
                    <a:pt x="1083389" y="36861"/>
                  </a:lnTo>
                  <a:lnTo>
                    <a:pt x="1088136" y="60325"/>
                  </a:lnTo>
                  <a:lnTo>
                    <a:pt x="1088136" y="543179"/>
                  </a:lnTo>
                  <a:lnTo>
                    <a:pt x="1083389" y="566642"/>
                  </a:lnTo>
                  <a:lnTo>
                    <a:pt x="1070451" y="585819"/>
                  </a:lnTo>
                  <a:lnTo>
                    <a:pt x="1051274" y="598757"/>
                  </a:lnTo>
                  <a:lnTo>
                    <a:pt x="1027811" y="603504"/>
                  </a:lnTo>
                  <a:lnTo>
                    <a:pt x="60325" y="603504"/>
                  </a:lnTo>
                  <a:lnTo>
                    <a:pt x="36861" y="598757"/>
                  </a:lnTo>
                  <a:lnTo>
                    <a:pt x="17684" y="585819"/>
                  </a:lnTo>
                  <a:lnTo>
                    <a:pt x="4746" y="566642"/>
                  </a:lnTo>
                  <a:lnTo>
                    <a:pt x="0" y="543179"/>
                  </a:lnTo>
                  <a:lnTo>
                    <a:pt x="0" y="60325"/>
                  </a:lnTo>
                  <a:close/>
                </a:path>
              </a:pathLst>
            </a:custGeom>
            <a:ln w="24384">
              <a:solidFill>
                <a:srgbClr val="FFFFFF"/>
              </a:solidFill>
            </a:ln>
          </p:spPr>
          <p:txBody>
            <a:bodyPr wrap="square" lIns="0" tIns="0" rIns="0" bIns="0" rtlCol="0"/>
            <a:lstStyle/>
            <a:p>
              <a:endParaRPr/>
            </a:p>
          </p:txBody>
        </p:sp>
      </p:grpSp>
      <p:sp>
        <p:nvSpPr>
          <p:cNvPr id="9" name="object 9"/>
          <p:cNvSpPr txBox="1"/>
          <p:nvPr/>
        </p:nvSpPr>
        <p:spPr>
          <a:xfrm>
            <a:off x="383540" y="293878"/>
            <a:ext cx="2532380" cy="391160"/>
          </a:xfrm>
          <a:prstGeom prst="rect">
            <a:avLst/>
          </a:prstGeom>
        </p:spPr>
        <p:txBody>
          <a:bodyPr vert="horz" wrap="square" lIns="0" tIns="12700" rIns="0" bIns="0" rtlCol="0">
            <a:spAutoFit/>
          </a:bodyPr>
          <a:lstStyle/>
          <a:p>
            <a:pPr marL="12700">
              <a:lnSpc>
                <a:spcPct val="100000"/>
              </a:lnSpc>
              <a:spcBef>
                <a:spcPts val="100"/>
              </a:spcBef>
            </a:pPr>
            <a:r>
              <a:rPr sz="2400" b="1" spc="-135" dirty="0">
                <a:solidFill>
                  <a:srgbClr val="C00000"/>
                </a:solidFill>
                <a:latin typeface="Arial"/>
                <a:cs typeface="Arial"/>
              </a:rPr>
              <a:t>P</a:t>
            </a:r>
            <a:r>
              <a:rPr sz="2400" b="1" spc="-145" dirty="0">
                <a:solidFill>
                  <a:srgbClr val="C00000"/>
                </a:solidFill>
                <a:latin typeface="Arial"/>
                <a:cs typeface="Arial"/>
              </a:rPr>
              <a:t>ropo</a:t>
            </a:r>
            <a:r>
              <a:rPr sz="2400" b="1" spc="-140" dirty="0">
                <a:solidFill>
                  <a:srgbClr val="C00000"/>
                </a:solidFill>
                <a:latin typeface="Arial"/>
                <a:cs typeface="Arial"/>
              </a:rPr>
              <a:t>si</a:t>
            </a:r>
            <a:r>
              <a:rPr sz="2400" b="1" spc="-150" dirty="0">
                <a:solidFill>
                  <a:srgbClr val="C00000"/>
                </a:solidFill>
                <a:latin typeface="Arial"/>
                <a:cs typeface="Arial"/>
              </a:rPr>
              <a:t>t</a:t>
            </a:r>
            <a:r>
              <a:rPr sz="2400" b="1" spc="-140" dirty="0">
                <a:solidFill>
                  <a:srgbClr val="C00000"/>
                </a:solidFill>
                <a:latin typeface="Arial"/>
                <a:cs typeface="Arial"/>
              </a:rPr>
              <a:t>i</a:t>
            </a:r>
            <a:r>
              <a:rPr sz="2400" b="1" spc="-170" dirty="0">
                <a:solidFill>
                  <a:srgbClr val="C00000"/>
                </a:solidFill>
                <a:latin typeface="Arial"/>
                <a:cs typeface="Arial"/>
              </a:rPr>
              <a:t>o</a:t>
            </a:r>
            <a:r>
              <a:rPr sz="2400" b="1" spc="-145" dirty="0">
                <a:solidFill>
                  <a:srgbClr val="C00000"/>
                </a:solidFill>
                <a:latin typeface="Arial"/>
                <a:cs typeface="Arial"/>
              </a:rPr>
              <a:t>n</a:t>
            </a:r>
            <a:r>
              <a:rPr sz="2400" b="1" spc="-165" dirty="0">
                <a:solidFill>
                  <a:srgbClr val="C00000"/>
                </a:solidFill>
                <a:latin typeface="Arial"/>
                <a:cs typeface="Arial"/>
              </a:rPr>
              <a:t>a</a:t>
            </a:r>
            <a:r>
              <a:rPr sz="2400" b="1" dirty="0">
                <a:solidFill>
                  <a:srgbClr val="C00000"/>
                </a:solidFill>
                <a:latin typeface="Arial"/>
                <a:cs typeface="Arial"/>
              </a:rPr>
              <a:t>l</a:t>
            </a:r>
            <a:r>
              <a:rPr sz="2400" b="1" spc="-370" dirty="0">
                <a:solidFill>
                  <a:srgbClr val="C00000"/>
                </a:solidFill>
                <a:latin typeface="Arial"/>
                <a:cs typeface="Arial"/>
              </a:rPr>
              <a:t> </a:t>
            </a:r>
            <a:r>
              <a:rPr sz="2400" b="1" spc="-145" dirty="0">
                <a:solidFill>
                  <a:srgbClr val="C00000"/>
                </a:solidFill>
                <a:latin typeface="Arial"/>
                <a:cs typeface="Arial"/>
              </a:rPr>
              <a:t>Log</a:t>
            </a:r>
            <a:r>
              <a:rPr sz="2400" b="1" spc="-140" dirty="0">
                <a:solidFill>
                  <a:srgbClr val="C00000"/>
                </a:solidFill>
                <a:latin typeface="Arial"/>
                <a:cs typeface="Arial"/>
              </a:rPr>
              <a:t>i</a:t>
            </a:r>
            <a:r>
              <a:rPr sz="2400" b="1" spc="-5" dirty="0">
                <a:solidFill>
                  <a:srgbClr val="C00000"/>
                </a:solidFill>
                <a:latin typeface="Arial"/>
                <a:cs typeface="Arial"/>
              </a:rPr>
              <a:t>c</a:t>
            </a:r>
            <a:endParaRPr sz="2400">
              <a:latin typeface="Arial"/>
              <a:cs typeface="Arial"/>
            </a:endParaRPr>
          </a:p>
        </p:txBody>
      </p:sp>
      <p:sp>
        <p:nvSpPr>
          <p:cNvPr id="10" name="object 10"/>
          <p:cNvSpPr txBox="1"/>
          <p:nvPr/>
        </p:nvSpPr>
        <p:spPr>
          <a:xfrm>
            <a:off x="4460240" y="827659"/>
            <a:ext cx="2109470" cy="299720"/>
          </a:xfrm>
          <a:prstGeom prst="rect">
            <a:avLst/>
          </a:prstGeom>
        </p:spPr>
        <p:txBody>
          <a:bodyPr vert="horz" wrap="square" lIns="0" tIns="12700" rIns="0" bIns="0" rtlCol="0">
            <a:spAutoFit/>
          </a:bodyPr>
          <a:lstStyle/>
          <a:p>
            <a:pPr marL="12700">
              <a:lnSpc>
                <a:spcPct val="100000"/>
              </a:lnSpc>
              <a:spcBef>
                <a:spcPts val="100"/>
              </a:spcBef>
            </a:pPr>
            <a:r>
              <a:rPr sz="1800" b="1" spc="-145" dirty="0">
                <a:solidFill>
                  <a:srgbClr val="996600"/>
                </a:solidFill>
                <a:latin typeface="Arial"/>
                <a:cs typeface="Arial"/>
              </a:rPr>
              <a:t>P</a:t>
            </a:r>
            <a:r>
              <a:rPr sz="1800" b="1" spc="-155" dirty="0">
                <a:solidFill>
                  <a:srgbClr val="996600"/>
                </a:solidFill>
                <a:latin typeface="Arial"/>
                <a:cs typeface="Arial"/>
              </a:rPr>
              <a:t>r</a:t>
            </a:r>
            <a:r>
              <a:rPr sz="1800" b="1" spc="-145" dirty="0">
                <a:solidFill>
                  <a:srgbClr val="996600"/>
                </a:solidFill>
                <a:latin typeface="Arial"/>
                <a:cs typeface="Arial"/>
              </a:rPr>
              <a:t>oo</a:t>
            </a:r>
            <a:r>
              <a:rPr sz="1800" b="1" dirty="0">
                <a:solidFill>
                  <a:srgbClr val="996600"/>
                </a:solidFill>
                <a:latin typeface="Arial"/>
                <a:cs typeface="Arial"/>
              </a:rPr>
              <a:t>f</a:t>
            </a:r>
            <a:r>
              <a:rPr sz="1800" b="1" spc="-335" dirty="0">
                <a:solidFill>
                  <a:srgbClr val="996600"/>
                </a:solidFill>
                <a:latin typeface="Arial"/>
                <a:cs typeface="Arial"/>
              </a:rPr>
              <a:t> </a:t>
            </a:r>
            <a:r>
              <a:rPr sz="1800" b="1" spc="-145" dirty="0">
                <a:solidFill>
                  <a:srgbClr val="996600"/>
                </a:solidFill>
                <a:latin typeface="Arial"/>
                <a:cs typeface="Arial"/>
              </a:rPr>
              <a:t>b</a:t>
            </a:r>
            <a:r>
              <a:rPr sz="1800" b="1" spc="-5" dirty="0">
                <a:solidFill>
                  <a:srgbClr val="996600"/>
                </a:solidFill>
                <a:latin typeface="Arial"/>
                <a:cs typeface="Arial"/>
              </a:rPr>
              <a:t>y</a:t>
            </a:r>
            <a:r>
              <a:rPr sz="1800" b="1" spc="-305" dirty="0">
                <a:solidFill>
                  <a:srgbClr val="996600"/>
                </a:solidFill>
                <a:latin typeface="Arial"/>
                <a:cs typeface="Arial"/>
              </a:rPr>
              <a:t> </a:t>
            </a:r>
            <a:r>
              <a:rPr sz="1800" b="1" spc="-155" dirty="0">
                <a:solidFill>
                  <a:srgbClr val="996600"/>
                </a:solidFill>
                <a:latin typeface="Arial"/>
                <a:cs typeface="Arial"/>
              </a:rPr>
              <a:t>C</a:t>
            </a:r>
            <a:r>
              <a:rPr sz="1800" b="1" spc="-145" dirty="0">
                <a:solidFill>
                  <a:srgbClr val="996600"/>
                </a:solidFill>
                <a:latin typeface="Arial"/>
                <a:cs typeface="Arial"/>
              </a:rPr>
              <a:t>ont</a:t>
            </a:r>
            <a:r>
              <a:rPr sz="1800" b="1" spc="-155" dirty="0">
                <a:solidFill>
                  <a:srgbClr val="996600"/>
                </a:solidFill>
                <a:latin typeface="Arial"/>
                <a:cs typeface="Arial"/>
              </a:rPr>
              <a:t>r</a:t>
            </a:r>
            <a:r>
              <a:rPr sz="1800" b="1" spc="-145" dirty="0">
                <a:solidFill>
                  <a:srgbClr val="996600"/>
                </a:solidFill>
                <a:latin typeface="Arial"/>
                <a:cs typeface="Arial"/>
              </a:rPr>
              <a:t>adic</a:t>
            </a:r>
            <a:r>
              <a:rPr sz="1800" b="1" spc="-170" dirty="0">
                <a:solidFill>
                  <a:srgbClr val="996600"/>
                </a:solidFill>
                <a:latin typeface="Arial"/>
                <a:cs typeface="Arial"/>
              </a:rPr>
              <a:t>t</a:t>
            </a:r>
            <a:r>
              <a:rPr sz="1800" b="1" spc="-145" dirty="0">
                <a:solidFill>
                  <a:srgbClr val="996600"/>
                </a:solidFill>
                <a:latin typeface="Arial"/>
                <a:cs typeface="Arial"/>
              </a:rPr>
              <a:t>i</a:t>
            </a:r>
            <a:r>
              <a:rPr sz="1800" b="1" spc="-165" dirty="0">
                <a:solidFill>
                  <a:srgbClr val="996600"/>
                </a:solidFill>
                <a:latin typeface="Arial"/>
                <a:cs typeface="Arial"/>
              </a:rPr>
              <a:t>o</a:t>
            </a:r>
            <a:r>
              <a:rPr sz="1800" b="1" dirty="0">
                <a:solidFill>
                  <a:srgbClr val="996600"/>
                </a:solidFill>
                <a:latin typeface="Arial"/>
                <a:cs typeface="Arial"/>
              </a:rPr>
              <a:t>n</a:t>
            </a:r>
            <a:endParaRPr sz="1800">
              <a:latin typeface="Arial"/>
              <a:cs typeface="Arial"/>
            </a:endParaRPr>
          </a:p>
        </p:txBody>
      </p:sp>
      <p:sp>
        <p:nvSpPr>
          <p:cNvPr id="11" name="object 11"/>
          <p:cNvSpPr txBox="1"/>
          <p:nvPr/>
        </p:nvSpPr>
        <p:spPr>
          <a:xfrm>
            <a:off x="5119496" y="1459230"/>
            <a:ext cx="668020" cy="346075"/>
          </a:xfrm>
          <a:prstGeom prst="rect">
            <a:avLst/>
          </a:prstGeom>
        </p:spPr>
        <p:txBody>
          <a:bodyPr vert="horz" wrap="square" lIns="0" tIns="30480" rIns="0" bIns="0" rtlCol="0">
            <a:spAutoFit/>
          </a:bodyPr>
          <a:lstStyle/>
          <a:p>
            <a:pPr marL="167640" marR="5080" indent="-155575">
              <a:lnSpc>
                <a:spcPts val="1200"/>
              </a:lnSpc>
              <a:spcBef>
                <a:spcPts val="240"/>
              </a:spcBef>
            </a:pPr>
            <a:r>
              <a:rPr sz="1100" spc="5" dirty="0">
                <a:solidFill>
                  <a:srgbClr val="FFFFFF"/>
                </a:solidFill>
                <a:latin typeface="Calibri"/>
                <a:cs typeface="Calibri"/>
              </a:rPr>
              <a:t>I</a:t>
            </a:r>
            <a:r>
              <a:rPr sz="1100" spc="-5" dirty="0">
                <a:solidFill>
                  <a:srgbClr val="FFFFFF"/>
                </a:solidFill>
                <a:latin typeface="Calibri"/>
                <a:cs typeface="Calibri"/>
              </a:rPr>
              <a:t>nferen</a:t>
            </a:r>
            <a:r>
              <a:rPr sz="1100" spc="-15" dirty="0">
                <a:solidFill>
                  <a:srgbClr val="FFFFFF"/>
                </a:solidFill>
                <a:latin typeface="Calibri"/>
                <a:cs typeface="Calibri"/>
              </a:rPr>
              <a:t>c</a:t>
            </a:r>
            <a:r>
              <a:rPr sz="1100" dirty="0">
                <a:solidFill>
                  <a:srgbClr val="FFFFFF"/>
                </a:solidFill>
                <a:latin typeface="Calibri"/>
                <a:cs typeface="Calibri"/>
              </a:rPr>
              <a:t>e</a:t>
            </a:r>
            <a:r>
              <a:rPr sz="1100" spc="-10" dirty="0">
                <a:solidFill>
                  <a:srgbClr val="FFFFFF"/>
                </a:solidFill>
                <a:latin typeface="Calibri"/>
                <a:cs typeface="Calibri"/>
              </a:rPr>
              <a:t> </a:t>
            </a:r>
            <a:r>
              <a:rPr sz="1100" dirty="0">
                <a:solidFill>
                  <a:srgbClr val="FFFFFF"/>
                </a:solidFill>
                <a:latin typeface="Calibri"/>
                <a:cs typeface="Calibri"/>
              </a:rPr>
              <a:t>=  </a:t>
            </a:r>
            <a:r>
              <a:rPr sz="1100" spc="-5" dirty="0">
                <a:solidFill>
                  <a:srgbClr val="FFFFFF"/>
                </a:solidFill>
                <a:latin typeface="Calibri"/>
                <a:cs typeface="Calibri"/>
              </a:rPr>
              <a:t>FALSE</a:t>
            </a:r>
            <a:endParaRPr sz="1100">
              <a:latin typeface="Calibri"/>
              <a:cs typeface="Calibri"/>
            </a:endParaRPr>
          </a:p>
        </p:txBody>
      </p:sp>
      <p:grpSp>
        <p:nvGrpSpPr>
          <p:cNvPr id="12" name="object 12"/>
          <p:cNvGrpSpPr/>
          <p:nvPr/>
        </p:nvGrpSpPr>
        <p:grpSpPr>
          <a:xfrm>
            <a:off x="4910328" y="1990344"/>
            <a:ext cx="1088390" cy="868680"/>
            <a:chOff x="4910328" y="1990344"/>
            <a:chExt cx="1088390" cy="868680"/>
          </a:xfrm>
        </p:grpSpPr>
        <p:sp>
          <p:nvSpPr>
            <p:cNvPr id="13" name="object 13"/>
            <p:cNvSpPr/>
            <p:nvPr/>
          </p:nvSpPr>
          <p:spPr>
            <a:xfrm>
              <a:off x="5318760" y="1990344"/>
              <a:ext cx="271780" cy="226060"/>
            </a:xfrm>
            <a:custGeom>
              <a:avLst/>
              <a:gdLst/>
              <a:ahLst/>
              <a:cxnLst/>
              <a:rect l="l" t="t" r="r" b="b"/>
              <a:pathLst>
                <a:path w="271779" h="226060">
                  <a:moveTo>
                    <a:pt x="217042" y="0"/>
                  </a:moveTo>
                  <a:lnTo>
                    <a:pt x="54228" y="0"/>
                  </a:lnTo>
                  <a:lnTo>
                    <a:pt x="54228" y="112775"/>
                  </a:lnTo>
                  <a:lnTo>
                    <a:pt x="0" y="112775"/>
                  </a:lnTo>
                  <a:lnTo>
                    <a:pt x="135636" y="225551"/>
                  </a:lnTo>
                  <a:lnTo>
                    <a:pt x="271272" y="112775"/>
                  </a:lnTo>
                  <a:lnTo>
                    <a:pt x="217042" y="112775"/>
                  </a:lnTo>
                  <a:lnTo>
                    <a:pt x="217042" y="0"/>
                  </a:lnTo>
                  <a:close/>
                </a:path>
              </a:pathLst>
            </a:custGeom>
            <a:solidFill>
              <a:srgbClr val="B1C1DB"/>
            </a:solidFill>
          </p:spPr>
          <p:txBody>
            <a:bodyPr wrap="square" lIns="0" tIns="0" rIns="0" bIns="0" rtlCol="0"/>
            <a:lstStyle/>
            <a:p>
              <a:endParaRPr/>
            </a:p>
          </p:txBody>
        </p:sp>
        <p:sp>
          <p:nvSpPr>
            <p:cNvPr id="14" name="object 14"/>
            <p:cNvSpPr/>
            <p:nvPr/>
          </p:nvSpPr>
          <p:spPr>
            <a:xfrm>
              <a:off x="4910328" y="2255520"/>
              <a:ext cx="1088390" cy="603885"/>
            </a:xfrm>
            <a:custGeom>
              <a:avLst/>
              <a:gdLst/>
              <a:ahLst/>
              <a:cxnLst/>
              <a:rect l="l" t="t" r="r" b="b"/>
              <a:pathLst>
                <a:path w="1088389" h="603885">
                  <a:moveTo>
                    <a:pt x="1027811" y="0"/>
                  </a:moveTo>
                  <a:lnTo>
                    <a:pt x="60325" y="0"/>
                  </a:lnTo>
                  <a:lnTo>
                    <a:pt x="36861" y="4746"/>
                  </a:lnTo>
                  <a:lnTo>
                    <a:pt x="17684" y="17684"/>
                  </a:lnTo>
                  <a:lnTo>
                    <a:pt x="4746" y="36861"/>
                  </a:lnTo>
                  <a:lnTo>
                    <a:pt x="0" y="60325"/>
                  </a:lnTo>
                  <a:lnTo>
                    <a:pt x="0" y="543178"/>
                  </a:lnTo>
                  <a:lnTo>
                    <a:pt x="4746" y="566642"/>
                  </a:lnTo>
                  <a:lnTo>
                    <a:pt x="17684" y="585819"/>
                  </a:lnTo>
                  <a:lnTo>
                    <a:pt x="36861" y="598757"/>
                  </a:lnTo>
                  <a:lnTo>
                    <a:pt x="60325" y="603503"/>
                  </a:lnTo>
                  <a:lnTo>
                    <a:pt x="1027811" y="603503"/>
                  </a:lnTo>
                  <a:lnTo>
                    <a:pt x="1051274" y="598757"/>
                  </a:lnTo>
                  <a:lnTo>
                    <a:pt x="1070451" y="585819"/>
                  </a:lnTo>
                  <a:lnTo>
                    <a:pt x="1083389" y="566642"/>
                  </a:lnTo>
                  <a:lnTo>
                    <a:pt x="1088136" y="543178"/>
                  </a:lnTo>
                  <a:lnTo>
                    <a:pt x="1088136" y="60325"/>
                  </a:lnTo>
                  <a:lnTo>
                    <a:pt x="1083389" y="36861"/>
                  </a:lnTo>
                  <a:lnTo>
                    <a:pt x="1070451" y="17684"/>
                  </a:lnTo>
                  <a:lnTo>
                    <a:pt x="1051274" y="4746"/>
                  </a:lnTo>
                  <a:lnTo>
                    <a:pt x="1027811" y="0"/>
                  </a:lnTo>
                  <a:close/>
                </a:path>
              </a:pathLst>
            </a:custGeom>
            <a:solidFill>
              <a:srgbClr val="4F81BC"/>
            </a:solidFill>
          </p:spPr>
          <p:txBody>
            <a:bodyPr wrap="square" lIns="0" tIns="0" rIns="0" bIns="0" rtlCol="0"/>
            <a:lstStyle/>
            <a:p>
              <a:endParaRPr/>
            </a:p>
          </p:txBody>
        </p:sp>
      </p:grpSp>
      <p:sp>
        <p:nvSpPr>
          <p:cNvPr id="15" name="object 15"/>
          <p:cNvSpPr txBox="1"/>
          <p:nvPr/>
        </p:nvSpPr>
        <p:spPr>
          <a:xfrm>
            <a:off x="5043296" y="2367788"/>
            <a:ext cx="821055" cy="346710"/>
          </a:xfrm>
          <a:prstGeom prst="rect">
            <a:avLst/>
          </a:prstGeom>
        </p:spPr>
        <p:txBody>
          <a:bodyPr vert="horz" wrap="square" lIns="0" tIns="13335" rIns="0" bIns="0" rtlCol="0">
            <a:spAutoFit/>
          </a:bodyPr>
          <a:lstStyle/>
          <a:p>
            <a:pPr algn="ctr">
              <a:lnSpc>
                <a:spcPts val="1260"/>
              </a:lnSpc>
              <a:spcBef>
                <a:spcPts val="105"/>
              </a:spcBef>
            </a:pPr>
            <a:r>
              <a:rPr sz="1100" spc="-5" dirty="0">
                <a:solidFill>
                  <a:srgbClr val="FFFFFF"/>
                </a:solidFill>
                <a:latin typeface="Calibri"/>
                <a:cs typeface="Calibri"/>
              </a:rPr>
              <a:t>Assumption</a:t>
            </a:r>
            <a:r>
              <a:rPr sz="1100" spc="-50" dirty="0">
                <a:solidFill>
                  <a:srgbClr val="FFFFFF"/>
                </a:solidFill>
                <a:latin typeface="Calibri"/>
                <a:cs typeface="Calibri"/>
              </a:rPr>
              <a:t> </a:t>
            </a:r>
            <a:r>
              <a:rPr sz="1100" dirty="0">
                <a:solidFill>
                  <a:srgbClr val="FFFFFF"/>
                </a:solidFill>
                <a:latin typeface="Calibri"/>
                <a:cs typeface="Calibri"/>
              </a:rPr>
              <a:t>is</a:t>
            </a:r>
            <a:endParaRPr sz="1100">
              <a:latin typeface="Calibri"/>
              <a:cs typeface="Calibri"/>
            </a:endParaRPr>
          </a:p>
          <a:p>
            <a:pPr algn="ctr">
              <a:lnSpc>
                <a:spcPts val="1260"/>
              </a:lnSpc>
            </a:pPr>
            <a:r>
              <a:rPr sz="1100" dirty="0">
                <a:solidFill>
                  <a:srgbClr val="FFFFFF"/>
                </a:solidFill>
                <a:latin typeface="Calibri"/>
                <a:cs typeface="Calibri"/>
              </a:rPr>
              <a:t>False</a:t>
            </a:r>
            <a:endParaRPr sz="1100">
              <a:latin typeface="Calibri"/>
              <a:cs typeface="Calibri"/>
            </a:endParaRPr>
          </a:p>
        </p:txBody>
      </p:sp>
      <p:grpSp>
        <p:nvGrpSpPr>
          <p:cNvPr id="16" name="object 16"/>
          <p:cNvGrpSpPr/>
          <p:nvPr/>
        </p:nvGrpSpPr>
        <p:grpSpPr>
          <a:xfrm>
            <a:off x="4910328" y="2898648"/>
            <a:ext cx="1088390" cy="868680"/>
            <a:chOff x="4910328" y="2898648"/>
            <a:chExt cx="1088390" cy="868680"/>
          </a:xfrm>
        </p:grpSpPr>
        <p:sp>
          <p:nvSpPr>
            <p:cNvPr id="17" name="object 17"/>
            <p:cNvSpPr/>
            <p:nvPr/>
          </p:nvSpPr>
          <p:spPr>
            <a:xfrm>
              <a:off x="5318760" y="2898648"/>
              <a:ext cx="271780" cy="226060"/>
            </a:xfrm>
            <a:custGeom>
              <a:avLst/>
              <a:gdLst/>
              <a:ahLst/>
              <a:cxnLst/>
              <a:rect l="l" t="t" r="r" b="b"/>
              <a:pathLst>
                <a:path w="271779" h="226060">
                  <a:moveTo>
                    <a:pt x="217042" y="0"/>
                  </a:moveTo>
                  <a:lnTo>
                    <a:pt x="54228" y="0"/>
                  </a:lnTo>
                  <a:lnTo>
                    <a:pt x="54228" y="112775"/>
                  </a:lnTo>
                  <a:lnTo>
                    <a:pt x="0" y="112775"/>
                  </a:lnTo>
                  <a:lnTo>
                    <a:pt x="135636" y="225551"/>
                  </a:lnTo>
                  <a:lnTo>
                    <a:pt x="271272" y="112775"/>
                  </a:lnTo>
                  <a:lnTo>
                    <a:pt x="217042" y="112775"/>
                  </a:lnTo>
                  <a:lnTo>
                    <a:pt x="217042" y="0"/>
                  </a:lnTo>
                  <a:close/>
                </a:path>
              </a:pathLst>
            </a:custGeom>
            <a:solidFill>
              <a:srgbClr val="B1C1DB"/>
            </a:solidFill>
          </p:spPr>
          <p:txBody>
            <a:bodyPr wrap="square" lIns="0" tIns="0" rIns="0" bIns="0" rtlCol="0"/>
            <a:lstStyle/>
            <a:p>
              <a:endParaRPr/>
            </a:p>
          </p:txBody>
        </p:sp>
        <p:sp>
          <p:nvSpPr>
            <p:cNvPr id="18" name="object 18"/>
            <p:cNvSpPr/>
            <p:nvPr/>
          </p:nvSpPr>
          <p:spPr>
            <a:xfrm>
              <a:off x="4910328" y="3163824"/>
              <a:ext cx="1088390" cy="603885"/>
            </a:xfrm>
            <a:custGeom>
              <a:avLst/>
              <a:gdLst/>
              <a:ahLst/>
              <a:cxnLst/>
              <a:rect l="l" t="t" r="r" b="b"/>
              <a:pathLst>
                <a:path w="1088389" h="603885">
                  <a:moveTo>
                    <a:pt x="1027811" y="0"/>
                  </a:moveTo>
                  <a:lnTo>
                    <a:pt x="60325" y="0"/>
                  </a:lnTo>
                  <a:lnTo>
                    <a:pt x="36861" y="4746"/>
                  </a:lnTo>
                  <a:lnTo>
                    <a:pt x="17684" y="17684"/>
                  </a:lnTo>
                  <a:lnTo>
                    <a:pt x="4746" y="36861"/>
                  </a:lnTo>
                  <a:lnTo>
                    <a:pt x="0" y="60325"/>
                  </a:lnTo>
                  <a:lnTo>
                    <a:pt x="0" y="543178"/>
                  </a:lnTo>
                  <a:lnTo>
                    <a:pt x="4746" y="566642"/>
                  </a:lnTo>
                  <a:lnTo>
                    <a:pt x="17684" y="585819"/>
                  </a:lnTo>
                  <a:lnTo>
                    <a:pt x="36861" y="598757"/>
                  </a:lnTo>
                  <a:lnTo>
                    <a:pt x="60325" y="603503"/>
                  </a:lnTo>
                  <a:lnTo>
                    <a:pt x="1027811" y="603503"/>
                  </a:lnTo>
                  <a:lnTo>
                    <a:pt x="1051274" y="598757"/>
                  </a:lnTo>
                  <a:lnTo>
                    <a:pt x="1070451" y="585819"/>
                  </a:lnTo>
                  <a:lnTo>
                    <a:pt x="1083389" y="566642"/>
                  </a:lnTo>
                  <a:lnTo>
                    <a:pt x="1088136" y="543178"/>
                  </a:lnTo>
                  <a:lnTo>
                    <a:pt x="1088136" y="60325"/>
                  </a:lnTo>
                  <a:lnTo>
                    <a:pt x="1083389" y="36861"/>
                  </a:lnTo>
                  <a:lnTo>
                    <a:pt x="1070451" y="17684"/>
                  </a:lnTo>
                  <a:lnTo>
                    <a:pt x="1051274" y="4746"/>
                  </a:lnTo>
                  <a:lnTo>
                    <a:pt x="1027811" y="0"/>
                  </a:lnTo>
                  <a:close/>
                </a:path>
              </a:pathLst>
            </a:custGeom>
            <a:solidFill>
              <a:srgbClr val="4F81BC"/>
            </a:solidFill>
          </p:spPr>
          <p:txBody>
            <a:bodyPr wrap="square" lIns="0" tIns="0" rIns="0" bIns="0" rtlCol="0"/>
            <a:lstStyle/>
            <a:p>
              <a:endParaRPr/>
            </a:p>
          </p:txBody>
        </p:sp>
      </p:grpSp>
      <p:sp>
        <p:nvSpPr>
          <p:cNvPr id="19" name="object 19"/>
          <p:cNvSpPr txBox="1"/>
          <p:nvPr/>
        </p:nvSpPr>
        <p:spPr>
          <a:xfrm>
            <a:off x="5028057" y="3276041"/>
            <a:ext cx="852169" cy="347345"/>
          </a:xfrm>
          <a:prstGeom prst="rect">
            <a:avLst/>
          </a:prstGeom>
        </p:spPr>
        <p:txBody>
          <a:bodyPr vert="horz" wrap="square" lIns="0" tIns="13335" rIns="0" bIns="0" rtlCol="0">
            <a:spAutoFit/>
          </a:bodyPr>
          <a:lstStyle/>
          <a:p>
            <a:pPr algn="ctr">
              <a:lnSpc>
                <a:spcPts val="1260"/>
              </a:lnSpc>
              <a:spcBef>
                <a:spcPts val="105"/>
              </a:spcBef>
            </a:pPr>
            <a:r>
              <a:rPr sz="1100" dirty="0">
                <a:solidFill>
                  <a:srgbClr val="FFFFFF"/>
                </a:solidFill>
                <a:latin typeface="Calibri"/>
                <a:cs typeface="Calibri"/>
              </a:rPr>
              <a:t>Given</a:t>
            </a:r>
            <a:r>
              <a:rPr sz="1100" spc="-65" dirty="0">
                <a:solidFill>
                  <a:srgbClr val="FFFFFF"/>
                </a:solidFill>
                <a:latin typeface="Calibri"/>
                <a:cs typeface="Calibri"/>
              </a:rPr>
              <a:t> </a:t>
            </a:r>
            <a:r>
              <a:rPr sz="1100" dirty="0">
                <a:solidFill>
                  <a:srgbClr val="FFFFFF"/>
                </a:solidFill>
                <a:latin typeface="Calibri"/>
                <a:cs typeface="Calibri"/>
              </a:rPr>
              <a:t>Query</a:t>
            </a:r>
            <a:r>
              <a:rPr sz="1100" spc="-30" dirty="0">
                <a:solidFill>
                  <a:srgbClr val="FFFFFF"/>
                </a:solidFill>
                <a:latin typeface="Calibri"/>
                <a:cs typeface="Calibri"/>
              </a:rPr>
              <a:t> </a:t>
            </a:r>
            <a:r>
              <a:rPr sz="1100" dirty="0">
                <a:solidFill>
                  <a:srgbClr val="FFFFFF"/>
                </a:solidFill>
                <a:latin typeface="Calibri"/>
                <a:cs typeface="Calibri"/>
              </a:rPr>
              <a:t>is</a:t>
            </a:r>
            <a:endParaRPr sz="1100">
              <a:latin typeface="Calibri"/>
              <a:cs typeface="Calibri"/>
            </a:endParaRPr>
          </a:p>
          <a:p>
            <a:pPr marL="635" algn="ctr">
              <a:lnSpc>
                <a:spcPts val="1260"/>
              </a:lnSpc>
            </a:pPr>
            <a:r>
              <a:rPr sz="1100" dirty="0">
                <a:solidFill>
                  <a:srgbClr val="FFFFFF"/>
                </a:solidFill>
                <a:latin typeface="Calibri"/>
                <a:cs typeface="Calibri"/>
              </a:rPr>
              <a:t>TRUE</a:t>
            </a:r>
            <a:endParaRPr sz="1100">
              <a:latin typeface="Calibri"/>
              <a:cs typeface="Calibri"/>
            </a:endParaRPr>
          </a:p>
        </p:txBody>
      </p:sp>
      <p:sp>
        <p:nvSpPr>
          <p:cNvPr id="20" name="object 20"/>
          <p:cNvSpPr/>
          <p:nvPr/>
        </p:nvSpPr>
        <p:spPr>
          <a:xfrm>
            <a:off x="6989064" y="1371600"/>
            <a:ext cx="1091565" cy="607060"/>
          </a:xfrm>
          <a:custGeom>
            <a:avLst/>
            <a:gdLst/>
            <a:ahLst/>
            <a:cxnLst/>
            <a:rect l="l" t="t" r="r" b="b"/>
            <a:pathLst>
              <a:path w="1091565" h="607060">
                <a:moveTo>
                  <a:pt x="1030477" y="0"/>
                </a:moveTo>
                <a:lnTo>
                  <a:pt x="60705" y="0"/>
                </a:lnTo>
                <a:lnTo>
                  <a:pt x="37076" y="4770"/>
                </a:lnTo>
                <a:lnTo>
                  <a:pt x="17779" y="17780"/>
                </a:lnTo>
                <a:lnTo>
                  <a:pt x="4770" y="37076"/>
                </a:lnTo>
                <a:lnTo>
                  <a:pt x="0" y="60705"/>
                </a:lnTo>
                <a:lnTo>
                  <a:pt x="0" y="545846"/>
                </a:lnTo>
                <a:lnTo>
                  <a:pt x="4770" y="569475"/>
                </a:lnTo>
                <a:lnTo>
                  <a:pt x="17779" y="588771"/>
                </a:lnTo>
                <a:lnTo>
                  <a:pt x="37076" y="601781"/>
                </a:lnTo>
                <a:lnTo>
                  <a:pt x="60705" y="606551"/>
                </a:lnTo>
                <a:lnTo>
                  <a:pt x="1030477" y="606551"/>
                </a:lnTo>
                <a:lnTo>
                  <a:pt x="1054107" y="601781"/>
                </a:lnTo>
                <a:lnTo>
                  <a:pt x="1073403" y="588771"/>
                </a:lnTo>
                <a:lnTo>
                  <a:pt x="1086413" y="569475"/>
                </a:lnTo>
                <a:lnTo>
                  <a:pt x="1091183" y="545846"/>
                </a:lnTo>
                <a:lnTo>
                  <a:pt x="1091183" y="60705"/>
                </a:lnTo>
                <a:lnTo>
                  <a:pt x="1086413" y="37076"/>
                </a:lnTo>
                <a:lnTo>
                  <a:pt x="1073403" y="17780"/>
                </a:lnTo>
                <a:lnTo>
                  <a:pt x="1054107" y="4770"/>
                </a:lnTo>
                <a:lnTo>
                  <a:pt x="1030477" y="0"/>
                </a:lnTo>
                <a:close/>
              </a:path>
            </a:pathLst>
          </a:custGeom>
          <a:solidFill>
            <a:srgbClr val="4F81BC"/>
          </a:solidFill>
        </p:spPr>
        <p:txBody>
          <a:bodyPr wrap="square" lIns="0" tIns="0" rIns="0" bIns="0" rtlCol="0"/>
          <a:lstStyle/>
          <a:p>
            <a:endParaRPr/>
          </a:p>
        </p:txBody>
      </p:sp>
      <p:sp>
        <p:nvSpPr>
          <p:cNvPr id="21" name="object 21"/>
          <p:cNvSpPr txBox="1"/>
          <p:nvPr/>
        </p:nvSpPr>
        <p:spPr>
          <a:xfrm>
            <a:off x="7200138" y="1484502"/>
            <a:ext cx="668020" cy="346710"/>
          </a:xfrm>
          <a:prstGeom prst="rect">
            <a:avLst/>
          </a:prstGeom>
        </p:spPr>
        <p:txBody>
          <a:bodyPr vert="horz" wrap="square" lIns="0" tIns="13335" rIns="0" bIns="0" rtlCol="0">
            <a:spAutoFit/>
          </a:bodyPr>
          <a:lstStyle/>
          <a:p>
            <a:pPr algn="ctr">
              <a:lnSpc>
                <a:spcPts val="1260"/>
              </a:lnSpc>
              <a:spcBef>
                <a:spcPts val="105"/>
              </a:spcBef>
            </a:pPr>
            <a:r>
              <a:rPr sz="1100" spc="-5" dirty="0">
                <a:solidFill>
                  <a:srgbClr val="FFFFFF"/>
                </a:solidFill>
                <a:latin typeface="Calibri"/>
                <a:cs typeface="Calibri"/>
              </a:rPr>
              <a:t>Inference</a:t>
            </a:r>
            <a:r>
              <a:rPr sz="1100" spc="-50" dirty="0">
                <a:solidFill>
                  <a:srgbClr val="FFFFFF"/>
                </a:solidFill>
                <a:latin typeface="Calibri"/>
                <a:cs typeface="Calibri"/>
              </a:rPr>
              <a:t> </a:t>
            </a:r>
            <a:r>
              <a:rPr sz="1100" dirty="0">
                <a:solidFill>
                  <a:srgbClr val="FFFFFF"/>
                </a:solidFill>
                <a:latin typeface="Calibri"/>
                <a:cs typeface="Calibri"/>
              </a:rPr>
              <a:t>=</a:t>
            </a:r>
            <a:endParaRPr sz="1100">
              <a:latin typeface="Calibri"/>
              <a:cs typeface="Calibri"/>
            </a:endParaRPr>
          </a:p>
          <a:p>
            <a:pPr marL="1905" algn="ctr">
              <a:lnSpc>
                <a:spcPts val="1260"/>
              </a:lnSpc>
            </a:pPr>
            <a:r>
              <a:rPr sz="1100" dirty="0">
                <a:solidFill>
                  <a:srgbClr val="FFFFFF"/>
                </a:solidFill>
                <a:latin typeface="Calibri"/>
                <a:cs typeface="Calibri"/>
              </a:rPr>
              <a:t>TRUE</a:t>
            </a:r>
            <a:endParaRPr sz="1100">
              <a:latin typeface="Calibri"/>
              <a:cs typeface="Calibri"/>
            </a:endParaRPr>
          </a:p>
        </p:txBody>
      </p:sp>
      <p:grpSp>
        <p:nvGrpSpPr>
          <p:cNvPr id="22" name="object 22"/>
          <p:cNvGrpSpPr/>
          <p:nvPr/>
        </p:nvGrpSpPr>
        <p:grpSpPr>
          <a:xfrm>
            <a:off x="6989064" y="2014727"/>
            <a:ext cx="1091565" cy="871855"/>
            <a:chOff x="6989064" y="2014727"/>
            <a:chExt cx="1091565" cy="871855"/>
          </a:xfrm>
        </p:grpSpPr>
        <p:sp>
          <p:nvSpPr>
            <p:cNvPr id="23" name="object 23"/>
            <p:cNvSpPr/>
            <p:nvPr/>
          </p:nvSpPr>
          <p:spPr>
            <a:xfrm>
              <a:off x="7397496" y="2014727"/>
              <a:ext cx="274320" cy="228600"/>
            </a:xfrm>
            <a:custGeom>
              <a:avLst/>
              <a:gdLst/>
              <a:ahLst/>
              <a:cxnLst/>
              <a:rect l="l" t="t" r="r" b="b"/>
              <a:pathLst>
                <a:path w="274320" h="228600">
                  <a:moveTo>
                    <a:pt x="219455" y="0"/>
                  </a:moveTo>
                  <a:lnTo>
                    <a:pt x="54863" y="0"/>
                  </a:lnTo>
                  <a:lnTo>
                    <a:pt x="54863" y="114300"/>
                  </a:lnTo>
                  <a:lnTo>
                    <a:pt x="0" y="114300"/>
                  </a:lnTo>
                  <a:lnTo>
                    <a:pt x="137159" y="228600"/>
                  </a:lnTo>
                  <a:lnTo>
                    <a:pt x="274320" y="114300"/>
                  </a:lnTo>
                  <a:lnTo>
                    <a:pt x="219455" y="114300"/>
                  </a:lnTo>
                  <a:lnTo>
                    <a:pt x="219455" y="0"/>
                  </a:lnTo>
                  <a:close/>
                </a:path>
              </a:pathLst>
            </a:custGeom>
            <a:solidFill>
              <a:srgbClr val="B1C1DB"/>
            </a:solidFill>
          </p:spPr>
          <p:txBody>
            <a:bodyPr wrap="square" lIns="0" tIns="0" rIns="0" bIns="0" rtlCol="0"/>
            <a:lstStyle/>
            <a:p>
              <a:endParaRPr/>
            </a:p>
          </p:txBody>
        </p:sp>
        <p:sp>
          <p:nvSpPr>
            <p:cNvPr id="24" name="object 24"/>
            <p:cNvSpPr/>
            <p:nvPr/>
          </p:nvSpPr>
          <p:spPr>
            <a:xfrm>
              <a:off x="6989064" y="2279903"/>
              <a:ext cx="1091565" cy="607060"/>
            </a:xfrm>
            <a:custGeom>
              <a:avLst/>
              <a:gdLst/>
              <a:ahLst/>
              <a:cxnLst/>
              <a:rect l="l" t="t" r="r" b="b"/>
              <a:pathLst>
                <a:path w="1091565" h="607060">
                  <a:moveTo>
                    <a:pt x="1030477" y="0"/>
                  </a:moveTo>
                  <a:lnTo>
                    <a:pt x="60705" y="0"/>
                  </a:lnTo>
                  <a:lnTo>
                    <a:pt x="37076" y="4770"/>
                  </a:lnTo>
                  <a:lnTo>
                    <a:pt x="17779" y="17780"/>
                  </a:lnTo>
                  <a:lnTo>
                    <a:pt x="4770" y="37076"/>
                  </a:lnTo>
                  <a:lnTo>
                    <a:pt x="0" y="60706"/>
                  </a:lnTo>
                  <a:lnTo>
                    <a:pt x="0" y="545846"/>
                  </a:lnTo>
                  <a:lnTo>
                    <a:pt x="4770" y="569475"/>
                  </a:lnTo>
                  <a:lnTo>
                    <a:pt x="17779" y="588771"/>
                  </a:lnTo>
                  <a:lnTo>
                    <a:pt x="37076" y="601781"/>
                  </a:lnTo>
                  <a:lnTo>
                    <a:pt x="60705" y="606551"/>
                  </a:lnTo>
                  <a:lnTo>
                    <a:pt x="1030477" y="606551"/>
                  </a:lnTo>
                  <a:lnTo>
                    <a:pt x="1054107" y="601781"/>
                  </a:lnTo>
                  <a:lnTo>
                    <a:pt x="1073403" y="588771"/>
                  </a:lnTo>
                  <a:lnTo>
                    <a:pt x="1086413" y="569475"/>
                  </a:lnTo>
                  <a:lnTo>
                    <a:pt x="1091183" y="545846"/>
                  </a:lnTo>
                  <a:lnTo>
                    <a:pt x="1091183" y="60706"/>
                  </a:lnTo>
                  <a:lnTo>
                    <a:pt x="1086413" y="37076"/>
                  </a:lnTo>
                  <a:lnTo>
                    <a:pt x="1073403" y="17780"/>
                  </a:lnTo>
                  <a:lnTo>
                    <a:pt x="1054107" y="4770"/>
                  </a:lnTo>
                  <a:lnTo>
                    <a:pt x="1030477" y="0"/>
                  </a:lnTo>
                  <a:close/>
                </a:path>
              </a:pathLst>
            </a:custGeom>
            <a:solidFill>
              <a:srgbClr val="4F81BC"/>
            </a:solidFill>
          </p:spPr>
          <p:txBody>
            <a:bodyPr wrap="square" lIns="0" tIns="0" rIns="0" bIns="0" rtlCol="0"/>
            <a:lstStyle/>
            <a:p>
              <a:endParaRPr/>
            </a:p>
          </p:txBody>
        </p:sp>
      </p:grpSp>
      <p:sp>
        <p:nvSpPr>
          <p:cNvPr id="25" name="object 25"/>
          <p:cNvSpPr txBox="1"/>
          <p:nvPr/>
        </p:nvSpPr>
        <p:spPr>
          <a:xfrm>
            <a:off x="7123938" y="2392756"/>
            <a:ext cx="821055" cy="347345"/>
          </a:xfrm>
          <a:prstGeom prst="rect">
            <a:avLst/>
          </a:prstGeom>
        </p:spPr>
        <p:txBody>
          <a:bodyPr vert="horz" wrap="square" lIns="0" tIns="13335" rIns="0" bIns="0" rtlCol="0">
            <a:spAutoFit/>
          </a:bodyPr>
          <a:lstStyle/>
          <a:p>
            <a:pPr algn="ctr">
              <a:lnSpc>
                <a:spcPts val="1260"/>
              </a:lnSpc>
              <a:spcBef>
                <a:spcPts val="105"/>
              </a:spcBef>
            </a:pPr>
            <a:r>
              <a:rPr sz="1100" spc="-5" dirty="0">
                <a:solidFill>
                  <a:srgbClr val="FFFFFF"/>
                </a:solidFill>
                <a:latin typeface="Calibri"/>
                <a:cs typeface="Calibri"/>
              </a:rPr>
              <a:t>Assumption</a:t>
            </a:r>
            <a:r>
              <a:rPr sz="1100" spc="-40" dirty="0">
                <a:solidFill>
                  <a:srgbClr val="FFFFFF"/>
                </a:solidFill>
                <a:latin typeface="Calibri"/>
                <a:cs typeface="Calibri"/>
              </a:rPr>
              <a:t> </a:t>
            </a:r>
            <a:r>
              <a:rPr sz="1100" dirty="0">
                <a:solidFill>
                  <a:srgbClr val="FFFFFF"/>
                </a:solidFill>
                <a:latin typeface="Calibri"/>
                <a:cs typeface="Calibri"/>
              </a:rPr>
              <a:t>is</a:t>
            </a:r>
            <a:endParaRPr sz="1100">
              <a:latin typeface="Calibri"/>
              <a:cs typeface="Calibri"/>
            </a:endParaRPr>
          </a:p>
          <a:p>
            <a:pPr marL="1270" algn="ctr">
              <a:lnSpc>
                <a:spcPts val="1260"/>
              </a:lnSpc>
            </a:pPr>
            <a:r>
              <a:rPr sz="1100" dirty="0">
                <a:solidFill>
                  <a:srgbClr val="FFFFFF"/>
                </a:solidFill>
                <a:latin typeface="Calibri"/>
                <a:cs typeface="Calibri"/>
              </a:rPr>
              <a:t>TRUE</a:t>
            </a:r>
            <a:endParaRPr sz="1100">
              <a:latin typeface="Calibri"/>
              <a:cs typeface="Calibri"/>
            </a:endParaRPr>
          </a:p>
        </p:txBody>
      </p:sp>
      <p:grpSp>
        <p:nvGrpSpPr>
          <p:cNvPr id="26" name="object 26"/>
          <p:cNvGrpSpPr/>
          <p:nvPr/>
        </p:nvGrpSpPr>
        <p:grpSpPr>
          <a:xfrm>
            <a:off x="6989064" y="2923032"/>
            <a:ext cx="1091565" cy="871855"/>
            <a:chOff x="6989064" y="2923032"/>
            <a:chExt cx="1091565" cy="871855"/>
          </a:xfrm>
        </p:grpSpPr>
        <p:sp>
          <p:nvSpPr>
            <p:cNvPr id="27" name="object 27"/>
            <p:cNvSpPr/>
            <p:nvPr/>
          </p:nvSpPr>
          <p:spPr>
            <a:xfrm>
              <a:off x="7397496" y="2923032"/>
              <a:ext cx="274320" cy="228600"/>
            </a:xfrm>
            <a:custGeom>
              <a:avLst/>
              <a:gdLst/>
              <a:ahLst/>
              <a:cxnLst/>
              <a:rect l="l" t="t" r="r" b="b"/>
              <a:pathLst>
                <a:path w="274320" h="228600">
                  <a:moveTo>
                    <a:pt x="219455" y="0"/>
                  </a:moveTo>
                  <a:lnTo>
                    <a:pt x="54863" y="0"/>
                  </a:lnTo>
                  <a:lnTo>
                    <a:pt x="54863" y="114300"/>
                  </a:lnTo>
                  <a:lnTo>
                    <a:pt x="0" y="114300"/>
                  </a:lnTo>
                  <a:lnTo>
                    <a:pt x="137159" y="228600"/>
                  </a:lnTo>
                  <a:lnTo>
                    <a:pt x="274320" y="114300"/>
                  </a:lnTo>
                  <a:lnTo>
                    <a:pt x="219455" y="114300"/>
                  </a:lnTo>
                  <a:lnTo>
                    <a:pt x="219455" y="0"/>
                  </a:lnTo>
                  <a:close/>
                </a:path>
              </a:pathLst>
            </a:custGeom>
            <a:solidFill>
              <a:srgbClr val="B1C1DB"/>
            </a:solidFill>
          </p:spPr>
          <p:txBody>
            <a:bodyPr wrap="square" lIns="0" tIns="0" rIns="0" bIns="0" rtlCol="0"/>
            <a:lstStyle/>
            <a:p>
              <a:endParaRPr/>
            </a:p>
          </p:txBody>
        </p:sp>
        <p:sp>
          <p:nvSpPr>
            <p:cNvPr id="28" name="object 28"/>
            <p:cNvSpPr/>
            <p:nvPr/>
          </p:nvSpPr>
          <p:spPr>
            <a:xfrm>
              <a:off x="6989064" y="3188208"/>
              <a:ext cx="1091565" cy="607060"/>
            </a:xfrm>
            <a:custGeom>
              <a:avLst/>
              <a:gdLst/>
              <a:ahLst/>
              <a:cxnLst/>
              <a:rect l="l" t="t" r="r" b="b"/>
              <a:pathLst>
                <a:path w="1091565" h="607060">
                  <a:moveTo>
                    <a:pt x="1030477" y="0"/>
                  </a:moveTo>
                  <a:lnTo>
                    <a:pt x="60705" y="0"/>
                  </a:lnTo>
                  <a:lnTo>
                    <a:pt x="37076" y="4770"/>
                  </a:lnTo>
                  <a:lnTo>
                    <a:pt x="17779" y="17780"/>
                  </a:lnTo>
                  <a:lnTo>
                    <a:pt x="4770" y="37076"/>
                  </a:lnTo>
                  <a:lnTo>
                    <a:pt x="0" y="60705"/>
                  </a:lnTo>
                  <a:lnTo>
                    <a:pt x="0" y="545845"/>
                  </a:lnTo>
                  <a:lnTo>
                    <a:pt x="4770" y="569475"/>
                  </a:lnTo>
                  <a:lnTo>
                    <a:pt x="17779" y="588771"/>
                  </a:lnTo>
                  <a:lnTo>
                    <a:pt x="37076" y="601781"/>
                  </a:lnTo>
                  <a:lnTo>
                    <a:pt x="60705" y="606551"/>
                  </a:lnTo>
                  <a:lnTo>
                    <a:pt x="1030477" y="606551"/>
                  </a:lnTo>
                  <a:lnTo>
                    <a:pt x="1054107" y="601781"/>
                  </a:lnTo>
                  <a:lnTo>
                    <a:pt x="1073403" y="588771"/>
                  </a:lnTo>
                  <a:lnTo>
                    <a:pt x="1086413" y="569475"/>
                  </a:lnTo>
                  <a:lnTo>
                    <a:pt x="1091183" y="545845"/>
                  </a:lnTo>
                  <a:lnTo>
                    <a:pt x="1091183" y="60705"/>
                  </a:lnTo>
                  <a:lnTo>
                    <a:pt x="1086413" y="37076"/>
                  </a:lnTo>
                  <a:lnTo>
                    <a:pt x="1073403" y="17780"/>
                  </a:lnTo>
                  <a:lnTo>
                    <a:pt x="1054107" y="4770"/>
                  </a:lnTo>
                  <a:lnTo>
                    <a:pt x="1030477" y="0"/>
                  </a:lnTo>
                  <a:close/>
                </a:path>
              </a:pathLst>
            </a:custGeom>
            <a:solidFill>
              <a:srgbClr val="4F81BC"/>
            </a:solidFill>
          </p:spPr>
          <p:txBody>
            <a:bodyPr wrap="square" lIns="0" tIns="0" rIns="0" bIns="0" rtlCol="0"/>
            <a:lstStyle/>
            <a:p>
              <a:endParaRPr/>
            </a:p>
          </p:txBody>
        </p:sp>
      </p:grpSp>
      <p:sp>
        <p:nvSpPr>
          <p:cNvPr id="29" name="object 29"/>
          <p:cNvSpPr txBox="1"/>
          <p:nvPr/>
        </p:nvSpPr>
        <p:spPr>
          <a:xfrm>
            <a:off x="7108697" y="3302000"/>
            <a:ext cx="851535" cy="346075"/>
          </a:xfrm>
          <a:prstGeom prst="rect">
            <a:avLst/>
          </a:prstGeom>
        </p:spPr>
        <p:txBody>
          <a:bodyPr vert="horz" wrap="square" lIns="0" tIns="30480" rIns="0" bIns="0" rtlCol="0">
            <a:spAutoFit/>
          </a:bodyPr>
          <a:lstStyle/>
          <a:p>
            <a:pPr marL="259079" marR="5080" indent="-247015">
              <a:lnSpc>
                <a:spcPts val="1200"/>
              </a:lnSpc>
              <a:spcBef>
                <a:spcPts val="240"/>
              </a:spcBef>
            </a:pPr>
            <a:r>
              <a:rPr sz="1100" dirty="0">
                <a:solidFill>
                  <a:srgbClr val="FFFFFF"/>
                </a:solidFill>
                <a:latin typeface="Calibri"/>
                <a:cs typeface="Calibri"/>
              </a:rPr>
              <a:t>G</a:t>
            </a:r>
            <a:r>
              <a:rPr sz="1100" spc="5" dirty="0">
                <a:solidFill>
                  <a:srgbClr val="FFFFFF"/>
                </a:solidFill>
                <a:latin typeface="Calibri"/>
                <a:cs typeface="Calibri"/>
              </a:rPr>
              <a:t>i</a:t>
            </a:r>
            <a:r>
              <a:rPr sz="1100" dirty="0">
                <a:solidFill>
                  <a:srgbClr val="FFFFFF"/>
                </a:solidFill>
                <a:latin typeface="Calibri"/>
                <a:cs typeface="Calibri"/>
              </a:rPr>
              <a:t>ven</a:t>
            </a:r>
            <a:r>
              <a:rPr sz="1100" spc="-35" dirty="0">
                <a:solidFill>
                  <a:srgbClr val="FFFFFF"/>
                </a:solidFill>
                <a:latin typeface="Calibri"/>
                <a:cs typeface="Calibri"/>
              </a:rPr>
              <a:t> </a:t>
            </a:r>
            <a:r>
              <a:rPr sz="1100" dirty="0">
                <a:solidFill>
                  <a:srgbClr val="FFFFFF"/>
                </a:solidFill>
                <a:latin typeface="Calibri"/>
                <a:cs typeface="Calibri"/>
              </a:rPr>
              <a:t>Query</a:t>
            </a:r>
            <a:r>
              <a:rPr sz="1100" spc="-10" dirty="0">
                <a:solidFill>
                  <a:srgbClr val="FFFFFF"/>
                </a:solidFill>
                <a:latin typeface="Calibri"/>
                <a:cs typeface="Calibri"/>
              </a:rPr>
              <a:t> </a:t>
            </a:r>
            <a:r>
              <a:rPr sz="1100" spc="5" dirty="0">
                <a:solidFill>
                  <a:srgbClr val="FFFFFF"/>
                </a:solidFill>
                <a:latin typeface="Calibri"/>
                <a:cs typeface="Calibri"/>
              </a:rPr>
              <a:t>i</a:t>
            </a:r>
            <a:r>
              <a:rPr sz="1100" dirty="0">
                <a:solidFill>
                  <a:srgbClr val="FFFFFF"/>
                </a:solidFill>
                <a:latin typeface="Calibri"/>
                <a:cs typeface="Calibri"/>
              </a:rPr>
              <a:t>s  </a:t>
            </a:r>
            <a:r>
              <a:rPr sz="1100" spc="-5" dirty="0">
                <a:solidFill>
                  <a:srgbClr val="FFFFFF"/>
                </a:solidFill>
                <a:latin typeface="Calibri"/>
                <a:cs typeface="Calibri"/>
              </a:rPr>
              <a:t>FALSE</a:t>
            </a:r>
            <a:endParaRPr sz="1100">
              <a:latin typeface="Calibri"/>
              <a:cs typeface="Calibri"/>
            </a:endParaRPr>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spc="-5" dirty="0">
                <a:latin typeface="Arial"/>
                <a:cs typeface="Arial"/>
              </a:rPr>
              <a:t>BITS</a:t>
            </a:r>
            <a:r>
              <a:rPr b="1" spc="-20" dirty="0">
                <a:latin typeface="Arial"/>
                <a:cs typeface="Arial"/>
              </a:rPr>
              <a:t> </a:t>
            </a:r>
            <a:r>
              <a:rPr spc="-5" dirty="0"/>
              <a:t>Pilani,</a:t>
            </a:r>
            <a:r>
              <a:rPr spc="-15" dirty="0"/>
              <a:t> </a:t>
            </a:r>
            <a:r>
              <a:rPr spc="-5" dirty="0"/>
              <a:t>Pilani</a:t>
            </a:r>
            <a:r>
              <a:rPr dirty="0"/>
              <a:t> Campus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93878"/>
            <a:ext cx="1870075" cy="391160"/>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PL-Resolution</a:t>
            </a:r>
            <a:endParaRPr sz="2400">
              <a:latin typeface="Arial"/>
              <a:cs typeface="Arial"/>
            </a:endParaRPr>
          </a:p>
        </p:txBody>
      </p:sp>
      <p:sp>
        <p:nvSpPr>
          <p:cNvPr id="3" name="object 3"/>
          <p:cNvSpPr txBox="1"/>
          <p:nvPr/>
        </p:nvSpPr>
        <p:spPr>
          <a:xfrm>
            <a:off x="383540" y="827659"/>
            <a:ext cx="6186170" cy="2530475"/>
          </a:xfrm>
          <a:prstGeom prst="rect">
            <a:avLst/>
          </a:prstGeom>
        </p:spPr>
        <p:txBody>
          <a:bodyPr vert="horz" wrap="square" lIns="0" tIns="12700" rIns="0" bIns="0" rtlCol="0">
            <a:spAutoFit/>
          </a:bodyPr>
          <a:lstStyle/>
          <a:p>
            <a:pPr marR="5080" algn="r">
              <a:spcBef>
                <a:spcPts val="100"/>
              </a:spcBef>
            </a:pPr>
            <a:r>
              <a:rPr b="1" spc="-155" dirty="0">
                <a:solidFill>
                  <a:srgbClr val="996600"/>
                </a:solidFill>
                <a:latin typeface="Arial"/>
                <a:cs typeface="Arial"/>
              </a:rPr>
              <a:t>H</a:t>
            </a:r>
            <a:r>
              <a:rPr b="1" spc="-145" dirty="0">
                <a:solidFill>
                  <a:srgbClr val="996600"/>
                </a:solidFill>
                <a:latin typeface="Arial"/>
                <a:cs typeface="Arial"/>
              </a:rPr>
              <a:t>o</a:t>
            </a:r>
            <a:r>
              <a:rPr b="1" spc="-155" dirty="0">
                <a:solidFill>
                  <a:srgbClr val="996600"/>
                </a:solidFill>
                <a:latin typeface="Arial"/>
                <a:cs typeface="Arial"/>
              </a:rPr>
              <a:t>r</a:t>
            </a:r>
            <a:r>
              <a:rPr b="1" dirty="0">
                <a:solidFill>
                  <a:srgbClr val="996600"/>
                </a:solidFill>
                <a:latin typeface="Arial"/>
                <a:cs typeface="Arial"/>
              </a:rPr>
              <a:t>n</a:t>
            </a:r>
            <a:r>
              <a:rPr b="1" spc="-305" dirty="0">
                <a:solidFill>
                  <a:srgbClr val="996600"/>
                </a:solidFill>
                <a:latin typeface="Arial"/>
                <a:cs typeface="Arial"/>
              </a:rPr>
              <a:t> </a:t>
            </a:r>
            <a:r>
              <a:rPr b="1" spc="-155" dirty="0">
                <a:solidFill>
                  <a:srgbClr val="996600"/>
                </a:solidFill>
                <a:latin typeface="Arial"/>
                <a:cs typeface="Arial"/>
              </a:rPr>
              <a:t>C</a:t>
            </a:r>
            <a:r>
              <a:rPr b="1" spc="-145" dirty="0">
                <a:solidFill>
                  <a:srgbClr val="996600"/>
                </a:solidFill>
                <a:latin typeface="Arial"/>
                <a:cs typeface="Arial"/>
              </a:rPr>
              <a:t>laus</a:t>
            </a:r>
            <a:r>
              <a:rPr b="1" spc="-5" dirty="0">
                <a:solidFill>
                  <a:srgbClr val="996600"/>
                </a:solidFill>
                <a:latin typeface="Arial"/>
                <a:cs typeface="Arial"/>
              </a:rPr>
              <a:t>e</a:t>
            </a:r>
            <a:endParaRPr>
              <a:solidFill>
                <a:prstClr val="black"/>
              </a:solidFill>
              <a:latin typeface="Arial"/>
              <a:cs typeface="Arial"/>
            </a:endParaRPr>
          </a:p>
          <a:p>
            <a:pPr>
              <a:spcBef>
                <a:spcPts val="25"/>
              </a:spcBef>
            </a:pPr>
            <a:endParaRPr sz="2850">
              <a:solidFill>
                <a:prstClr val="black"/>
              </a:solidFill>
              <a:latin typeface="Arial"/>
              <a:cs typeface="Arial"/>
            </a:endParaRPr>
          </a:p>
          <a:p>
            <a:pPr marL="469900" indent="-457834">
              <a:buClr>
                <a:srgbClr val="0F1141"/>
              </a:buClr>
              <a:buFontTx/>
              <a:buAutoNum type="arabicPeriod"/>
              <a:tabLst>
                <a:tab pos="469900" algn="l"/>
                <a:tab pos="470534" algn="l"/>
              </a:tabLst>
            </a:pPr>
            <a:r>
              <a:rPr dirty="0">
                <a:solidFill>
                  <a:srgbClr val="006FC0"/>
                </a:solidFill>
                <a:latin typeface="Arial MT"/>
                <a:cs typeface="Arial MT"/>
              </a:rPr>
              <a:t>Definite</a:t>
            </a:r>
            <a:r>
              <a:rPr spc="-40" dirty="0">
                <a:solidFill>
                  <a:srgbClr val="006FC0"/>
                </a:solidFill>
                <a:latin typeface="Arial MT"/>
                <a:cs typeface="Arial MT"/>
              </a:rPr>
              <a:t> </a:t>
            </a:r>
            <a:r>
              <a:rPr dirty="0">
                <a:solidFill>
                  <a:srgbClr val="006FC0"/>
                </a:solidFill>
                <a:latin typeface="Arial MT"/>
                <a:cs typeface="Arial MT"/>
              </a:rPr>
              <a:t>Clause</a:t>
            </a:r>
            <a:r>
              <a:rPr spc="-20" dirty="0">
                <a:solidFill>
                  <a:srgbClr val="006FC0"/>
                </a:solidFill>
                <a:latin typeface="Arial MT"/>
                <a:cs typeface="Arial MT"/>
              </a:rPr>
              <a:t> </a:t>
            </a:r>
            <a:r>
              <a:rPr dirty="0">
                <a:solidFill>
                  <a:prstClr val="black"/>
                </a:solidFill>
                <a:latin typeface="Arial MT"/>
                <a:cs typeface="Arial MT"/>
              </a:rPr>
              <a:t>:</a:t>
            </a:r>
            <a:r>
              <a:rPr spc="-90" dirty="0">
                <a:solidFill>
                  <a:prstClr val="black"/>
                </a:solidFill>
                <a:latin typeface="Arial MT"/>
                <a:cs typeface="Arial MT"/>
              </a:rPr>
              <a:t> </a:t>
            </a:r>
            <a:r>
              <a:rPr dirty="0">
                <a:solidFill>
                  <a:prstClr val="black"/>
                </a:solidFill>
                <a:latin typeface="Arial MT"/>
                <a:cs typeface="Arial MT"/>
              </a:rPr>
              <a:t>A</a:t>
            </a:r>
            <a:r>
              <a:rPr spc="-120" dirty="0">
                <a:solidFill>
                  <a:prstClr val="black"/>
                </a:solidFill>
                <a:latin typeface="Arial MT"/>
                <a:cs typeface="Arial MT"/>
              </a:rPr>
              <a:t> </a:t>
            </a:r>
            <a:r>
              <a:rPr dirty="0">
                <a:solidFill>
                  <a:prstClr val="black"/>
                </a:solidFill>
                <a:latin typeface="Arial MT"/>
                <a:cs typeface="Arial MT"/>
              </a:rPr>
              <a:t>horn</a:t>
            </a:r>
            <a:r>
              <a:rPr spc="-15" dirty="0">
                <a:solidFill>
                  <a:prstClr val="black"/>
                </a:solidFill>
                <a:latin typeface="Arial MT"/>
                <a:cs typeface="Arial MT"/>
              </a:rPr>
              <a:t> </a:t>
            </a:r>
            <a:r>
              <a:rPr spc="5" dirty="0">
                <a:solidFill>
                  <a:prstClr val="black"/>
                </a:solidFill>
                <a:latin typeface="Arial MT"/>
                <a:cs typeface="Arial MT"/>
              </a:rPr>
              <a:t>clause</a:t>
            </a:r>
            <a:r>
              <a:rPr spc="-40" dirty="0">
                <a:solidFill>
                  <a:prstClr val="black"/>
                </a:solidFill>
                <a:latin typeface="Arial MT"/>
                <a:cs typeface="Arial MT"/>
              </a:rPr>
              <a:t> </a:t>
            </a:r>
            <a:r>
              <a:rPr spc="-10" dirty="0">
                <a:solidFill>
                  <a:prstClr val="black"/>
                </a:solidFill>
                <a:latin typeface="Arial MT"/>
                <a:cs typeface="Arial MT"/>
              </a:rPr>
              <a:t>with</a:t>
            </a:r>
            <a:r>
              <a:rPr spc="5" dirty="0">
                <a:solidFill>
                  <a:prstClr val="black"/>
                </a:solidFill>
                <a:latin typeface="Arial MT"/>
                <a:cs typeface="Arial MT"/>
              </a:rPr>
              <a:t> </a:t>
            </a:r>
            <a:r>
              <a:rPr spc="-5" dirty="0">
                <a:solidFill>
                  <a:prstClr val="black"/>
                </a:solidFill>
                <a:latin typeface="Arial MT"/>
                <a:cs typeface="Arial MT"/>
              </a:rPr>
              <a:t>exactly</a:t>
            </a:r>
            <a:r>
              <a:rPr spc="-15" dirty="0">
                <a:solidFill>
                  <a:prstClr val="black"/>
                </a:solidFill>
                <a:latin typeface="Arial MT"/>
                <a:cs typeface="Arial MT"/>
              </a:rPr>
              <a:t> </a:t>
            </a:r>
            <a:r>
              <a:rPr dirty="0">
                <a:solidFill>
                  <a:prstClr val="black"/>
                </a:solidFill>
                <a:latin typeface="Arial MT"/>
                <a:cs typeface="Arial MT"/>
              </a:rPr>
              <a:t>one</a:t>
            </a:r>
            <a:endParaRPr>
              <a:solidFill>
                <a:prstClr val="black"/>
              </a:solidFill>
              <a:latin typeface="Arial MT"/>
              <a:cs typeface="Arial MT"/>
            </a:endParaRPr>
          </a:p>
          <a:p>
            <a:pPr marL="469900"/>
            <a:r>
              <a:rPr dirty="0">
                <a:solidFill>
                  <a:prstClr val="black"/>
                </a:solidFill>
                <a:latin typeface="Arial MT"/>
                <a:cs typeface="Arial MT"/>
              </a:rPr>
              <a:t>positive</a:t>
            </a:r>
            <a:r>
              <a:rPr spc="-80" dirty="0">
                <a:solidFill>
                  <a:prstClr val="black"/>
                </a:solidFill>
                <a:latin typeface="Arial MT"/>
                <a:cs typeface="Arial MT"/>
              </a:rPr>
              <a:t> </a:t>
            </a:r>
            <a:r>
              <a:rPr dirty="0">
                <a:solidFill>
                  <a:prstClr val="black"/>
                </a:solidFill>
                <a:latin typeface="Arial MT"/>
                <a:cs typeface="Arial MT"/>
              </a:rPr>
              <a:t>literal</a:t>
            </a:r>
            <a:endParaRPr>
              <a:solidFill>
                <a:prstClr val="black"/>
              </a:solidFill>
              <a:latin typeface="Arial MT"/>
              <a:cs typeface="Arial MT"/>
            </a:endParaRPr>
          </a:p>
          <a:p>
            <a:pPr marL="469900" marR="1129030" indent="-457834">
              <a:spcBef>
                <a:spcPts val="434"/>
              </a:spcBef>
              <a:buClr>
                <a:srgbClr val="0F1141"/>
              </a:buClr>
              <a:buFontTx/>
              <a:buAutoNum type="arabicPeriod" startAt="2"/>
              <a:tabLst>
                <a:tab pos="469900" algn="l"/>
                <a:tab pos="470534" algn="l"/>
              </a:tabLst>
            </a:pPr>
            <a:r>
              <a:rPr dirty="0">
                <a:solidFill>
                  <a:srgbClr val="006FC0"/>
                </a:solidFill>
                <a:latin typeface="Arial MT"/>
                <a:cs typeface="Arial MT"/>
              </a:rPr>
              <a:t>Fact</a:t>
            </a:r>
            <a:r>
              <a:rPr spc="-20" dirty="0">
                <a:solidFill>
                  <a:srgbClr val="006FC0"/>
                </a:solidFill>
                <a:latin typeface="Arial MT"/>
                <a:cs typeface="Arial MT"/>
              </a:rPr>
              <a:t> </a:t>
            </a:r>
            <a:r>
              <a:rPr dirty="0">
                <a:solidFill>
                  <a:prstClr val="black"/>
                </a:solidFill>
                <a:latin typeface="Arial MT"/>
                <a:cs typeface="Arial MT"/>
              </a:rPr>
              <a:t>:</a:t>
            </a:r>
            <a:r>
              <a:rPr spc="-20" dirty="0">
                <a:solidFill>
                  <a:prstClr val="black"/>
                </a:solidFill>
                <a:latin typeface="Arial MT"/>
                <a:cs typeface="Arial MT"/>
              </a:rPr>
              <a:t> </a:t>
            </a:r>
            <a:r>
              <a:rPr dirty="0">
                <a:solidFill>
                  <a:prstClr val="black"/>
                </a:solidFill>
                <a:latin typeface="Arial MT"/>
                <a:cs typeface="Arial MT"/>
              </a:rPr>
              <a:t>Definite</a:t>
            </a:r>
            <a:r>
              <a:rPr spc="-40" dirty="0">
                <a:solidFill>
                  <a:prstClr val="black"/>
                </a:solidFill>
                <a:latin typeface="Arial MT"/>
                <a:cs typeface="Arial MT"/>
              </a:rPr>
              <a:t> </a:t>
            </a:r>
            <a:r>
              <a:rPr spc="5" dirty="0">
                <a:solidFill>
                  <a:prstClr val="black"/>
                </a:solidFill>
                <a:latin typeface="Arial MT"/>
                <a:cs typeface="Arial MT"/>
              </a:rPr>
              <a:t>clause</a:t>
            </a:r>
            <a:r>
              <a:rPr spc="-40" dirty="0">
                <a:solidFill>
                  <a:prstClr val="black"/>
                </a:solidFill>
                <a:latin typeface="Arial MT"/>
                <a:cs typeface="Arial MT"/>
              </a:rPr>
              <a:t> </a:t>
            </a:r>
            <a:r>
              <a:rPr spc="-10" dirty="0">
                <a:solidFill>
                  <a:prstClr val="black"/>
                </a:solidFill>
                <a:latin typeface="Arial MT"/>
                <a:cs typeface="Arial MT"/>
              </a:rPr>
              <a:t>with</a:t>
            </a:r>
            <a:r>
              <a:rPr dirty="0">
                <a:solidFill>
                  <a:prstClr val="black"/>
                </a:solidFill>
                <a:latin typeface="Arial MT"/>
                <a:cs typeface="Arial MT"/>
              </a:rPr>
              <a:t> no</a:t>
            </a:r>
            <a:r>
              <a:rPr spc="-15" dirty="0">
                <a:solidFill>
                  <a:prstClr val="black"/>
                </a:solidFill>
                <a:latin typeface="Arial MT"/>
                <a:cs typeface="Arial MT"/>
              </a:rPr>
              <a:t> </a:t>
            </a:r>
            <a:r>
              <a:rPr dirty="0">
                <a:solidFill>
                  <a:prstClr val="black"/>
                </a:solidFill>
                <a:latin typeface="Arial MT"/>
                <a:cs typeface="Arial MT"/>
              </a:rPr>
              <a:t>negative</a:t>
            </a:r>
            <a:r>
              <a:rPr spc="-40" dirty="0">
                <a:solidFill>
                  <a:prstClr val="black"/>
                </a:solidFill>
                <a:latin typeface="Arial MT"/>
                <a:cs typeface="Arial MT"/>
              </a:rPr>
              <a:t> </a:t>
            </a:r>
            <a:r>
              <a:rPr dirty="0">
                <a:solidFill>
                  <a:prstClr val="black"/>
                </a:solidFill>
                <a:latin typeface="Arial MT"/>
                <a:cs typeface="Arial MT"/>
              </a:rPr>
              <a:t>literal</a:t>
            </a:r>
            <a:r>
              <a:rPr spc="-40" dirty="0">
                <a:solidFill>
                  <a:prstClr val="black"/>
                </a:solidFill>
                <a:latin typeface="Arial MT"/>
                <a:cs typeface="Arial MT"/>
              </a:rPr>
              <a:t> </a:t>
            </a:r>
            <a:r>
              <a:rPr dirty="0">
                <a:solidFill>
                  <a:prstClr val="black"/>
                </a:solidFill>
                <a:latin typeface="Arial MT"/>
                <a:cs typeface="Arial MT"/>
              </a:rPr>
              <a:t>/ </a:t>
            </a:r>
            <a:r>
              <a:rPr spc="-484" dirty="0">
                <a:solidFill>
                  <a:prstClr val="black"/>
                </a:solidFill>
                <a:latin typeface="Arial MT"/>
                <a:cs typeface="Arial MT"/>
              </a:rPr>
              <a:t> </a:t>
            </a:r>
            <a:r>
              <a:rPr dirty="0">
                <a:solidFill>
                  <a:prstClr val="black"/>
                </a:solidFill>
                <a:latin typeface="Arial MT"/>
                <a:cs typeface="Arial MT"/>
              </a:rPr>
              <a:t>assertion</a:t>
            </a:r>
            <a:endParaRPr>
              <a:solidFill>
                <a:prstClr val="black"/>
              </a:solidFill>
              <a:latin typeface="Arial MT"/>
              <a:cs typeface="Arial MT"/>
            </a:endParaRPr>
          </a:p>
          <a:p>
            <a:pPr marL="469900" indent="-457834">
              <a:spcBef>
                <a:spcPts val="434"/>
              </a:spcBef>
              <a:buClr>
                <a:srgbClr val="0F1141"/>
              </a:buClr>
              <a:buFontTx/>
              <a:buAutoNum type="arabicPeriod" startAt="2"/>
              <a:tabLst>
                <a:tab pos="469900" algn="l"/>
                <a:tab pos="470534" algn="l"/>
              </a:tabLst>
            </a:pPr>
            <a:r>
              <a:rPr dirty="0">
                <a:solidFill>
                  <a:prstClr val="black"/>
                </a:solidFill>
                <a:latin typeface="Arial MT"/>
                <a:cs typeface="Arial MT"/>
              </a:rPr>
              <a:t>Rule</a:t>
            </a:r>
            <a:endParaRPr>
              <a:solidFill>
                <a:prstClr val="black"/>
              </a:solidFill>
              <a:latin typeface="Arial MT"/>
              <a:cs typeface="Arial MT"/>
            </a:endParaRPr>
          </a:p>
          <a:p>
            <a:pPr marL="469900" indent="-457834">
              <a:spcBef>
                <a:spcPts val="430"/>
              </a:spcBef>
              <a:buClr>
                <a:srgbClr val="0F1141"/>
              </a:buClr>
              <a:buFontTx/>
              <a:buAutoNum type="arabicPeriod" startAt="2"/>
              <a:tabLst>
                <a:tab pos="469900" algn="l"/>
                <a:tab pos="470534" algn="l"/>
              </a:tabLst>
            </a:pPr>
            <a:r>
              <a:rPr dirty="0">
                <a:solidFill>
                  <a:prstClr val="black"/>
                </a:solidFill>
                <a:latin typeface="Arial MT"/>
                <a:cs typeface="Arial MT"/>
              </a:rPr>
              <a:t>Inference</a:t>
            </a:r>
            <a:r>
              <a:rPr spc="-80" dirty="0">
                <a:solidFill>
                  <a:prstClr val="black"/>
                </a:solidFill>
                <a:latin typeface="Arial MT"/>
                <a:cs typeface="Arial MT"/>
              </a:rPr>
              <a:t> </a:t>
            </a:r>
            <a:r>
              <a:rPr dirty="0">
                <a:solidFill>
                  <a:prstClr val="black"/>
                </a:solidFill>
                <a:latin typeface="Arial MT"/>
                <a:cs typeface="Arial MT"/>
              </a:rPr>
              <a:t>by</a:t>
            </a:r>
            <a:r>
              <a:rPr spc="-25" dirty="0">
                <a:solidFill>
                  <a:prstClr val="black"/>
                </a:solidFill>
                <a:latin typeface="Arial MT"/>
                <a:cs typeface="Arial MT"/>
              </a:rPr>
              <a:t> </a:t>
            </a:r>
            <a:r>
              <a:rPr dirty="0">
                <a:solidFill>
                  <a:prstClr val="black"/>
                </a:solidFill>
                <a:latin typeface="Arial MT"/>
                <a:cs typeface="Arial MT"/>
              </a:rPr>
              <a:t>Chaining</a:t>
            </a:r>
            <a:endParaRPr>
              <a:solidFill>
                <a:prstClr val="black"/>
              </a:solidFill>
              <a:latin typeface="Arial MT"/>
              <a:cs typeface="Arial MT"/>
            </a:endParaRPr>
          </a:p>
        </p:txBody>
      </p:sp>
      <p:pic>
        <p:nvPicPr>
          <p:cNvPr id="4" name="object 4"/>
          <p:cNvPicPr/>
          <p:nvPr/>
        </p:nvPicPr>
        <p:blipFill>
          <a:blip r:embed="rId2" cstate="print"/>
          <a:stretch>
            <a:fillRect/>
          </a:stretch>
        </p:blipFill>
        <p:spPr>
          <a:xfrm>
            <a:off x="6099472" y="1505241"/>
            <a:ext cx="2796781" cy="273804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Tree>
    <p:extLst>
      <p:ext uri="{BB962C8B-B14F-4D97-AF65-F5344CB8AC3E}">
        <p14:creationId xmlns:p14="http://schemas.microsoft.com/office/powerpoint/2010/main" val="11037522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003792" cy="6214872"/>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Tree>
    <p:extLst>
      <p:ext uri="{BB962C8B-B14F-4D97-AF65-F5344CB8AC3E}">
        <p14:creationId xmlns:p14="http://schemas.microsoft.com/office/powerpoint/2010/main" val="34299179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003792" cy="6214872"/>
          </a:xfrm>
          <a:prstGeom prst="rect">
            <a:avLst/>
          </a:prstGeom>
        </p:spPr>
      </p:pic>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Tree>
    <p:extLst>
      <p:ext uri="{BB962C8B-B14F-4D97-AF65-F5344CB8AC3E}">
        <p14:creationId xmlns:p14="http://schemas.microsoft.com/office/powerpoint/2010/main" val="19119680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69429" y="6655178"/>
            <a:ext cx="1684020" cy="156845"/>
          </a:xfrm>
          <a:prstGeom prst="rect">
            <a:avLst/>
          </a:prstGeom>
        </p:spPr>
        <p:txBody>
          <a:bodyPr vert="horz" wrap="square" lIns="0" tIns="0" rIns="0" bIns="0" rtlCol="0">
            <a:spAutoFit/>
          </a:bodyPr>
          <a:lstStyle/>
          <a:p>
            <a:pPr>
              <a:lnSpc>
                <a:spcPts val="1220"/>
              </a:lnSpc>
            </a:pPr>
            <a:r>
              <a:rPr sz="1100" b="1" spc="-5" dirty="0">
                <a:solidFill>
                  <a:srgbClr val="0F1141"/>
                </a:solidFill>
                <a:latin typeface="Arial"/>
                <a:cs typeface="Arial"/>
              </a:rPr>
              <a:t>BITS</a:t>
            </a:r>
            <a:r>
              <a:rPr sz="1100" b="1" spc="-10" dirty="0">
                <a:solidFill>
                  <a:srgbClr val="0F1141"/>
                </a:solidFill>
                <a:latin typeface="Arial"/>
                <a:cs typeface="Arial"/>
              </a:rPr>
              <a:t> </a:t>
            </a:r>
            <a:r>
              <a:rPr sz="1100" spc="-5" dirty="0">
                <a:solidFill>
                  <a:srgbClr val="0F1141"/>
                </a:solidFill>
                <a:latin typeface="Arial MT"/>
                <a:cs typeface="Arial MT"/>
              </a:rPr>
              <a:t>Pilani,</a:t>
            </a:r>
            <a:r>
              <a:rPr sz="1100" spc="-15" dirty="0">
                <a:solidFill>
                  <a:srgbClr val="0F1141"/>
                </a:solidFill>
                <a:latin typeface="Arial MT"/>
                <a:cs typeface="Arial MT"/>
              </a:rPr>
              <a:t> </a:t>
            </a:r>
            <a:r>
              <a:rPr sz="1100" dirty="0">
                <a:solidFill>
                  <a:srgbClr val="0F1141"/>
                </a:solidFill>
                <a:latin typeface="Arial MT"/>
                <a:cs typeface="Arial MT"/>
              </a:rPr>
              <a:t>Pilani</a:t>
            </a:r>
            <a:r>
              <a:rPr sz="1100" spc="-5" dirty="0">
                <a:solidFill>
                  <a:srgbClr val="0F1141"/>
                </a:solidFill>
                <a:latin typeface="Arial MT"/>
                <a:cs typeface="Arial MT"/>
              </a:rPr>
              <a:t> </a:t>
            </a:r>
            <a:r>
              <a:rPr sz="1100" dirty="0">
                <a:solidFill>
                  <a:srgbClr val="0F1141"/>
                </a:solidFill>
                <a:latin typeface="Arial MT"/>
                <a:cs typeface="Arial MT"/>
              </a:rPr>
              <a:t>Campus</a:t>
            </a:r>
            <a:endParaRPr sz="1100">
              <a:solidFill>
                <a:prstClr val="black"/>
              </a:solidFill>
              <a:latin typeface="Arial MT"/>
              <a:cs typeface="Arial MT"/>
            </a:endParaRPr>
          </a:p>
        </p:txBody>
      </p:sp>
      <p:sp>
        <p:nvSpPr>
          <p:cNvPr id="3" name="object 3"/>
          <p:cNvSpPr/>
          <p:nvPr/>
        </p:nvSpPr>
        <p:spPr>
          <a:xfrm>
            <a:off x="9092183" y="6550152"/>
            <a:ext cx="52069" cy="45720"/>
          </a:xfrm>
          <a:custGeom>
            <a:avLst/>
            <a:gdLst/>
            <a:ahLst/>
            <a:cxnLst/>
            <a:rect l="l" t="t" r="r" b="b"/>
            <a:pathLst>
              <a:path w="52070" h="45720">
                <a:moveTo>
                  <a:pt x="0" y="45720"/>
                </a:moveTo>
                <a:lnTo>
                  <a:pt x="51815" y="45720"/>
                </a:lnTo>
                <a:lnTo>
                  <a:pt x="51815" y="0"/>
                </a:lnTo>
                <a:lnTo>
                  <a:pt x="0" y="0"/>
                </a:lnTo>
                <a:lnTo>
                  <a:pt x="0" y="45720"/>
                </a:lnTo>
                <a:close/>
              </a:path>
            </a:pathLst>
          </a:custGeom>
          <a:solidFill>
            <a:srgbClr val="E21C23"/>
          </a:solidFill>
        </p:spPr>
        <p:txBody>
          <a:bodyPr wrap="square" lIns="0" tIns="0" rIns="0" bIns="0" rtlCol="0"/>
          <a:lstStyle/>
          <a:p>
            <a:endParaRPr>
              <a:solidFill>
                <a:prstClr val="black"/>
              </a:solidFill>
            </a:endParaRPr>
          </a:p>
        </p:txBody>
      </p:sp>
      <p:pic>
        <p:nvPicPr>
          <p:cNvPr id="4" name="object 4"/>
          <p:cNvPicPr/>
          <p:nvPr/>
        </p:nvPicPr>
        <p:blipFill>
          <a:blip r:embed="rId2" cstate="print"/>
          <a:stretch>
            <a:fillRect/>
          </a:stretch>
        </p:blipFill>
        <p:spPr>
          <a:xfrm>
            <a:off x="6629400" y="0"/>
            <a:ext cx="2194559" cy="691896"/>
          </a:xfrm>
          <a:prstGeom prst="rect">
            <a:avLst/>
          </a:prstGeom>
        </p:spPr>
      </p:pic>
      <p:sp>
        <p:nvSpPr>
          <p:cNvPr id="5" name="object 5"/>
          <p:cNvSpPr/>
          <p:nvPr/>
        </p:nvSpPr>
        <p:spPr>
          <a:xfrm>
            <a:off x="9092183" y="6553200"/>
            <a:ext cx="52069" cy="45720"/>
          </a:xfrm>
          <a:custGeom>
            <a:avLst/>
            <a:gdLst/>
            <a:ahLst/>
            <a:cxnLst/>
            <a:rect l="l" t="t" r="r" b="b"/>
            <a:pathLst>
              <a:path w="52070" h="45720">
                <a:moveTo>
                  <a:pt x="0" y="45720"/>
                </a:moveTo>
                <a:lnTo>
                  <a:pt x="51815" y="45720"/>
                </a:lnTo>
                <a:lnTo>
                  <a:pt x="51815" y="0"/>
                </a:lnTo>
                <a:lnTo>
                  <a:pt x="0" y="0"/>
                </a:lnTo>
                <a:lnTo>
                  <a:pt x="0" y="45720"/>
                </a:lnTo>
                <a:close/>
              </a:path>
            </a:pathLst>
          </a:custGeom>
          <a:solidFill>
            <a:srgbClr val="FF0000"/>
          </a:solidFill>
        </p:spPr>
        <p:txBody>
          <a:bodyPr wrap="square" lIns="0" tIns="0" rIns="0" bIns="0" rtlCol="0"/>
          <a:lstStyle/>
          <a:p>
            <a:endParaRPr>
              <a:solidFill>
                <a:prstClr val="black"/>
              </a:solidFill>
            </a:endParaRPr>
          </a:p>
        </p:txBody>
      </p:sp>
      <p:grpSp>
        <p:nvGrpSpPr>
          <p:cNvPr id="6" name="object 6"/>
          <p:cNvGrpSpPr/>
          <p:nvPr/>
        </p:nvGrpSpPr>
        <p:grpSpPr>
          <a:xfrm>
            <a:off x="0" y="1295400"/>
            <a:ext cx="7010400" cy="45720"/>
            <a:chOff x="0" y="1295400"/>
            <a:chExt cx="7010400" cy="45720"/>
          </a:xfrm>
        </p:grpSpPr>
        <p:sp>
          <p:nvSpPr>
            <p:cNvPr id="7" name="object 7"/>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8" name="object 8"/>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9" name="object 9"/>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grpSp>
      <p:sp>
        <p:nvSpPr>
          <p:cNvPr id="10" name="object 10"/>
          <p:cNvSpPr txBox="1"/>
          <p:nvPr/>
        </p:nvSpPr>
        <p:spPr>
          <a:xfrm>
            <a:off x="188671" y="1274841"/>
            <a:ext cx="2806700" cy="1783080"/>
          </a:xfrm>
          <a:prstGeom prst="rect">
            <a:avLst/>
          </a:prstGeom>
        </p:spPr>
        <p:txBody>
          <a:bodyPr vert="horz" wrap="square" lIns="0" tIns="61594" rIns="0" bIns="0" rtlCol="0">
            <a:spAutoFit/>
          </a:bodyPr>
          <a:lstStyle/>
          <a:p>
            <a:pPr marL="38100">
              <a:spcBef>
                <a:spcPts val="484"/>
              </a:spcBef>
            </a:pPr>
            <a:r>
              <a:rPr sz="1600" dirty="0">
                <a:solidFill>
                  <a:prstClr val="black"/>
                </a:solidFill>
                <a:latin typeface="Arial MT"/>
                <a:cs typeface="Arial MT"/>
              </a:rPr>
              <a:t>R</a:t>
            </a:r>
            <a:r>
              <a:rPr sz="1575" baseline="-21164" dirty="0">
                <a:solidFill>
                  <a:prstClr val="black"/>
                </a:solidFill>
                <a:latin typeface="Arial MT"/>
                <a:cs typeface="Arial MT"/>
              </a:rPr>
              <a:t>1</a:t>
            </a:r>
            <a:r>
              <a:rPr sz="1575" spc="195" baseline="-21164" dirty="0">
                <a:solidFill>
                  <a:prstClr val="black"/>
                </a:solidFill>
                <a:latin typeface="Arial MT"/>
                <a:cs typeface="Arial MT"/>
              </a:rPr>
              <a:t> </a:t>
            </a:r>
            <a:r>
              <a:rPr sz="1600"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385"/>
              </a:spcBef>
            </a:pPr>
            <a:r>
              <a:rPr sz="1600" strike="sngStrike" spc="-10" dirty="0">
                <a:solidFill>
                  <a:prstClr val="black"/>
                </a:solidFill>
                <a:latin typeface="Arial MT"/>
                <a:cs typeface="Arial MT"/>
              </a:rPr>
              <a:t>R</a:t>
            </a:r>
            <a:r>
              <a:rPr sz="1575" strike="sngStrike" spc="-15" baseline="-21164" dirty="0">
                <a:solidFill>
                  <a:prstClr val="black"/>
                </a:solidFill>
                <a:latin typeface="Arial MT"/>
                <a:cs typeface="Arial MT"/>
              </a:rPr>
              <a:t>2</a:t>
            </a:r>
            <a:r>
              <a:rPr sz="1050" strike="sngStrike" spc="160" dirty="0">
                <a:solidFill>
                  <a:prstClr val="black"/>
                </a:solidFill>
                <a:latin typeface="Arial MT"/>
                <a:cs typeface="Arial MT"/>
              </a:rPr>
              <a:t> </a:t>
            </a:r>
            <a:r>
              <a:rPr sz="1600" strike="sngStrike" dirty="0">
                <a:solidFill>
                  <a:prstClr val="black"/>
                </a:solidFill>
                <a:latin typeface="Arial MT"/>
                <a:cs typeface="Arial MT"/>
              </a:rPr>
              <a:t>:</a:t>
            </a:r>
            <a:r>
              <a:rPr sz="1600" strike="sngStrike" spc="10" dirty="0">
                <a:solidFill>
                  <a:prstClr val="black"/>
                </a:solidFill>
                <a:latin typeface="Arial MT"/>
                <a:cs typeface="Arial MT"/>
              </a:rPr>
              <a:t> </a:t>
            </a:r>
            <a:r>
              <a:rPr sz="1600" strike="sngStrike" spc="-10" dirty="0">
                <a:solidFill>
                  <a:prstClr val="black"/>
                </a:solidFill>
                <a:latin typeface="Arial MT"/>
                <a:cs typeface="Arial MT"/>
              </a:rPr>
              <a:t>B</a:t>
            </a:r>
            <a:r>
              <a:rPr sz="1575" strike="sngStrike" spc="-15" baseline="-21164" dirty="0">
                <a:solidFill>
                  <a:prstClr val="black"/>
                </a:solidFill>
                <a:latin typeface="Arial MT"/>
                <a:cs typeface="Arial MT"/>
              </a:rPr>
              <a:t>1,1</a:t>
            </a:r>
            <a:r>
              <a:rPr sz="1050" strike="sngStrike" spc="160"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strike="sngStrike" spc="-10" dirty="0">
                <a:solidFill>
                  <a:prstClr val="black"/>
                </a:solidFill>
                <a:latin typeface="Arial MT"/>
                <a:cs typeface="Arial MT"/>
              </a:rPr>
              <a:t>(P</a:t>
            </a:r>
            <a:r>
              <a:rPr sz="1575" strike="sngStrike" spc="-15" baseline="-21164" dirty="0">
                <a:solidFill>
                  <a:prstClr val="black"/>
                </a:solidFill>
                <a:latin typeface="Arial MT"/>
                <a:cs typeface="Arial MT"/>
              </a:rPr>
              <a:t>1,2</a:t>
            </a:r>
            <a:r>
              <a:rPr sz="1050" strike="sngStrike" spc="185"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85" dirty="0">
                <a:solidFill>
                  <a:prstClr val="black"/>
                </a:solidFill>
                <a:latin typeface="Cambria Math"/>
                <a:cs typeface="Cambria Math"/>
              </a:rPr>
              <a:t> </a:t>
            </a:r>
            <a:r>
              <a:rPr sz="1600" strike="sngStrike" spc="-5" dirty="0">
                <a:solidFill>
                  <a:prstClr val="black"/>
                </a:solidFill>
                <a:latin typeface="Arial MT"/>
                <a:cs typeface="Arial MT"/>
              </a:rPr>
              <a:t>P</a:t>
            </a:r>
            <a:r>
              <a:rPr sz="1575" strike="sngStrike" spc="-7" baseline="-21164" dirty="0">
                <a:solidFill>
                  <a:prstClr val="black"/>
                </a:solidFill>
                <a:latin typeface="Arial MT"/>
                <a:cs typeface="Arial MT"/>
              </a:rPr>
              <a:t>2,1</a:t>
            </a:r>
            <a:r>
              <a:rPr sz="1600" strike="sngStrike" spc="-5" dirty="0">
                <a:solidFill>
                  <a:prstClr val="black"/>
                </a:solidFill>
                <a:latin typeface="Arial MT"/>
                <a:cs typeface="Arial MT"/>
              </a:rPr>
              <a:t>)</a:t>
            </a:r>
            <a:endParaRPr sz="1600" dirty="0">
              <a:solidFill>
                <a:prstClr val="black"/>
              </a:solidFill>
              <a:latin typeface="Arial MT"/>
              <a:cs typeface="Arial MT"/>
            </a:endParaRPr>
          </a:p>
          <a:p>
            <a:pPr marL="38100">
              <a:spcBef>
                <a:spcPts val="385"/>
              </a:spcBef>
            </a:pPr>
            <a:r>
              <a:rPr sz="1600" b="1" strike="sngStrike" spc="-10" dirty="0">
                <a:solidFill>
                  <a:prstClr val="black"/>
                </a:solidFill>
                <a:latin typeface="Arial"/>
                <a:cs typeface="Arial"/>
              </a:rPr>
              <a:t>R</a:t>
            </a:r>
            <a:r>
              <a:rPr sz="1575" b="1" strike="sngStrike" spc="-15" baseline="-21164" dirty="0">
                <a:solidFill>
                  <a:prstClr val="black"/>
                </a:solidFill>
                <a:latin typeface="Arial"/>
                <a:cs typeface="Arial"/>
              </a:rPr>
              <a:t>3</a:t>
            </a:r>
            <a:r>
              <a:rPr sz="1050" b="1" strike="sngStrike" spc="160" dirty="0">
                <a:solidFill>
                  <a:prstClr val="black"/>
                </a:solidFill>
                <a:latin typeface="Arial"/>
                <a:cs typeface="Arial"/>
              </a:rPr>
              <a:t> </a:t>
            </a:r>
            <a:r>
              <a:rPr sz="1600" b="1" strike="sngStrike" dirty="0">
                <a:solidFill>
                  <a:prstClr val="black"/>
                </a:solidFill>
                <a:latin typeface="Arial"/>
                <a:cs typeface="Arial"/>
              </a:rPr>
              <a:t>: </a:t>
            </a:r>
            <a:r>
              <a:rPr sz="1600" b="1" strike="sngStrike" spc="-10" dirty="0">
                <a:solidFill>
                  <a:prstClr val="black"/>
                </a:solidFill>
                <a:latin typeface="Arial"/>
                <a:cs typeface="Arial"/>
              </a:rPr>
              <a:t>B</a:t>
            </a:r>
            <a:r>
              <a:rPr sz="1575" b="1" strike="sngStrike" spc="-15" baseline="-21164" dirty="0">
                <a:solidFill>
                  <a:prstClr val="black"/>
                </a:solidFill>
                <a:latin typeface="Arial"/>
                <a:cs typeface="Arial"/>
              </a:rPr>
              <a:t>2,1</a:t>
            </a:r>
            <a:r>
              <a:rPr sz="1050" b="1" strike="sngStrike" spc="180" dirty="0">
                <a:solidFill>
                  <a:prstClr val="black"/>
                </a:solidFill>
                <a:latin typeface="Arial"/>
                <a:cs typeface="Arial"/>
              </a:rPr>
              <a:t> </a:t>
            </a:r>
            <a:r>
              <a:rPr sz="1600" strike="sngStrike" spc="10"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1,1</a:t>
            </a:r>
            <a:r>
              <a:rPr sz="1050" b="1" strike="sngStrike" spc="19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2,2</a:t>
            </a:r>
            <a:r>
              <a:rPr sz="1050" b="1" strike="sngStrike" spc="17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5" dirty="0">
                <a:solidFill>
                  <a:prstClr val="black"/>
                </a:solidFill>
                <a:latin typeface="Arial"/>
                <a:cs typeface="Arial"/>
              </a:rPr>
              <a:t>P</a:t>
            </a:r>
            <a:r>
              <a:rPr sz="1575" b="1" strike="sngStrike" spc="-7" baseline="-21164" dirty="0">
                <a:solidFill>
                  <a:prstClr val="black"/>
                </a:solidFill>
                <a:latin typeface="Arial"/>
                <a:cs typeface="Arial"/>
              </a:rPr>
              <a:t>3,1</a:t>
            </a:r>
            <a:r>
              <a:rPr sz="1575" b="1" strike="sngStrike" baseline="-21164" dirty="0">
                <a:solidFill>
                  <a:prstClr val="black"/>
                </a:solidFill>
                <a:latin typeface="Arial"/>
                <a:cs typeface="Arial"/>
              </a:rPr>
              <a:t> </a:t>
            </a:r>
            <a:r>
              <a:rPr sz="1600" b="1" strike="sngStrike" dirty="0">
                <a:solidFill>
                  <a:prstClr val="black"/>
                </a:solidFill>
                <a:latin typeface="Arial"/>
                <a:cs typeface="Arial"/>
              </a:rPr>
              <a:t>)</a:t>
            </a:r>
            <a:endParaRPr sz="1600" dirty="0">
              <a:solidFill>
                <a:prstClr val="black"/>
              </a:solidFill>
              <a:latin typeface="Arial"/>
              <a:cs typeface="Arial"/>
            </a:endParaRPr>
          </a:p>
          <a:p>
            <a:pPr marL="38100">
              <a:spcBef>
                <a:spcPts val="385"/>
              </a:spcBef>
            </a:pPr>
            <a:r>
              <a:rPr sz="1600" spc="-5" dirty="0">
                <a:solidFill>
                  <a:prstClr val="black"/>
                </a:solidFill>
                <a:latin typeface="Arial MT"/>
                <a:cs typeface="Arial MT"/>
              </a:rPr>
              <a:t>R</a:t>
            </a:r>
            <a:r>
              <a:rPr sz="1575" spc="-7" baseline="-21164" dirty="0">
                <a:solidFill>
                  <a:prstClr val="black"/>
                </a:solidFill>
                <a:latin typeface="Arial MT"/>
                <a:cs typeface="Arial MT"/>
              </a:rPr>
              <a:t>4</a:t>
            </a:r>
            <a:r>
              <a:rPr sz="1575" spc="195" baseline="-21164" dirty="0">
                <a:solidFill>
                  <a:prstClr val="black"/>
                </a:solidFill>
                <a:latin typeface="Arial MT"/>
                <a:cs typeface="Arial MT"/>
              </a:rPr>
              <a:t> </a:t>
            </a:r>
            <a:r>
              <a:rPr sz="1600" dirty="0">
                <a:solidFill>
                  <a:prstClr val="black"/>
                </a:solidFill>
                <a:latin typeface="Arial MT"/>
                <a:cs typeface="Arial MT"/>
              </a:rPr>
              <a:t>:</a:t>
            </a:r>
            <a:r>
              <a:rPr sz="1600" spc="5"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B</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770"/>
              </a:spcBef>
            </a:pPr>
            <a:r>
              <a:rPr sz="2400" spc="-7" baseline="13888" dirty="0">
                <a:solidFill>
                  <a:prstClr val="black"/>
                </a:solidFill>
                <a:latin typeface="Arial MT"/>
                <a:cs typeface="Arial MT"/>
              </a:rPr>
              <a:t>R</a:t>
            </a:r>
            <a:r>
              <a:rPr sz="1050" spc="-5" dirty="0">
                <a:solidFill>
                  <a:prstClr val="black"/>
                </a:solidFill>
                <a:latin typeface="Arial MT"/>
                <a:cs typeface="Arial MT"/>
              </a:rPr>
              <a:t>5</a:t>
            </a:r>
            <a:r>
              <a:rPr sz="1050" spc="125"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B</a:t>
            </a:r>
            <a:r>
              <a:rPr sz="1050" spc="-5" dirty="0">
                <a:solidFill>
                  <a:prstClr val="black"/>
                </a:solidFill>
                <a:latin typeface="Arial MT"/>
                <a:cs typeface="Arial MT"/>
              </a:rPr>
              <a:t>2,1</a:t>
            </a:r>
            <a:endParaRPr sz="1050" dirty="0">
              <a:solidFill>
                <a:prstClr val="black"/>
              </a:solidFill>
              <a:latin typeface="Arial MT"/>
              <a:cs typeface="Arial MT"/>
            </a:endParaRPr>
          </a:p>
          <a:p>
            <a:pPr marL="38100"/>
            <a:r>
              <a:rPr sz="1600" spc="-5" dirty="0">
                <a:solidFill>
                  <a:prstClr val="black"/>
                </a:solidFill>
                <a:latin typeface="Arial MT"/>
                <a:cs typeface="Arial MT"/>
              </a:rPr>
              <a:t>Query:</a:t>
            </a:r>
            <a:r>
              <a:rPr sz="1600" spc="-10" dirty="0">
                <a:solidFill>
                  <a:prstClr val="black"/>
                </a:solidFill>
                <a:latin typeface="Arial MT"/>
                <a:cs typeface="Arial MT"/>
              </a:rPr>
              <a:t> </a:t>
            </a:r>
            <a:r>
              <a:rPr sz="1600" spc="5" dirty="0">
                <a:solidFill>
                  <a:prstClr val="black"/>
                </a:solidFill>
                <a:latin typeface="Cambria Math"/>
                <a:cs typeface="Cambria Math"/>
              </a:rPr>
              <a:t>¬</a:t>
            </a:r>
            <a:r>
              <a:rPr sz="1600" spc="80"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1,2</a:t>
            </a:r>
            <a:endParaRPr sz="1575" baseline="-21164" dirty="0">
              <a:solidFill>
                <a:prstClr val="black"/>
              </a:solidFill>
              <a:latin typeface="Arial MT"/>
              <a:cs typeface="Arial MT"/>
            </a:endParaRPr>
          </a:p>
        </p:txBody>
      </p:sp>
      <p:sp>
        <p:nvSpPr>
          <p:cNvPr id="11" name="object 11"/>
          <p:cNvSpPr txBox="1"/>
          <p:nvPr/>
        </p:nvSpPr>
        <p:spPr>
          <a:xfrm>
            <a:off x="3474302" y="1295400"/>
            <a:ext cx="2595880" cy="2075180"/>
          </a:xfrm>
          <a:prstGeom prst="rect">
            <a:avLst/>
          </a:prstGeom>
        </p:spPr>
        <p:txBody>
          <a:bodyPr vert="horz" wrap="square" lIns="0" tIns="61594" rIns="0" bIns="0" rtlCol="0">
            <a:spAutoFit/>
          </a:bodyPr>
          <a:lstStyle/>
          <a:p>
            <a:pPr marL="38100">
              <a:spcBef>
                <a:spcPts val="484"/>
              </a:spcBef>
            </a:pPr>
            <a:r>
              <a:rPr sz="2400" spc="-7" baseline="13888" dirty="0">
                <a:solidFill>
                  <a:prstClr val="black"/>
                </a:solidFill>
                <a:latin typeface="Arial MT"/>
                <a:cs typeface="Arial MT"/>
              </a:rPr>
              <a:t>R</a:t>
            </a:r>
            <a:r>
              <a:rPr sz="1050" spc="-5" dirty="0">
                <a:solidFill>
                  <a:prstClr val="black"/>
                </a:solidFill>
                <a:latin typeface="Arial MT"/>
                <a:cs typeface="Arial MT"/>
              </a:rPr>
              <a:t>6</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1,1</a:t>
            </a:r>
            <a:r>
              <a:rPr sz="1050" spc="170"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7</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2400" spc="-7" baseline="13888" dirty="0">
                <a:solidFill>
                  <a:srgbClr val="001F5F"/>
                </a:solidFill>
                <a:latin typeface="Cambria Math"/>
                <a:cs typeface="Cambria Math"/>
              </a:rPr>
              <a:t>⋁</a:t>
            </a:r>
            <a:r>
              <a:rPr sz="2400" spc="150"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8</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P</a:t>
            </a:r>
            <a:r>
              <a:rPr sz="1050" dirty="0">
                <a:solidFill>
                  <a:srgbClr val="001F5F"/>
                </a:solidFill>
                <a:latin typeface="Arial MT"/>
                <a:cs typeface="Arial MT"/>
              </a:rPr>
              <a:t>2,1</a:t>
            </a:r>
            <a:r>
              <a:rPr sz="1050" spc="155"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marR="30480">
              <a:lnSpc>
                <a:spcPct val="120000"/>
              </a:lnSpc>
              <a:spcBef>
                <a:spcPts val="5"/>
              </a:spcBef>
            </a:pPr>
            <a:r>
              <a:rPr sz="2400" spc="-7" baseline="13888" dirty="0">
                <a:solidFill>
                  <a:prstClr val="black"/>
                </a:solidFill>
                <a:latin typeface="Arial MT"/>
                <a:cs typeface="Arial MT"/>
              </a:rPr>
              <a:t>R</a:t>
            </a:r>
            <a:r>
              <a:rPr sz="1050" spc="-5" dirty="0">
                <a:solidFill>
                  <a:prstClr val="black"/>
                </a:solidFill>
                <a:latin typeface="Arial MT"/>
                <a:cs typeface="Arial MT"/>
              </a:rPr>
              <a:t>9</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2,1</a:t>
            </a:r>
            <a:r>
              <a:rPr sz="1050" spc="165"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a:t>
            </a:r>
            <a:r>
              <a:rPr sz="2400" spc="127"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3,1 </a:t>
            </a:r>
            <a:r>
              <a:rPr sz="1050" spc="-275"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10</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a:p>
            <a:pPr marL="38100" marR="1097280">
              <a:lnSpc>
                <a:spcPct val="120000"/>
              </a:lnSpc>
            </a:pPr>
            <a:r>
              <a:rPr sz="2400" spc="-44" baseline="13888" dirty="0">
                <a:solidFill>
                  <a:prstClr val="black"/>
                </a:solidFill>
                <a:latin typeface="Arial MT"/>
                <a:cs typeface="Arial MT"/>
              </a:rPr>
              <a:t>R</a:t>
            </a:r>
            <a:r>
              <a:rPr sz="1050" spc="-30" dirty="0">
                <a:solidFill>
                  <a:prstClr val="black"/>
                </a:solidFill>
                <a:latin typeface="Arial MT"/>
                <a:cs typeface="Arial MT"/>
              </a:rPr>
              <a:t>11</a:t>
            </a:r>
            <a:r>
              <a:rPr sz="1050" spc="-25" dirty="0">
                <a:solidFill>
                  <a:prstClr val="black"/>
                </a:solidFill>
                <a:latin typeface="Arial MT"/>
                <a:cs typeface="Arial MT"/>
              </a:rPr>
              <a:t> </a:t>
            </a:r>
            <a:r>
              <a:rPr sz="2400"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 </a:t>
            </a:r>
            <a:r>
              <a:rPr sz="1050" spc="-280"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12</a:t>
            </a:r>
            <a:r>
              <a:rPr sz="1050" spc="130"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3,1</a:t>
            </a:r>
            <a:r>
              <a:rPr sz="2400" spc="-7" baseline="13888" dirty="0">
                <a:solidFill>
                  <a:srgbClr val="001F5F"/>
                </a:solidFill>
                <a:latin typeface="Cambria Math"/>
                <a:cs typeface="Cambria Math"/>
              </a:rPr>
              <a:t>⋁</a:t>
            </a:r>
            <a:r>
              <a:rPr sz="2400" spc="104"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p:txBody>
      </p:sp>
      <p:sp>
        <p:nvSpPr>
          <p:cNvPr id="12" name="object 12"/>
          <p:cNvSpPr txBox="1">
            <a:spLocks noGrp="1"/>
          </p:cNvSpPr>
          <p:nvPr>
            <p:ph type="title"/>
          </p:nvPr>
        </p:nvSpPr>
        <p:spPr>
          <a:xfrm>
            <a:off x="383540" y="522173"/>
            <a:ext cx="1870075" cy="391795"/>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PL-Resolution</a:t>
            </a:r>
            <a:endParaRPr sz="2400" dirty="0">
              <a:latin typeface="Arial"/>
              <a:cs typeface="Arial"/>
            </a:endParaRPr>
          </a:p>
        </p:txBody>
      </p:sp>
      <p:graphicFrame>
        <p:nvGraphicFramePr>
          <p:cNvPr id="13" name="object 13"/>
          <p:cNvGraphicFramePr>
            <a:graphicFrameLocks noGrp="1"/>
          </p:cNvGraphicFramePr>
          <p:nvPr/>
        </p:nvGraphicFramePr>
        <p:xfrm>
          <a:off x="298450" y="3400552"/>
          <a:ext cx="8788398" cy="3451096"/>
        </p:xfrm>
        <a:graphic>
          <a:graphicData uri="http://schemas.openxmlformats.org/drawingml/2006/table">
            <a:tbl>
              <a:tblPr firstRow="1" bandRow="1">
                <a:tableStyleId>{2D5ABB26-0587-4C30-8999-92F81FD0307C}</a:tableStyleId>
              </a:tblPr>
              <a:tblGrid>
                <a:gridCol w="1006475"/>
                <a:gridCol w="1564639"/>
                <a:gridCol w="2894330"/>
                <a:gridCol w="3322954"/>
              </a:tblGrid>
              <a:tr h="610870">
                <a:tc>
                  <a:txBody>
                    <a:bodyPr/>
                    <a:lstStyle/>
                    <a:p>
                      <a:pPr marL="90805">
                        <a:lnSpc>
                          <a:spcPct val="100000"/>
                        </a:lnSpc>
                        <a:spcBef>
                          <a:spcPts val="260"/>
                        </a:spcBef>
                      </a:pPr>
                      <a:r>
                        <a:rPr sz="1600" b="1" spc="-5" dirty="0">
                          <a:solidFill>
                            <a:srgbClr val="FFFFFF"/>
                          </a:solidFill>
                          <a:latin typeface="Calibri"/>
                          <a:cs typeface="Calibri"/>
                        </a:rPr>
                        <a:t>Eliminate</a:t>
                      </a:r>
                      <a:endParaRPr sz="1600" dirty="0">
                        <a:latin typeface="Calibri"/>
                        <a:cs typeface="Calibri"/>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665"/>
                        </a:spcBef>
                      </a:pPr>
                      <a:r>
                        <a:rPr sz="2400" b="1" spc="7" baseline="13888" dirty="0">
                          <a:solidFill>
                            <a:srgbClr val="FFFFFF"/>
                          </a:solidFill>
                          <a:latin typeface="Calibri"/>
                          <a:cs typeface="Calibri"/>
                        </a:rPr>
                        <a:t>R</a:t>
                      </a:r>
                      <a:r>
                        <a:rPr sz="1050" b="1" spc="5" dirty="0">
                          <a:solidFill>
                            <a:srgbClr val="FFFFFF"/>
                          </a:solidFill>
                          <a:latin typeface="Calibri"/>
                          <a:cs typeface="Calibri"/>
                        </a:rPr>
                        <a:t>2</a:t>
                      </a:r>
                      <a:r>
                        <a:rPr sz="1050" b="1" spc="110" dirty="0">
                          <a:solidFill>
                            <a:srgbClr val="FFFFFF"/>
                          </a:solidFill>
                          <a:latin typeface="Calibri"/>
                          <a:cs typeface="Calibri"/>
                        </a:rPr>
                        <a:t> </a:t>
                      </a:r>
                      <a:r>
                        <a:rPr sz="2400" b="1" baseline="13888" dirty="0">
                          <a:solidFill>
                            <a:srgbClr val="FFFFFF"/>
                          </a:solidFill>
                          <a:latin typeface="Calibri"/>
                          <a:cs typeface="Calibri"/>
                        </a:rPr>
                        <a:t>:</a:t>
                      </a:r>
                      <a:r>
                        <a:rPr sz="2400" b="1" spc="-22" baseline="13888" dirty="0">
                          <a:solidFill>
                            <a:srgbClr val="FFFFFF"/>
                          </a:solidFill>
                          <a:latin typeface="Calibri"/>
                          <a:cs typeface="Calibri"/>
                        </a:rPr>
                        <a:t> </a:t>
                      </a:r>
                      <a:r>
                        <a:rPr sz="2400" b="1" spc="-7" baseline="13888" dirty="0">
                          <a:solidFill>
                            <a:srgbClr val="FFFFFF"/>
                          </a:solidFill>
                          <a:latin typeface="Calibri"/>
                          <a:cs typeface="Calibri"/>
                        </a:rPr>
                        <a:t>B</a:t>
                      </a:r>
                      <a:r>
                        <a:rPr sz="1050" b="1" spc="-5" dirty="0">
                          <a:solidFill>
                            <a:srgbClr val="FFFFFF"/>
                          </a:solidFill>
                          <a:latin typeface="Calibri"/>
                          <a:cs typeface="Calibri"/>
                        </a:rPr>
                        <a:t>1,1</a:t>
                      </a:r>
                      <a:r>
                        <a:rPr sz="1050" b="1" spc="130" dirty="0">
                          <a:solidFill>
                            <a:srgbClr val="FFFFFF"/>
                          </a:solidFill>
                          <a:latin typeface="Calibri"/>
                          <a:cs typeface="Calibri"/>
                        </a:rPr>
                        <a:t> </a:t>
                      </a:r>
                      <a:r>
                        <a:rPr sz="2400" spc="7" baseline="13888" dirty="0">
                          <a:solidFill>
                            <a:srgbClr val="FFFFFF"/>
                          </a:solidFill>
                          <a:latin typeface="Cambria Math"/>
                          <a:cs typeface="Cambria Math"/>
                        </a:rPr>
                        <a:t>⟺</a:t>
                      </a:r>
                      <a:r>
                        <a:rPr sz="2400"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1,2</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2,1</a:t>
                      </a:r>
                      <a:r>
                        <a:rPr sz="2400" b="1" spc="-7" baseline="13888" dirty="0">
                          <a:solidFill>
                            <a:srgbClr val="FFFFFF"/>
                          </a:solidFill>
                          <a:latin typeface="Calibri"/>
                          <a:cs typeface="Calibri"/>
                        </a:rPr>
                        <a:t>)</a:t>
                      </a:r>
                      <a:endParaRPr sz="2400" baseline="13888">
                        <a:latin typeface="Calibri"/>
                        <a:cs typeface="Calibri"/>
                      </a:endParaRPr>
                    </a:p>
                  </a:txBody>
                  <a:tcPr marL="0" marR="0" marT="844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3345">
                        <a:lnSpc>
                          <a:spcPct val="100000"/>
                        </a:lnSpc>
                        <a:spcBef>
                          <a:spcPts val="665"/>
                        </a:spcBef>
                      </a:pPr>
                      <a:r>
                        <a:rPr sz="2400" b="1" spc="7" baseline="13888" dirty="0">
                          <a:solidFill>
                            <a:srgbClr val="FFFFFF"/>
                          </a:solidFill>
                          <a:latin typeface="Calibri"/>
                          <a:cs typeface="Calibri"/>
                        </a:rPr>
                        <a:t>R</a:t>
                      </a:r>
                      <a:r>
                        <a:rPr sz="1050" b="1" spc="5" dirty="0">
                          <a:solidFill>
                            <a:srgbClr val="FFFFFF"/>
                          </a:solidFill>
                          <a:latin typeface="Calibri"/>
                          <a:cs typeface="Calibri"/>
                        </a:rPr>
                        <a:t>3</a:t>
                      </a:r>
                      <a:r>
                        <a:rPr sz="1050" b="1" spc="110" dirty="0">
                          <a:solidFill>
                            <a:srgbClr val="FFFFFF"/>
                          </a:solidFill>
                          <a:latin typeface="Calibri"/>
                          <a:cs typeface="Calibri"/>
                        </a:rPr>
                        <a:t> </a:t>
                      </a:r>
                      <a:r>
                        <a:rPr sz="2400" b="1" baseline="13888" dirty="0">
                          <a:solidFill>
                            <a:srgbClr val="FFFFFF"/>
                          </a:solidFill>
                          <a:latin typeface="Calibri"/>
                          <a:cs typeface="Calibri"/>
                        </a:rPr>
                        <a:t>:</a:t>
                      </a:r>
                      <a:r>
                        <a:rPr sz="2400" b="1" spc="-15" baseline="13888" dirty="0">
                          <a:solidFill>
                            <a:srgbClr val="FFFFFF"/>
                          </a:solidFill>
                          <a:latin typeface="Calibri"/>
                          <a:cs typeface="Calibri"/>
                        </a:rPr>
                        <a:t> </a:t>
                      </a:r>
                      <a:r>
                        <a:rPr sz="2400" b="1" spc="-7" baseline="13888" dirty="0">
                          <a:solidFill>
                            <a:srgbClr val="FFFFFF"/>
                          </a:solidFill>
                          <a:latin typeface="Calibri"/>
                          <a:cs typeface="Calibri"/>
                        </a:rPr>
                        <a:t>B</a:t>
                      </a:r>
                      <a:r>
                        <a:rPr sz="1050" b="1" spc="-5" dirty="0">
                          <a:solidFill>
                            <a:srgbClr val="FFFFFF"/>
                          </a:solidFill>
                          <a:latin typeface="Calibri"/>
                          <a:cs typeface="Calibri"/>
                        </a:rPr>
                        <a:t>2,1</a:t>
                      </a:r>
                      <a:r>
                        <a:rPr sz="1050" b="1" spc="135" dirty="0">
                          <a:solidFill>
                            <a:srgbClr val="FFFFFF"/>
                          </a:solidFill>
                          <a:latin typeface="Calibri"/>
                          <a:cs typeface="Calibri"/>
                        </a:rPr>
                        <a:t> </a:t>
                      </a:r>
                      <a:r>
                        <a:rPr sz="2400" spc="7"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1,1</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2,2</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3,1</a:t>
                      </a:r>
                      <a:r>
                        <a:rPr sz="1050" b="1" spc="-10" dirty="0">
                          <a:solidFill>
                            <a:srgbClr val="FFFFFF"/>
                          </a:solidFill>
                          <a:latin typeface="Calibri"/>
                          <a:cs typeface="Calibri"/>
                        </a:rPr>
                        <a:t> </a:t>
                      </a:r>
                      <a:r>
                        <a:rPr sz="2400" b="1" baseline="13888" dirty="0">
                          <a:solidFill>
                            <a:srgbClr val="FFFFFF"/>
                          </a:solidFill>
                          <a:latin typeface="Calibri"/>
                          <a:cs typeface="Calibri"/>
                        </a:rPr>
                        <a:t>)</a:t>
                      </a:r>
                      <a:endParaRPr sz="2400" baseline="13888">
                        <a:latin typeface="Calibri"/>
                        <a:cs typeface="Calibri"/>
                      </a:endParaRPr>
                    </a:p>
                  </a:txBody>
                  <a:tcPr marL="0" marR="0" marT="844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805560">
                <a:tc>
                  <a:txBody>
                    <a:bodyPr/>
                    <a:lstStyle/>
                    <a:p>
                      <a:pPr marL="90805">
                        <a:lnSpc>
                          <a:spcPct val="100000"/>
                        </a:lnSpc>
                        <a:spcBef>
                          <a:spcPts val="285"/>
                        </a:spcBef>
                      </a:pPr>
                      <a:r>
                        <a:rPr sz="1600" spc="15" dirty="0">
                          <a:latin typeface="Wingdings"/>
                          <a:cs typeface="Wingdings"/>
                        </a:rPr>
                        <a:t></a:t>
                      </a:r>
                      <a:endParaRPr sz="1600" dirty="0">
                        <a:latin typeface="Wingdings"/>
                        <a:cs typeface="Wingdings"/>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1440" marR="391160">
                        <a:lnSpc>
                          <a:spcPct val="100000"/>
                        </a:lnSpc>
                        <a:spcBef>
                          <a:spcPts val="260"/>
                        </a:spcBef>
                      </a:pPr>
                      <a:r>
                        <a:rPr sz="1600" spc="-15" dirty="0">
                          <a:latin typeface="Calibri"/>
                          <a:cs typeface="Calibri"/>
                        </a:rPr>
                        <a:t>B</a:t>
                      </a:r>
                      <a:r>
                        <a:rPr sz="1600" spc="-10" dirty="0">
                          <a:latin typeface="Calibri"/>
                          <a:cs typeface="Calibri"/>
                        </a:rPr>
                        <a:t>i</a:t>
                      </a:r>
                      <a:r>
                        <a:rPr sz="1600" spc="-35" dirty="0">
                          <a:latin typeface="Calibri"/>
                          <a:cs typeface="Calibri"/>
                        </a:rPr>
                        <a:t>c</a:t>
                      </a:r>
                      <a:r>
                        <a:rPr sz="1600" spc="-10" dirty="0">
                          <a:latin typeface="Calibri"/>
                          <a:cs typeface="Calibri"/>
                        </a:rPr>
                        <a:t>o</a:t>
                      </a:r>
                      <a:r>
                        <a:rPr sz="1600" spc="-5" dirty="0">
                          <a:latin typeface="Calibri"/>
                          <a:cs typeface="Calibri"/>
                        </a:rPr>
                        <a:t>n</a:t>
                      </a:r>
                      <a:r>
                        <a:rPr sz="1600" spc="-10" dirty="0">
                          <a:latin typeface="Calibri"/>
                          <a:cs typeface="Calibri"/>
                        </a:rPr>
                        <a:t>di</a:t>
                      </a:r>
                      <a:r>
                        <a:rPr sz="1600" spc="-15" dirty="0">
                          <a:latin typeface="Calibri"/>
                          <a:cs typeface="Calibri"/>
                        </a:rPr>
                        <a:t>t</a:t>
                      </a:r>
                      <a:r>
                        <a:rPr sz="1600" spc="-10" dirty="0">
                          <a:latin typeface="Calibri"/>
                          <a:cs typeface="Calibri"/>
                        </a:rPr>
                        <a:t>io</a:t>
                      </a:r>
                      <a:r>
                        <a:rPr sz="1600" spc="-5" dirty="0">
                          <a:latin typeface="Calibri"/>
                          <a:cs typeface="Calibri"/>
                        </a:rPr>
                        <a:t>n</a:t>
                      </a:r>
                      <a:r>
                        <a:rPr sz="1600" spc="-10" dirty="0">
                          <a:latin typeface="Calibri"/>
                          <a:cs typeface="Calibri"/>
                        </a:rPr>
                        <a:t>a</a:t>
                      </a:r>
                      <a:r>
                        <a:rPr sz="1600" dirty="0">
                          <a:latin typeface="Calibri"/>
                          <a:cs typeface="Calibri"/>
                        </a:rPr>
                        <a:t>l  </a:t>
                      </a:r>
                      <a:r>
                        <a:rPr sz="1600" spc="-10" dirty="0">
                          <a:latin typeface="Calibri"/>
                          <a:cs typeface="Calibri"/>
                        </a:rPr>
                        <a:t>Elimination</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37795">
                        <a:lnSpc>
                          <a:spcPct val="100000"/>
                        </a:lnSpc>
                        <a:spcBef>
                          <a:spcPts val="285"/>
                        </a:spcBef>
                      </a:pPr>
                      <a:r>
                        <a:rPr sz="1600" spc="-5" dirty="0">
                          <a:latin typeface="Calibri"/>
                          <a:cs typeface="Calibri"/>
                        </a:rPr>
                        <a:t>(B</a:t>
                      </a:r>
                      <a:r>
                        <a:rPr sz="1575" spc="-7" baseline="-21164" dirty="0">
                          <a:latin typeface="Calibri"/>
                          <a:cs typeface="Calibri"/>
                        </a:rPr>
                        <a:t>1,1</a:t>
                      </a:r>
                      <a:r>
                        <a:rPr sz="1575" spc="240" baseline="-21164" dirty="0">
                          <a:latin typeface="Calibri"/>
                          <a:cs typeface="Calibri"/>
                        </a:rPr>
                        <a:t> </a:t>
                      </a:r>
                      <a:r>
                        <a:rPr sz="1600" spc="5" dirty="0">
                          <a:latin typeface="Cambria Math"/>
                          <a:cs typeface="Cambria Math"/>
                        </a:rPr>
                        <a:t>⟹ </a:t>
                      </a:r>
                      <a:r>
                        <a:rPr sz="1600" spc="-5" dirty="0">
                          <a:latin typeface="Calibri"/>
                          <a:cs typeface="Calibri"/>
                        </a:rPr>
                        <a:t>(P</a:t>
                      </a:r>
                      <a:r>
                        <a:rPr sz="1575" spc="-7" baseline="-21164" dirty="0">
                          <a:latin typeface="Calibri"/>
                          <a:cs typeface="Calibri"/>
                        </a:rPr>
                        <a:t>1,2</a:t>
                      </a:r>
                      <a:r>
                        <a:rPr sz="1575" spc="172" baseline="-21164"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2,1</a:t>
                      </a:r>
                      <a:r>
                        <a:rPr sz="1600" spc="-5" dirty="0">
                          <a:latin typeface="Calibri"/>
                          <a:cs typeface="Calibri"/>
                        </a:rPr>
                        <a:t>))</a:t>
                      </a:r>
                      <a:r>
                        <a:rPr sz="1600" spc="15"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1,2</a:t>
                      </a:r>
                      <a:r>
                        <a:rPr sz="1575" spc="202" baseline="-21164" dirty="0">
                          <a:latin typeface="Calibri"/>
                          <a:cs typeface="Calibri"/>
                        </a:rPr>
                        <a:t> </a:t>
                      </a:r>
                      <a:r>
                        <a:rPr sz="1600" spc="5" dirty="0">
                          <a:latin typeface="Cambria Math"/>
                          <a:cs typeface="Cambria Math"/>
                        </a:rPr>
                        <a:t>⋁</a:t>
                      </a:r>
                      <a:endParaRPr sz="1600">
                        <a:latin typeface="Cambria Math"/>
                        <a:cs typeface="Cambria Math"/>
                      </a:endParaRPr>
                    </a:p>
                    <a:p>
                      <a:pPr marL="92075">
                        <a:lnSpc>
                          <a:spcPct val="100000"/>
                        </a:lnSpc>
                        <a:spcBef>
                          <a:spcPts val="390"/>
                        </a:spcBef>
                      </a:pPr>
                      <a:r>
                        <a:rPr sz="2400" spc="-7" baseline="13888" dirty="0">
                          <a:latin typeface="Calibri"/>
                          <a:cs typeface="Calibri"/>
                        </a:rPr>
                        <a:t>P</a:t>
                      </a:r>
                      <a:r>
                        <a:rPr sz="1050" spc="-5" dirty="0">
                          <a:latin typeface="Calibri"/>
                          <a:cs typeface="Calibri"/>
                        </a:rPr>
                        <a:t>2,1</a:t>
                      </a:r>
                      <a:r>
                        <a:rPr sz="2400" spc="-7" baseline="13888" dirty="0">
                          <a:latin typeface="Calibri"/>
                          <a:cs typeface="Calibri"/>
                        </a:rPr>
                        <a:t>)</a:t>
                      </a:r>
                      <a:r>
                        <a:rPr sz="2400" spc="-15" baseline="13888" dirty="0">
                          <a:latin typeface="Calibri"/>
                          <a:cs typeface="Calibri"/>
                        </a:rPr>
                        <a:t> </a:t>
                      </a:r>
                      <a:r>
                        <a:rPr sz="2400" spc="7" baseline="13888" dirty="0">
                          <a:latin typeface="Cambria Math"/>
                          <a:cs typeface="Cambria Math"/>
                        </a:rPr>
                        <a:t>⟹</a:t>
                      </a:r>
                      <a:r>
                        <a:rPr sz="2400" spc="-15" baseline="13888" dirty="0">
                          <a:latin typeface="Cambria Math"/>
                          <a:cs typeface="Cambria Math"/>
                        </a:rPr>
                        <a:t> </a:t>
                      </a:r>
                      <a:r>
                        <a:rPr sz="2400" spc="-7" baseline="13888" dirty="0">
                          <a:latin typeface="Calibri"/>
                          <a:cs typeface="Calibri"/>
                        </a:rPr>
                        <a:t>B</a:t>
                      </a:r>
                      <a:r>
                        <a:rPr sz="1050" spc="-5" dirty="0">
                          <a:latin typeface="Calibri"/>
                          <a:cs typeface="Calibri"/>
                        </a:rPr>
                        <a:t>1,1</a:t>
                      </a:r>
                      <a:r>
                        <a:rPr sz="2400" spc="-7" baseline="13888" dirty="0">
                          <a:latin typeface="Calibri"/>
                          <a:cs typeface="Calibri"/>
                        </a:rPr>
                        <a:t>)</a:t>
                      </a:r>
                      <a:endParaRPr sz="2400" baseline="13888">
                        <a:latin typeface="Calibri"/>
                        <a:cs typeface="Calibri"/>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38430">
                        <a:lnSpc>
                          <a:spcPct val="100000"/>
                        </a:lnSpc>
                        <a:spcBef>
                          <a:spcPts val="285"/>
                        </a:spcBef>
                      </a:pPr>
                      <a:r>
                        <a:rPr sz="1600" spc="-5" dirty="0">
                          <a:latin typeface="Calibri"/>
                          <a:cs typeface="Calibri"/>
                        </a:rPr>
                        <a:t>(B</a:t>
                      </a:r>
                      <a:r>
                        <a:rPr sz="1575" spc="-7" baseline="-21164" dirty="0">
                          <a:latin typeface="Calibri"/>
                          <a:cs typeface="Calibri"/>
                        </a:rPr>
                        <a:t>2,1</a:t>
                      </a:r>
                      <a:r>
                        <a:rPr sz="1575" spc="232" baseline="-21164" dirty="0">
                          <a:latin typeface="Calibri"/>
                          <a:cs typeface="Calibri"/>
                        </a:rPr>
                        <a:t> </a:t>
                      </a:r>
                      <a:r>
                        <a:rPr sz="1600" spc="5" dirty="0">
                          <a:latin typeface="Cambria Math"/>
                          <a:cs typeface="Cambria Math"/>
                        </a:rPr>
                        <a:t>⟹ </a:t>
                      </a:r>
                      <a:r>
                        <a:rPr sz="1600" spc="-5" dirty="0">
                          <a:latin typeface="Calibri"/>
                          <a:cs typeface="Calibri"/>
                        </a:rPr>
                        <a:t>(P</a:t>
                      </a:r>
                      <a:r>
                        <a:rPr sz="1575" spc="-7" baseline="-21164" dirty="0">
                          <a:latin typeface="Calibri"/>
                          <a:cs typeface="Calibri"/>
                        </a:rPr>
                        <a:t>1,1</a:t>
                      </a:r>
                      <a:r>
                        <a:rPr sz="1575" spc="172" baseline="-21164" dirty="0">
                          <a:latin typeface="Calibri"/>
                          <a:cs typeface="Calibri"/>
                        </a:rPr>
                        <a:t> </a:t>
                      </a:r>
                      <a:r>
                        <a:rPr sz="1600" spc="5" dirty="0">
                          <a:latin typeface="Cambria Math"/>
                          <a:cs typeface="Cambria Math"/>
                        </a:rPr>
                        <a:t>⋁</a:t>
                      </a:r>
                      <a:r>
                        <a:rPr sz="1600" spc="-10" dirty="0">
                          <a:latin typeface="Cambria Math"/>
                          <a:cs typeface="Cambria Math"/>
                        </a:rPr>
                        <a:t> </a:t>
                      </a:r>
                      <a:r>
                        <a:rPr sz="1600" dirty="0">
                          <a:latin typeface="Calibri"/>
                          <a:cs typeface="Calibri"/>
                        </a:rPr>
                        <a:t>P</a:t>
                      </a:r>
                      <a:r>
                        <a:rPr sz="1575" baseline="-21164" dirty="0">
                          <a:latin typeface="Calibri"/>
                          <a:cs typeface="Calibri"/>
                        </a:rPr>
                        <a:t>2,2</a:t>
                      </a:r>
                      <a:r>
                        <a:rPr sz="1600"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3,1</a:t>
                      </a:r>
                      <a:r>
                        <a:rPr sz="1600" spc="-5" dirty="0">
                          <a:latin typeface="Calibri"/>
                          <a:cs typeface="Calibri"/>
                        </a:rPr>
                        <a:t>))</a:t>
                      </a:r>
                      <a:r>
                        <a:rPr sz="1600" spc="-15"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1,1</a:t>
                      </a:r>
                      <a:r>
                        <a:rPr sz="1575" spc="165" baseline="-21164" dirty="0">
                          <a:latin typeface="Calibri"/>
                          <a:cs typeface="Calibri"/>
                        </a:rPr>
                        <a:t> </a:t>
                      </a:r>
                      <a:r>
                        <a:rPr sz="1600" spc="5" dirty="0">
                          <a:latin typeface="Cambria Math"/>
                          <a:cs typeface="Cambria Math"/>
                        </a:rPr>
                        <a:t>⋁</a:t>
                      </a:r>
                      <a:endParaRPr sz="1600">
                        <a:latin typeface="Cambria Math"/>
                        <a:cs typeface="Cambria Math"/>
                      </a:endParaRPr>
                    </a:p>
                    <a:p>
                      <a:pPr marL="93345">
                        <a:lnSpc>
                          <a:spcPct val="100000"/>
                        </a:lnSpc>
                        <a:spcBef>
                          <a:spcPts val="390"/>
                        </a:spcBef>
                      </a:pPr>
                      <a:r>
                        <a:rPr sz="2400" baseline="13888" dirty="0">
                          <a:latin typeface="Calibri"/>
                          <a:cs typeface="Calibri"/>
                        </a:rPr>
                        <a:t>P</a:t>
                      </a:r>
                      <a:r>
                        <a:rPr sz="1050" dirty="0">
                          <a:latin typeface="Calibri"/>
                          <a:cs typeface="Calibri"/>
                        </a:rPr>
                        <a:t>2,2</a:t>
                      </a:r>
                      <a:r>
                        <a:rPr sz="2400" baseline="13888" dirty="0">
                          <a:latin typeface="Cambria Math"/>
                          <a:cs typeface="Cambria Math"/>
                        </a:rPr>
                        <a:t>⋁</a:t>
                      </a:r>
                      <a:r>
                        <a:rPr sz="2400" spc="-30" baseline="13888" dirty="0">
                          <a:latin typeface="Cambria Math"/>
                          <a:cs typeface="Cambria Math"/>
                        </a:rPr>
                        <a:t> </a:t>
                      </a:r>
                      <a:r>
                        <a:rPr sz="2400" spc="-7" baseline="13888" dirty="0">
                          <a:latin typeface="Calibri"/>
                          <a:cs typeface="Calibri"/>
                        </a:rPr>
                        <a:t>P</a:t>
                      </a:r>
                      <a:r>
                        <a:rPr sz="1050" spc="-5" dirty="0">
                          <a:latin typeface="Calibri"/>
                          <a:cs typeface="Calibri"/>
                        </a:rPr>
                        <a:t>3,1</a:t>
                      </a:r>
                      <a:r>
                        <a:rPr sz="2400" spc="-7" baseline="13888" dirty="0">
                          <a:latin typeface="Calibri"/>
                          <a:cs typeface="Calibri"/>
                        </a:rPr>
                        <a:t>) </a:t>
                      </a:r>
                      <a:r>
                        <a:rPr sz="2400" spc="7" baseline="13888" dirty="0">
                          <a:latin typeface="Cambria Math"/>
                          <a:cs typeface="Cambria Math"/>
                        </a:rPr>
                        <a:t>⟹</a:t>
                      </a:r>
                      <a:r>
                        <a:rPr sz="2400" spc="-15" baseline="13888" dirty="0">
                          <a:latin typeface="Cambria Math"/>
                          <a:cs typeface="Cambria Math"/>
                        </a:rPr>
                        <a:t> </a:t>
                      </a:r>
                      <a:r>
                        <a:rPr sz="2400" spc="-7" baseline="13888" dirty="0">
                          <a:latin typeface="Calibri"/>
                          <a:cs typeface="Calibri"/>
                        </a:rPr>
                        <a:t>B</a:t>
                      </a:r>
                      <a:r>
                        <a:rPr sz="1050" spc="-5" dirty="0">
                          <a:latin typeface="Calibri"/>
                          <a:cs typeface="Calibri"/>
                        </a:rPr>
                        <a:t>2,1</a:t>
                      </a:r>
                      <a:r>
                        <a:rPr sz="2400" spc="-7" baseline="13888" dirty="0">
                          <a:latin typeface="Calibri"/>
                          <a:cs typeface="Calibri"/>
                        </a:rPr>
                        <a:t>)</a:t>
                      </a:r>
                      <a:endParaRPr sz="2400" baseline="13888">
                        <a:latin typeface="Calibri"/>
                        <a:cs typeface="Calibri"/>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610997">
                <a:tc>
                  <a:txBody>
                    <a:bodyPr/>
                    <a:lstStyle/>
                    <a:p>
                      <a:pPr marL="137160">
                        <a:lnSpc>
                          <a:spcPct val="100000"/>
                        </a:lnSpc>
                        <a:spcBef>
                          <a:spcPts val="290"/>
                        </a:spcBef>
                      </a:pPr>
                      <a:r>
                        <a:rPr sz="1600" dirty="0">
                          <a:latin typeface="Wingdings"/>
                          <a:cs typeface="Wingdings"/>
                        </a:rPr>
                        <a:t></a:t>
                      </a: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5"/>
                        </a:spcBef>
                      </a:pPr>
                      <a:r>
                        <a:rPr sz="1600" spc="-10" dirty="0">
                          <a:latin typeface="Calibri"/>
                          <a:cs typeface="Calibri"/>
                        </a:rPr>
                        <a:t>Implication</a:t>
                      </a:r>
                      <a:endParaRPr sz="1600" dirty="0">
                        <a:latin typeface="Calibri"/>
                        <a:cs typeface="Calibri"/>
                      </a:endParaRPr>
                    </a:p>
                    <a:p>
                      <a:pPr marL="91440">
                        <a:lnSpc>
                          <a:spcPct val="100000"/>
                        </a:lnSpc>
                      </a:pPr>
                      <a:r>
                        <a:rPr sz="1600" spc="-10" dirty="0">
                          <a:latin typeface="Calibri"/>
                          <a:cs typeface="Calibri"/>
                        </a:rPr>
                        <a:t>Elimination</a:t>
                      </a:r>
                      <a:endParaRPr sz="1600" dirty="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675"/>
                        </a:spcBef>
                      </a:pPr>
                      <a:r>
                        <a:rPr sz="2400" spc="-7" baseline="13888" dirty="0">
                          <a:solidFill>
                            <a:srgbClr val="001F5F"/>
                          </a:solidFill>
                          <a:latin typeface="Cambria Math"/>
                          <a:cs typeface="Cambria Math"/>
                        </a:rPr>
                        <a:t>¬</a:t>
                      </a:r>
                      <a:r>
                        <a:rPr sz="2400" spc="-7" baseline="13888" dirty="0">
                          <a:solidFill>
                            <a:srgbClr val="001F5F"/>
                          </a:solidFill>
                          <a:latin typeface="Calibri"/>
                          <a:cs typeface="Calibri"/>
                        </a:rPr>
                        <a:t>B</a:t>
                      </a:r>
                      <a:r>
                        <a:rPr sz="1050" spc="-5" dirty="0">
                          <a:solidFill>
                            <a:srgbClr val="001F5F"/>
                          </a:solidFill>
                          <a:latin typeface="Calibri"/>
                          <a:cs typeface="Calibri"/>
                        </a:rPr>
                        <a:t>1,1</a:t>
                      </a:r>
                      <a:r>
                        <a:rPr sz="1050" spc="114"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1,2</a:t>
                      </a:r>
                      <a:r>
                        <a:rPr sz="1050" spc="120" dirty="0">
                          <a:solidFill>
                            <a:srgbClr val="001F5F"/>
                          </a:solidFill>
                          <a:latin typeface="Calibri"/>
                          <a:cs typeface="Calibri"/>
                        </a:rPr>
                        <a:t> </a:t>
                      </a:r>
                      <a:r>
                        <a:rPr sz="2400" spc="7" baseline="13888" dirty="0">
                          <a:solidFill>
                            <a:srgbClr val="001F5F"/>
                          </a:solidFill>
                          <a:latin typeface="Cambria Math"/>
                          <a:cs typeface="Cambria Math"/>
                        </a:rPr>
                        <a:t>⋁</a:t>
                      </a:r>
                      <a:r>
                        <a:rPr sz="2400" spc="-44"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2,1</a:t>
                      </a:r>
                      <a:r>
                        <a:rPr sz="2400" baseline="13888" dirty="0">
                          <a:solidFill>
                            <a:srgbClr val="001F5F"/>
                          </a:solidFill>
                          <a:latin typeface="Calibri"/>
                          <a:cs typeface="Calibri"/>
                        </a:rPr>
                        <a:t>)</a:t>
                      </a:r>
                      <a:endParaRPr sz="2400" baseline="13888" dirty="0">
                        <a:latin typeface="Calibri"/>
                        <a:cs typeface="Calibri"/>
                      </a:endParaRPr>
                    </a:p>
                    <a:p>
                      <a:pPr marL="92075">
                        <a:lnSpc>
                          <a:spcPct val="100000"/>
                        </a:lnSpc>
                      </a:pPr>
                      <a:r>
                        <a:rPr sz="2400" baseline="13888" dirty="0">
                          <a:latin typeface="Cambria Math"/>
                          <a:cs typeface="Cambria Math"/>
                        </a:rPr>
                        <a:t>¬</a:t>
                      </a:r>
                      <a:r>
                        <a:rPr sz="2400" b="1" baseline="13888" dirty="0">
                          <a:latin typeface="Calibri"/>
                          <a:cs typeface="Calibri"/>
                        </a:rPr>
                        <a:t>(P</a:t>
                      </a:r>
                      <a:r>
                        <a:rPr sz="1050" b="1" dirty="0">
                          <a:latin typeface="Calibri"/>
                          <a:cs typeface="Calibri"/>
                        </a:rPr>
                        <a:t>1,2</a:t>
                      </a:r>
                      <a:r>
                        <a:rPr sz="1050" b="1" spc="120" dirty="0">
                          <a:latin typeface="Calibri"/>
                          <a:cs typeface="Calibri"/>
                        </a:rPr>
                        <a:t> </a:t>
                      </a:r>
                      <a:r>
                        <a:rPr sz="2400" spc="7" baseline="13888" dirty="0">
                          <a:latin typeface="Cambria Math"/>
                          <a:cs typeface="Cambria Math"/>
                        </a:rPr>
                        <a:t>⋁</a:t>
                      </a:r>
                      <a:r>
                        <a:rPr sz="2400" spc="-44" baseline="13888" dirty="0">
                          <a:latin typeface="Cambria Math"/>
                          <a:cs typeface="Cambria Math"/>
                        </a:rPr>
                        <a:t> </a:t>
                      </a:r>
                      <a:r>
                        <a:rPr sz="2400" b="1" spc="-7" baseline="13888" dirty="0">
                          <a:latin typeface="Calibri"/>
                          <a:cs typeface="Calibri"/>
                        </a:rPr>
                        <a:t>P</a:t>
                      </a:r>
                      <a:r>
                        <a:rPr sz="1050" b="1" spc="-5" dirty="0">
                          <a:latin typeface="Calibri"/>
                          <a:cs typeface="Calibri"/>
                        </a:rPr>
                        <a:t>2,1</a:t>
                      </a:r>
                      <a:r>
                        <a:rPr sz="2400" b="1" spc="-7" baseline="13888" dirty="0">
                          <a:latin typeface="Calibri"/>
                          <a:cs typeface="Calibri"/>
                        </a:rPr>
                        <a:t>)</a:t>
                      </a:r>
                      <a:r>
                        <a:rPr sz="2400" b="1" spc="-37" baseline="13888" dirty="0">
                          <a:latin typeface="Calibri"/>
                          <a:cs typeface="Calibri"/>
                        </a:rPr>
                        <a:t> </a:t>
                      </a:r>
                      <a:r>
                        <a:rPr sz="2400" spc="7" baseline="13888" dirty="0">
                          <a:latin typeface="Cambria Math"/>
                          <a:cs typeface="Cambria Math"/>
                        </a:rPr>
                        <a:t>⋁</a:t>
                      </a:r>
                      <a:r>
                        <a:rPr sz="2400" spc="-44" baseline="13888" dirty="0">
                          <a:latin typeface="Cambria Math"/>
                          <a:cs typeface="Cambria Math"/>
                        </a:rPr>
                        <a:t> </a:t>
                      </a:r>
                      <a:r>
                        <a:rPr sz="2400" b="1" baseline="13888" dirty="0">
                          <a:latin typeface="Calibri"/>
                          <a:cs typeface="Calibri"/>
                        </a:rPr>
                        <a:t>B</a:t>
                      </a:r>
                      <a:r>
                        <a:rPr sz="1050" b="1" dirty="0">
                          <a:latin typeface="Calibri"/>
                          <a:cs typeface="Calibri"/>
                        </a:rPr>
                        <a:t>1,1</a:t>
                      </a:r>
                      <a:endParaRPr sz="1050" dirty="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3345">
                        <a:lnSpc>
                          <a:spcPct val="100000"/>
                        </a:lnSpc>
                        <a:spcBef>
                          <a:spcPts val="675"/>
                        </a:spcBef>
                      </a:pPr>
                      <a:r>
                        <a:rPr sz="2400" spc="-7" baseline="13888" dirty="0">
                          <a:solidFill>
                            <a:srgbClr val="001F5F"/>
                          </a:solidFill>
                          <a:latin typeface="Cambria Math"/>
                          <a:cs typeface="Cambria Math"/>
                        </a:rPr>
                        <a:t>¬</a:t>
                      </a:r>
                      <a:r>
                        <a:rPr sz="2400" spc="-7" baseline="13888" dirty="0">
                          <a:solidFill>
                            <a:srgbClr val="001F5F"/>
                          </a:solidFill>
                          <a:latin typeface="Calibri"/>
                          <a:cs typeface="Calibri"/>
                        </a:rPr>
                        <a:t>B</a:t>
                      </a:r>
                      <a:r>
                        <a:rPr sz="1050" spc="-5" dirty="0">
                          <a:solidFill>
                            <a:srgbClr val="001F5F"/>
                          </a:solidFill>
                          <a:latin typeface="Calibri"/>
                          <a:cs typeface="Calibri"/>
                        </a:rPr>
                        <a:t>2,1</a:t>
                      </a:r>
                      <a:r>
                        <a:rPr sz="1050" spc="125"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1,1</a:t>
                      </a:r>
                      <a:r>
                        <a:rPr sz="1050" spc="125"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2,2</a:t>
                      </a:r>
                      <a:r>
                        <a:rPr sz="2400" baseline="13888" dirty="0">
                          <a:solidFill>
                            <a:srgbClr val="001F5F"/>
                          </a:solidFill>
                          <a:latin typeface="Cambria Math"/>
                          <a:cs typeface="Cambria Math"/>
                        </a:rPr>
                        <a:t>⋁</a:t>
                      </a:r>
                      <a:r>
                        <a:rPr sz="2400" spc="-30"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3,1</a:t>
                      </a:r>
                      <a:r>
                        <a:rPr sz="2400" baseline="13888" dirty="0">
                          <a:solidFill>
                            <a:srgbClr val="001F5F"/>
                          </a:solidFill>
                          <a:latin typeface="Calibri"/>
                          <a:cs typeface="Calibri"/>
                        </a:rPr>
                        <a:t>)</a:t>
                      </a:r>
                      <a:endParaRPr sz="2400" baseline="13888">
                        <a:latin typeface="Calibri"/>
                        <a:cs typeface="Calibri"/>
                      </a:endParaRPr>
                    </a:p>
                    <a:p>
                      <a:pPr marL="93345">
                        <a:lnSpc>
                          <a:spcPct val="100000"/>
                        </a:lnSpc>
                      </a:pPr>
                      <a:r>
                        <a:rPr sz="2400" baseline="13888" dirty="0">
                          <a:latin typeface="Cambria Math"/>
                          <a:cs typeface="Cambria Math"/>
                        </a:rPr>
                        <a:t>¬</a:t>
                      </a:r>
                      <a:r>
                        <a:rPr sz="2400" b="1" baseline="13888" dirty="0">
                          <a:latin typeface="Calibri"/>
                          <a:cs typeface="Calibri"/>
                        </a:rPr>
                        <a:t>(P</a:t>
                      </a:r>
                      <a:r>
                        <a:rPr sz="1050" b="1" dirty="0">
                          <a:latin typeface="Calibri"/>
                          <a:cs typeface="Calibri"/>
                        </a:rPr>
                        <a:t>1,1</a:t>
                      </a:r>
                      <a:r>
                        <a:rPr sz="1050" b="1" spc="125" dirty="0">
                          <a:latin typeface="Calibri"/>
                          <a:cs typeface="Calibri"/>
                        </a:rPr>
                        <a:t> </a:t>
                      </a:r>
                      <a:r>
                        <a:rPr sz="2400" spc="7" baseline="13888" dirty="0">
                          <a:latin typeface="Cambria Math"/>
                          <a:cs typeface="Cambria Math"/>
                        </a:rPr>
                        <a:t>⋁</a:t>
                      </a:r>
                      <a:r>
                        <a:rPr sz="2400" spc="-30" baseline="13888" dirty="0">
                          <a:latin typeface="Cambria Math"/>
                          <a:cs typeface="Cambria Math"/>
                        </a:rPr>
                        <a:t> </a:t>
                      </a:r>
                      <a:r>
                        <a:rPr sz="2400" b="1" spc="-7" baseline="13888" dirty="0">
                          <a:latin typeface="Calibri"/>
                          <a:cs typeface="Calibri"/>
                        </a:rPr>
                        <a:t>P</a:t>
                      </a:r>
                      <a:r>
                        <a:rPr sz="1050" b="1" spc="-5" dirty="0">
                          <a:latin typeface="Calibri"/>
                          <a:cs typeface="Calibri"/>
                        </a:rPr>
                        <a:t>2,2</a:t>
                      </a:r>
                      <a:r>
                        <a:rPr sz="2400" spc="-7" baseline="13888" dirty="0">
                          <a:latin typeface="Cambria Math"/>
                          <a:cs typeface="Cambria Math"/>
                        </a:rPr>
                        <a:t>⋁</a:t>
                      </a:r>
                      <a:r>
                        <a:rPr sz="2400" spc="-30" baseline="13888" dirty="0">
                          <a:latin typeface="Cambria Math"/>
                          <a:cs typeface="Cambria Math"/>
                        </a:rPr>
                        <a:t> </a:t>
                      </a:r>
                      <a:r>
                        <a:rPr sz="2400" b="1" spc="-7" baseline="13888" dirty="0">
                          <a:latin typeface="Calibri"/>
                          <a:cs typeface="Calibri"/>
                        </a:rPr>
                        <a:t>P</a:t>
                      </a:r>
                      <a:r>
                        <a:rPr sz="1050" b="1" spc="-5" dirty="0">
                          <a:latin typeface="Calibri"/>
                          <a:cs typeface="Calibri"/>
                        </a:rPr>
                        <a:t>3,1</a:t>
                      </a:r>
                      <a:r>
                        <a:rPr sz="2400" b="1" spc="-7" baseline="13888" dirty="0">
                          <a:latin typeface="Calibri"/>
                          <a:cs typeface="Calibri"/>
                        </a:rPr>
                        <a:t>)</a:t>
                      </a:r>
                      <a:r>
                        <a:rPr sz="2400" b="1" spc="15" baseline="13888" dirty="0">
                          <a:latin typeface="Calibri"/>
                          <a:cs typeface="Calibri"/>
                        </a:rPr>
                        <a:t> </a:t>
                      </a:r>
                      <a:r>
                        <a:rPr sz="2400" spc="7" baseline="13888" dirty="0">
                          <a:latin typeface="Cambria Math"/>
                          <a:cs typeface="Cambria Math"/>
                        </a:rPr>
                        <a:t>⋁</a:t>
                      </a:r>
                      <a:r>
                        <a:rPr sz="2400" spc="-30" baseline="13888" dirty="0">
                          <a:latin typeface="Cambria Math"/>
                          <a:cs typeface="Cambria Math"/>
                        </a:rPr>
                        <a:t> </a:t>
                      </a:r>
                      <a:r>
                        <a:rPr sz="2400" b="1" baseline="13888" dirty="0">
                          <a:latin typeface="Calibri"/>
                          <a:cs typeface="Calibri"/>
                        </a:rPr>
                        <a:t>B</a:t>
                      </a:r>
                      <a:r>
                        <a:rPr sz="1050" b="1" dirty="0">
                          <a:latin typeface="Calibri"/>
                          <a:cs typeface="Calibri"/>
                        </a:rPr>
                        <a:t>2,1</a:t>
                      </a:r>
                      <a:endParaRPr sz="105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610882">
                <a:tc>
                  <a:txBody>
                    <a:bodyPr/>
                    <a:lstStyle/>
                    <a:p>
                      <a:pPr marL="90805" marR="324485">
                        <a:lnSpc>
                          <a:spcPct val="101200"/>
                        </a:lnSpc>
                        <a:spcBef>
                          <a:spcPts val="245"/>
                        </a:spcBef>
                      </a:pPr>
                      <a:r>
                        <a:rPr sz="1600" dirty="0">
                          <a:latin typeface="Calibri"/>
                          <a:cs typeface="Calibri"/>
                        </a:rPr>
                        <a:t>Clause </a:t>
                      </a:r>
                      <a:r>
                        <a:rPr sz="1600" spc="-350" dirty="0">
                          <a:latin typeface="Calibri"/>
                          <a:cs typeface="Calibri"/>
                        </a:rPr>
                        <a:t> </a:t>
                      </a:r>
                      <a:r>
                        <a:rPr sz="1600" spc="-10" dirty="0">
                          <a:latin typeface="Calibri"/>
                          <a:cs typeface="Calibri"/>
                        </a:rPr>
                        <a:t>le</a:t>
                      </a:r>
                      <a:r>
                        <a:rPr sz="1600" spc="-30" dirty="0">
                          <a:latin typeface="Calibri"/>
                          <a:cs typeface="Calibri"/>
                        </a:rPr>
                        <a:t>v</a:t>
                      </a:r>
                      <a:r>
                        <a:rPr sz="1600" spc="-10" dirty="0">
                          <a:latin typeface="Calibri"/>
                          <a:cs typeface="Calibri"/>
                        </a:rPr>
                        <a:t>e</a:t>
                      </a:r>
                      <a:r>
                        <a:rPr sz="1600" dirty="0">
                          <a:latin typeface="Calibri"/>
                          <a:cs typeface="Calibri"/>
                        </a:rPr>
                        <a:t>l</a:t>
                      </a:r>
                      <a:r>
                        <a:rPr sz="1600" spc="5" dirty="0">
                          <a:latin typeface="Calibri"/>
                          <a:cs typeface="Calibri"/>
                        </a:rPr>
                        <a:t> </a:t>
                      </a:r>
                      <a:r>
                        <a:rPr sz="1600" dirty="0">
                          <a:latin typeface="Cambria Math"/>
                          <a:cs typeface="Cambria Math"/>
                        </a:rPr>
                        <a:t>¬</a:t>
                      </a: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70"/>
                        </a:spcBef>
                      </a:pPr>
                      <a:r>
                        <a:rPr sz="1600" spc="-5" dirty="0">
                          <a:latin typeface="Calibri"/>
                          <a:cs typeface="Calibri"/>
                        </a:rPr>
                        <a:t>De</a:t>
                      </a:r>
                      <a:r>
                        <a:rPr sz="1600" spc="-25" dirty="0">
                          <a:latin typeface="Calibri"/>
                          <a:cs typeface="Calibri"/>
                        </a:rPr>
                        <a:t> </a:t>
                      </a:r>
                      <a:r>
                        <a:rPr sz="1600" spc="-10" dirty="0">
                          <a:latin typeface="Calibri"/>
                          <a:cs typeface="Calibri"/>
                        </a:rPr>
                        <a:t>Morgan</a:t>
                      </a:r>
                      <a:endParaRPr sz="16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90"/>
                        </a:spcBef>
                      </a:pPr>
                      <a:r>
                        <a:rPr sz="1600" dirty="0">
                          <a:latin typeface="Cambria Math"/>
                          <a:cs typeface="Cambria Math"/>
                        </a:rPr>
                        <a:t>(¬</a:t>
                      </a:r>
                      <a:r>
                        <a:rPr sz="1600" b="1" dirty="0">
                          <a:latin typeface="Calibri"/>
                          <a:cs typeface="Calibri"/>
                        </a:rPr>
                        <a:t>P</a:t>
                      </a:r>
                      <a:r>
                        <a:rPr sz="1575" b="1" baseline="-21164" dirty="0">
                          <a:latin typeface="Calibri"/>
                          <a:cs typeface="Calibri"/>
                        </a:rPr>
                        <a:t>1,2</a:t>
                      </a:r>
                      <a:r>
                        <a:rPr sz="1600" dirty="0">
                          <a:latin typeface="Cambria Math"/>
                          <a:cs typeface="Cambria Math"/>
                        </a:rPr>
                        <a:t>⋀¬</a:t>
                      </a:r>
                      <a:r>
                        <a:rPr sz="1600" b="1" dirty="0">
                          <a:latin typeface="Calibri"/>
                          <a:cs typeface="Calibri"/>
                        </a:rPr>
                        <a:t>P</a:t>
                      </a:r>
                      <a:r>
                        <a:rPr sz="1575" b="1" baseline="-21164" dirty="0">
                          <a:latin typeface="Calibri"/>
                          <a:cs typeface="Calibri"/>
                        </a:rPr>
                        <a:t>2,1</a:t>
                      </a:r>
                      <a:r>
                        <a:rPr sz="1600" b="1" dirty="0">
                          <a:latin typeface="Calibri"/>
                          <a:cs typeface="Calibri"/>
                        </a:rPr>
                        <a:t>)</a:t>
                      </a:r>
                      <a:r>
                        <a:rPr sz="1600" b="1" spc="-5" dirty="0">
                          <a:latin typeface="Calibri"/>
                          <a:cs typeface="Calibri"/>
                        </a:rPr>
                        <a:t> </a:t>
                      </a:r>
                      <a:r>
                        <a:rPr sz="1600" spc="5" dirty="0">
                          <a:latin typeface="Cambria Math"/>
                          <a:cs typeface="Cambria Math"/>
                        </a:rPr>
                        <a:t>⋁</a:t>
                      </a:r>
                      <a:r>
                        <a:rPr sz="1600" spc="-35" dirty="0">
                          <a:latin typeface="Cambria Math"/>
                          <a:cs typeface="Cambria Math"/>
                        </a:rPr>
                        <a:t> </a:t>
                      </a:r>
                      <a:r>
                        <a:rPr sz="1600" b="1" dirty="0">
                          <a:latin typeface="Calibri"/>
                          <a:cs typeface="Calibri"/>
                        </a:rPr>
                        <a:t>B</a:t>
                      </a:r>
                      <a:r>
                        <a:rPr sz="1575" b="1" baseline="-21164" dirty="0">
                          <a:latin typeface="Calibri"/>
                          <a:cs typeface="Calibri"/>
                        </a:rPr>
                        <a:t>1,1</a:t>
                      </a:r>
                      <a:endParaRPr sz="1575" baseline="-21164">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3345">
                        <a:lnSpc>
                          <a:spcPct val="100000"/>
                        </a:lnSpc>
                        <a:spcBef>
                          <a:spcPts val="290"/>
                        </a:spcBef>
                      </a:pPr>
                      <a:r>
                        <a:rPr sz="1600" dirty="0">
                          <a:latin typeface="Cambria Math"/>
                          <a:cs typeface="Cambria Math"/>
                        </a:rPr>
                        <a:t>(¬</a:t>
                      </a:r>
                      <a:r>
                        <a:rPr sz="1600" b="1" dirty="0">
                          <a:latin typeface="Calibri"/>
                          <a:cs typeface="Calibri"/>
                        </a:rPr>
                        <a:t>P</a:t>
                      </a:r>
                      <a:r>
                        <a:rPr sz="1575" b="1" baseline="-21164" dirty="0">
                          <a:latin typeface="Calibri"/>
                          <a:cs typeface="Calibri"/>
                        </a:rPr>
                        <a:t>1,1</a:t>
                      </a:r>
                      <a:r>
                        <a:rPr sz="1600" dirty="0">
                          <a:latin typeface="Cambria Math"/>
                          <a:cs typeface="Cambria Math"/>
                        </a:rPr>
                        <a:t>⋀¬</a:t>
                      </a:r>
                      <a:r>
                        <a:rPr sz="1600" b="1" dirty="0">
                          <a:latin typeface="Calibri"/>
                          <a:cs typeface="Calibri"/>
                        </a:rPr>
                        <a:t>P</a:t>
                      </a:r>
                      <a:r>
                        <a:rPr sz="1575" b="1" baseline="-21164" dirty="0">
                          <a:latin typeface="Calibri"/>
                          <a:cs typeface="Calibri"/>
                        </a:rPr>
                        <a:t>2,2</a:t>
                      </a:r>
                      <a:r>
                        <a:rPr sz="1600" dirty="0">
                          <a:latin typeface="Cambria Math"/>
                          <a:cs typeface="Cambria Math"/>
                        </a:rPr>
                        <a:t>⋀¬</a:t>
                      </a:r>
                      <a:r>
                        <a:rPr sz="1600" b="1" dirty="0">
                          <a:latin typeface="Calibri"/>
                          <a:cs typeface="Calibri"/>
                        </a:rPr>
                        <a:t>P</a:t>
                      </a:r>
                      <a:r>
                        <a:rPr sz="1575" b="1" baseline="-21164" dirty="0">
                          <a:latin typeface="Calibri"/>
                          <a:cs typeface="Calibri"/>
                        </a:rPr>
                        <a:t>3,1</a:t>
                      </a:r>
                      <a:r>
                        <a:rPr sz="1600" b="1" dirty="0">
                          <a:latin typeface="Calibri"/>
                          <a:cs typeface="Calibri"/>
                        </a:rPr>
                        <a:t>)</a:t>
                      </a:r>
                      <a:r>
                        <a:rPr sz="1600" b="1" spc="-30" dirty="0">
                          <a:latin typeface="Calibri"/>
                          <a:cs typeface="Calibri"/>
                        </a:rPr>
                        <a:t> </a:t>
                      </a:r>
                      <a:r>
                        <a:rPr sz="1600" spc="5" dirty="0">
                          <a:latin typeface="Cambria Math"/>
                          <a:cs typeface="Cambria Math"/>
                        </a:rPr>
                        <a:t>⋁</a:t>
                      </a:r>
                      <a:r>
                        <a:rPr sz="1600" spc="-10" dirty="0">
                          <a:latin typeface="Cambria Math"/>
                          <a:cs typeface="Cambria Math"/>
                        </a:rPr>
                        <a:t> </a:t>
                      </a:r>
                      <a:r>
                        <a:rPr sz="1600" b="1" dirty="0">
                          <a:latin typeface="Calibri"/>
                          <a:cs typeface="Calibri"/>
                        </a:rPr>
                        <a:t>B</a:t>
                      </a:r>
                      <a:r>
                        <a:rPr sz="1575" b="1" baseline="-21164" dirty="0">
                          <a:latin typeface="Calibri"/>
                          <a:cs typeface="Calibri"/>
                        </a:rPr>
                        <a:t>2,1</a:t>
                      </a:r>
                      <a:endParaRPr sz="1575" baseline="-21164">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812787">
                <a:tc>
                  <a:txBody>
                    <a:bodyPr/>
                    <a:lstStyle/>
                    <a:p>
                      <a:pPr marL="90805">
                        <a:lnSpc>
                          <a:spcPct val="100000"/>
                        </a:lnSpc>
                        <a:spcBef>
                          <a:spcPts val="270"/>
                        </a:spcBef>
                      </a:pPr>
                      <a:r>
                        <a:rPr sz="1600" spc="5" dirty="0">
                          <a:latin typeface="Calibri"/>
                          <a:cs typeface="Calibri"/>
                        </a:rPr>
                        <a:t>CNF</a:t>
                      </a:r>
                      <a:r>
                        <a:rPr sz="1600" spc="-55" dirty="0">
                          <a:latin typeface="Calibri"/>
                          <a:cs typeface="Calibri"/>
                        </a:rPr>
                        <a:t> </a:t>
                      </a:r>
                      <a:r>
                        <a:rPr sz="1600" spc="-10" dirty="0">
                          <a:latin typeface="Calibri"/>
                          <a:cs typeface="Calibri"/>
                        </a:rPr>
                        <a:t>Form</a:t>
                      </a:r>
                      <a:endParaRPr sz="1600" dirty="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70"/>
                        </a:spcBef>
                      </a:pPr>
                      <a:r>
                        <a:rPr sz="1600" spc="-10" dirty="0">
                          <a:latin typeface="Calibri"/>
                          <a:cs typeface="Calibri"/>
                        </a:rPr>
                        <a:t>Distributivity</a:t>
                      </a:r>
                      <a:r>
                        <a:rPr sz="1600" spc="30" dirty="0">
                          <a:latin typeface="Calibri"/>
                          <a:cs typeface="Calibri"/>
                        </a:rPr>
                        <a:t> </a:t>
                      </a:r>
                      <a:r>
                        <a:rPr sz="1600" spc="-5" dirty="0">
                          <a:latin typeface="Calibri"/>
                          <a:cs typeface="Calibri"/>
                        </a:rPr>
                        <a:t>of</a:t>
                      </a:r>
                      <a:endParaRPr sz="1600">
                        <a:latin typeface="Calibri"/>
                        <a:cs typeface="Calibri"/>
                      </a:endParaRPr>
                    </a:p>
                    <a:p>
                      <a:pPr marL="91440">
                        <a:lnSpc>
                          <a:spcPct val="100000"/>
                        </a:lnSpc>
                        <a:spcBef>
                          <a:spcPts val="25"/>
                        </a:spcBef>
                      </a:pPr>
                      <a:r>
                        <a:rPr sz="1600" spc="5" dirty="0">
                          <a:latin typeface="Calibri"/>
                          <a:cs typeface="Calibri"/>
                        </a:rPr>
                        <a:t>V</a:t>
                      </a:r>
                      <a:r>
                        <a:rPr sz="1600" spc="-35" dirty="0">
                          <a:latin typeface="Calibri"/>
                          <a:cs typeface="Calibri"/>
                        </a:rPr>
                        <a:t> </a:t>
                      </a:r>
                      <a:r>
                        <a:rPr sz="1600" spc="-10" dirty="0">
                          <a:latin typeface="Calibri"/>
                          <a:cs typeface="Calibri"/>
                        </a:rPr>
                        <a:t>over</a:t>
                      </a:r>
                      <a:r>
                        <a:rPr sz="1600" spc="10" dirty="0">
                          <a:latin typeface="Calibri"/>
                          <a:cs typeface="Calibri"/>
                        </a:rPr>
                        <a:t> </a:t>
                      </a:r>
                      <a:r>
                        <a:rPr sz="1600" spc="5" dirty="0">
                          <a:latin typeface="Cambria Math"/>
                          <a:cs typeface="Cambria Math"/>
                        </a:rPr>
                        <a:t>⋀</a:t>
                      </a:r>
                      <a:endParaRPr sz="1600">
                        <a:latin typeface="Cambria Math"/>
                        <a:cs typeface="Cambria Math"/>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95"/>
                        </a:spcBef>
                      </a:pPr>
                      <a:r>
                        <a:rPr sz="1600" dirty="0">
                          <a:solidFill>
                            <a:srgbClr val="001F5F"/>
                          </a:solidFill>
                          <a:latin typeface="Cambria Math"/>
                          <a:cs typeface="Cambria Math"/>
                        </a:rPr>
                        <a:t>(¬</a:t>
                      </a:r>
                      <a:r>
                        <a:rPr sz="1600" b="1" dirty="0">
                          <a:solidFill>
                            <a:srgbClr val="001F5F"/>
                          </a:solidFill>
                          <a:latin typeface="Calibri"/>
                          <a:cs typeface="Calibri"/>
                        </a:rPr>
                        <a:t>P</a:t>
                      </a:r>
                      <a:r>
                        <a:rPr sz="1575" b="1" baseline="-21164" dirty="0">
                          <a:solidFill>
                            <a:srgbClr val="001F5F"/>
                          </a:solidFill>
                          <a:latin typeface="Calibri"/>
                          <a:cs typeface="Calibri"/>
                        </a:rPr>
                        <a:t>1,2</a:t>
                      </a:r>
                      <a:r>
                        <a:rPr sz="1600" dirty="0">
                          <a:solidFill>
                            <a:srgbClr val="001F5F"/>
                          </a:solidFill>
                          <a:latin typeface="Cambria Math"/>
                          <a:cs typeface="Cambria Math"/>
                        </a:rPr>
                        <a:t>⋁</a:t>
                      </a:r>
                      <a:r>
                        <a:rPr sz="1600" spc="5" dirty="0">
                          <a:solidFill>
                            <a:srgbClr val="001F5F"/>
                          </a:solidFill>
                          <a:latin typeface="Cambria Math"/>
                          <a:cs typeface="Cambria Math"/>
                        </a:rPr>
                        <a:t> </a:t>
                      </a:r>
                      <a:r>
                        <a:rPr sz="1600" b="1" spc="-5" dirty="0">
                          <a:solidFill>
                            <a:srgbClr val="001F5F"/>
                          </a:solidFill>
                          <a:latin typeface="Calibri"/>
                          <a:cs typeface="Calibri"/>
                        </a:rPr>
                        <a:t>B</a:t>
                      </a:r>
                      <a:r>
                        <a:rPr sz="1575" b="1" spc="-7" baseline="-21164" dirty="0">
                          <a:solidFill>
                            <a:srgbClr val="001F5F"/>
                          </a:solidFill>
                          <a:latin typeface="Calibri"/>
                          <a:cs typeface="Calibri"/>
                        </a:rPr>
                        <a:t>1,1</a:t>
                      </a:r>
                      <a:r>
                        <a:rPr sz="1600" spc="-5" dirty="0">
                          <a:solidFill>
                            <a:srgbClr val="001F5F"/>
                          </a:solidFill>
                          <a:latin typeface="Calibri"/>
                          <a:cs typeface="Calibri"/>
                        </a:rPr>
                        <a:t>)</a:t>
                      </a:r>
                      <a:r>
                        <a:rPr sz="1600" spc="5" dirty="0">
                          <a:solidFill>
                            <a:srgbClr val="001F5F"/>
                          </a:solidFill>
                          <a:latin typeface="Calibri"/>
                          <a:cs typeface="Calibri"/>
                        </a:rPr>
                        <a:t> </a:t>
                      </a:r>
                      <a:r>
                        <a:rPr sz="1600" dirty="0">
                          <a:solidFill>
                            <a:srgbClr val="001F5F"/>
                          </a:solidFill>
                          <a:latin typeface="Cambria Math"/>
                          <a:cs typeface="Cambria Math"/>
                        </a:rPr>
                        <a:t>⋀(¬</a:t>
                      </a:r>
                      <a:r>
                        <a:rPr sz="1600" b="1" dirty="0">
                          <a:solidFill>
                            <a:srgbClr val="001F5F"/>
                          </a:solidFill>
                          <a:latin typeface="Calibri"/>
                          <a:cs typeface="Calibri"/>
                        </a:rPr>
                        <a:t>P</a:t>
                      </a:r>
                      <a:r>
                        <a:rPr sz="1575" b="1" baseline="-21164" dirty="0">
                          <a:solidFill>
                            <a:srgbClr val="001F5F"/>
                          </a:solidFill>
                          <a:latin typeface="Calibri"/>
                          <a:cs typeface="Calibri"/>
                        </a:rPr>
                        <a:t>2,1</a:t>
                      </a:r>
                      <a:r>
                        <a:rPr sz="1575" b="1" spc="157" baseline="-21164" dirty="0">
                          <a:solidFill>
                            <a:srgbClr val="001F5F"/>
                          </a:solidFill>
                          <a:latin typeface="Calibri"/>
                          <a:cs typeface="Calibri"/>
                        </a:rPr>
                        <a:t> </a:t>
                      </a:r>
                      <a:r>
                        <a:rPr sz="1600" spc="5" dirty="0">
                          <a:solidFill>
                            <a:srgbClr val="001F5F"/>
                          </a:solidFill>
                          <a:latin typeface="Cambria Math"/>
                          <a:cs typeface="Cambria Math"/>
                        </a:rPr>
                        <a:t>⋁</a:t>
                      </a:r>
                      <a:r>
                        <a:rPr sz="1600" spc="-15" dirty="0">
                          <a:solidFill>
                            <a:srgbClr val="001F5F"/>
                          </a:solidFill>
                          <a:latin typeface="Cambria Math"/>
                          <a:cs typeface="Cambria Math"/>
                        </a:rPr>
                        <a:t> </a:t>
                      </a:r>
                      <a:r>
                        <a:rPr sz="1600" b="1" spc="-5" dirty="0">
                          <a:solidFill>
                            <a:srgbClr val="001F5F"/>
                          </a:solidFill>
                          <a:latin typeface="Calibri"/>
                          <a:cs typeface="Calibri"/>
                        </a:rPr>
                        <a:t>B</a:t>
                      </a:r>
                      <a:r>
                        <a:rPr sz="1575" b="1" spc="-7" baseline="-21164" dirty="0">
                          <a:solidFill>
                            <a:srgbClr val="001F5F"/>
                          </a:solidFill>
                          <a:latin typeface="Calibri"/>
                          <a:cs typeface="Calibri"/>
                        </a:rPr>
                        <a:t>1,1</a:t>
                      </a:r>
                      <a:r>
                        <a:rPr sz="1600" spc="-5" dirty="0">
                          <a:solidFill>
                            <a:srgbClr val="001F5F"/>
                          </a:solidFill>
                          <a:latin typeface="Calibri"/>
                          <a:cs typeface="Calibri"/>
                        </a:rPr>
                        <a:t>)</a:t>
                      </a:r>
                      <a:endParaRPr sz="1600">
                        <a:latin typeface="Calibri"/>
                        <a:cs typeface="Calibri"/>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3345">
                        <a:lnSpc>
                          <a:spcPct val="100000"/>
                        </a:lnSpc>
                        <a:spcBef>
                          <a:spcPts val="295"/>
                        </a:spcBef>
                      </a:pPr>
                      <a:r>
                        <a:rPr sz="1600" spc="-5" dirty="0">
                          <a:solidFill>
                            <a:srgbClr val="001F5F"/>
                          </a:solidFill>
                          <a:latin typeface="Cambria Math"/>
                          <a:cs typeface="Cambria Math"/>
                        </a:rPr>
                        <a:t>(¬</a:t>
                      </a:r>
                      <a:r>
                        <a:rPr sz="1600" b="1" spc="-5" dirty="0">
                          <a:solidFill>
                            <a:srgbClr val="001F5F"/>
                          </a:solidFill>
                          <a:latin typeface="Calibri"/>
                          <a:cs typeface="Calibri"/>
                        </a:rPr>
                        <a:t>P</a:t>
                      </a:r>
                      <a:r>
                        <a:rPr sz="1575" b="1" spc="-7" baseline="-21164" dirty="0">
                          <a:solidFill>
                            <a:srgbClr val="001F5F"/>
                          </a:solidFill>
                          <a:latin typeface="Calibri"/>
                          <a:cs typeface="Calibri"/>
                        </a:rPr>
                        <a:t>1,1</a:t>
                      </a:r>
                      <a:r>
                        <a:rPr sz="1600" spc="-5" dirty="0">
                          <a:solidFill>
                            <a:srgbClr val="001F5F"/>
                          </a:solidFill>
                          <a:latin typeface="Cambria Math"/>
                          <a:cs typeface="Cambria Math"/>
                        </a:rPr>
                        <a:t>⋁</a:t>
                      </a:r>
                      <a:r>
                        <a:rPr sz="1600" b="1" spc="-5" dirty="0">
                          <a:solidFill>
                            <a:srgbClr val="001F5F"/>
                          </a:solidFill>
                          <a:latin typeface="Calibri"/>
                          <a:cs typeface="Calibri"/>
                        </a:rPr>
                        <a:t>B</a:t>
                      </a:r>
                      <a:r>
                        <a:rPr sz="1575" b="1" spc="-7" baseline="-21164" dirty="0">
                          <a:solidFill>
                            <a:srgbClr val="001F5F"/>
                          </a:solidFill>
                          <a:latin typeface="Calibri"/>
                          <a:cs typeface="Calibri"/>
                        </a:rPr>
                        <a:t>2,1</a:t>
                      </a:r>
                      <a:r>
                        <a:rPr sz="1600" b="1" spc="-5" dirty="0">
                          <a:solidFill>
                            <a:srgbClr val="001F5F"/>
                          </a:solidFill>
                          <a:latin typeface="Calibri"/>
                          <a:cs typeface="Calibri"/>
                        </a:rPr>
                        <a:t>)</a:t>
                      </a:r>
                      <a:r>
                        <a:rPr sz="1600" b="1" spc="15" dirty="0">
                          <a:solidFill>
                            <a:srgbClr val="001F5F"/>
                          </a:solidFill>
                          <a:latin typeface="Calibri"/>
                          <a:cs typeface="Calibri"/>
                        </a:rPr>
                        <a:t> </a:t>
                      </a:r>
                      <a:r>
                        <a:rPr sz="1600" dirty="0">
                          <a:solidFill>
                            <a:srgbClr val="001F5F"/>
                          </a:solidFill>
                          <a:latin typeface="Cambria Math"/>
                          <a:cs typeface="Cambria Math"/>
                        </a:rPr>
                        <a:t>⋀(¬</a:t>
                      </a:r>
                      <a:r>
                        <a:rPr sz="1600" b="1" dirty="0">
                          <a:solidFill>
                            <a:srgbClr val="001F5F"/>
                          </a:solidFill>
                          <a:latin typeface="Calibri"/>
                          <a:cs typeface="Calibri"/>
                        </a:rPr>
                        <a:t>P</a:t>
                      </a:r>
                      <a:r>
                        <a:rPr sz="1575" b="1" baseline="-21164" dirty="0">
                          <a:solidFill>
                            <a:srgbClr val="001F5F"/>
                          </a:solidFill>
                          <a:latin typeface="Calibri"/>
                          <a:cs typeface="Calibri"/>
                        </a:rPr>
                        <a:t>2,2</a:t>
                      </a:r>
                      <a:r>
                        <a:rPr sz="1600" dirty="0">
                          <a:solidFill>
                            <a:srgbClr val="001F5F"/>
                          </a:solidFill>
                          <a:latin typeface="Cambria Math"/>
                          <a:cs typeface="Cambria Math"/>
                        </a:rPr>
                        <a:t>⋁</a:t>
                      </a:r>
                      <a:r>
                        <a:rPr sz="1600" spc="-10" dirty="0">
                          <a:solidFill>
                            <a:srgbClr val="001F5F"/>
                          </a:solidFill>
                          <a:latin typeface="Cambria Math"/>
                          <a:cs typeface="Cambria Math"/>
                        </a:rPr>
                        <a:t> </a:t>
                      </a:r>
                      <a:r>
                        <a:rPr sz="1600" b="1" spc="-5" dirty="0">
                          <a:solidFill>
                            <a:srgbClr val="001F5F"/>
                          </a:solidFill>
                          <a:latin typeface="Calibri"/>
                          <a:cs typeface="Calibri"/>
                        </a:rPr>
                        <a:t>B</a:t>
                      </a:r>
                      <a:r>
                        <a:rPr sz="1575" b="1" spc="-7" baseline="-21164" dirty="0">
                          <a:solidFill>
                            <a:srgbClr val="001F5F"/>
                          </a:solidFill>
                          <a:latin typeface="Calibri"/>
                          <a:cs typeface="Calibri"/>
                        </a:rPr>
                        <a:t>2,1</a:t>
                      </a:r>
                      <a:r>
                        <a:rPr sz="1600" b="1" spc="-5" dirty="0">
                          <a:solidFill>
                            <a:srgbClr val="001F5F"/>
                          </a:solidFill>
                          <a:latin typeface="Calibri"/>
                          <a:cs typeface="Calibri"/>
                        </a:rPr>
                        <a:t>)</a:t>
                      </a:r>
                      <a:r>
                        <a:rPr sz="1600" b="1" spc="20" dirty="0">
                          <a:solidFill>
                            <a:srgbClr val="001F5F"/>
                          </a:solidFill>
                          <a:latin typeface="Calibri"/>
                          <a:cs typeface="Calibri"/>
                        </a:rPr>
                        <a:t> </a:t>
                      </a:r>
                      <a:r>
                        <a:rPr sz="1600" spc="5" dirty="0">
                          <a:solidFill>
                            <a:srgbClr val="001F5F"/>
                          </a:solidFill>
                          <a:latin typeface="Cambria Math"/>
                          <a:cs typeface="Cambria Math"/>
                        </a:rPr>
                        <a:t>⋀</a:t>
                      </a:r>
                      <a:endParaRPr sz="1600">
                        <a:latin typeface="Cambria Math"/>
                        <a:cs typeface="Cambria Math"/>
                      </a:endParaRPr>
                    </a:p>
                    <a:p>
                      <a:pPr marL="93345">
                        <a:lnSpc>
                          <a:spcPct val="100000"/>
                        </a:lnSpc>
                      </a:pPr>
                      <a:r>
                        <a:rPr sz="1600" dirty="0">
                          <a:solidFill>
                            <a:srgbClr val="001F5F"/>
                          </a:solidFill>
                          <a:latin typeface="Cambria Math"/>
                          <a:cs typeface="Cambria Math"/>
                        </a:rPr>
                        <a:t>(¬</a:t>
                      </a:r>
                      <a:r>
                        <a:rPr sz="1600" b="1" dirty="0">
                          <a:solidFill>
                            <a:srgbClr val="001F5F"/>
                          </a:solidFill>
                          <a:latin typeface="Calibri"/>
                          <a:cs typeface="Calibri"/>
                        </a:rPr>
                        <a:t>P</a:t>
                      </a:r>
                      <a:r>
                        <a:rPr sz="1575" b="1" baseline="-21164" dirty="0">
                          <a:solidFill>
                            <a:srgbClr val="001F5F"/>
                          </a:solidFill>
                          <a:latin typeface="Calibri"/>
                          <a:cs typeface="Calibri"/>
                        </a:rPr>
                        <a:t>3,1</a:t>
                      </a:r>
                      <a:r>
                        <a:rPr sz="1600" dirty="0">
                          <a:solidFill>
                            <a:srgbClr val="001F5F"/>
                          </a:solidFill>
                          <a:latin typeface="Cambria Math"/>
                          <a:cs typeface="Cambria Math"/>
                        </a:rPr>
                        <a:t>⋁</a:t>
                      </a:r>
                      <a:r>
                        <a:rPr sz="1600" spc="-20" dirty="0">
                          <a:solidFill>
                            <a:srgbClr val="001F5F"/>
                          </a:solidFill>
                          <a:latin typeface="Cambria Math"/>
                          <a:cs typeface="Cambria Math"/>
                        </a:rPr>
                        <a:t> </a:t>
                      </a:r>
                      <a:r>
                        <a:rPr sz="1600" b="1" spc="-5" dirty="0">
                          <a:solidFill>
                            <a:srgbClr val="001F5F"/>
                          </a:solidFill>
                          <a:latin typeface="Calibri"/>
                          <a:cs typeface="Calibri"/>
                        </a:rPr>
                        <a:t>B</a:t>
                      </a:r>
                      <a:r>
                        <a:rPr sz="1575" b="1" spc="-7" baseline="-21164" dirty="0">
                          <a:solidFill>
                            <a:srgbClr val="001F5F"/>
                          </a:solidFill>
                          <a:latin typeface="Calibri"/>
                          <a:cs typeface="Calibri"/>
                        </a:rPr>
                        <a:t>2,1</a:t>
                      </a:r>
                      <a:r>
                        <a:rPr sz="1600" b="1" spc="-5" dirty="0">
                          <a:solidFill>
                            <a:srgbClr val="001F5F"/>
                          </a:solidFill>
                          <a:latin typeface="Calibri"/>
                          <a:cs typeface="Calibri"/>
                        </a:rPr>
                        <a:t>)</a:t>
                      </a:r>
                      <a:endParaRPr sz="1600">
                        <a:latin typeface="Calibri"/>
                        <a:cs typeface="Calibri"/>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bl>
          </a:graphicData>
        </a:graphic>
      </p:graphicFrame>
      <p:pic>
        <p:nvPicPr>
          <p:cNvPr id="14" name="object 14"/>
          <p:cNvPicPr/>
          <p:nvPr/>
        </p:nvPicPr>
        <p:blipFill>
          <a:blip r:embed="rId3" cstate="print"/>
          <a:stretch>
            <a:fillRect/>
          </a:stretch>
        </p:blipFill>
        <p:spPr>
          <a:xfrm>
            <a:off x="6100698" y="-15240"/>
            <a:ext cx="3017519" cy="2667000"/>
          </a:xfrm>
          <a:prstGeom prst="rect">
            <a:avLst/>
          </a:prstGeom>
        </p:spPr>
      </p:pic>
    </p:spTree>
    <p:extLst>
      <p:ext uri="{BB962C8B-B14F-4D97-AF65-F5344CB8AC3E}">
        <p14:creationId xmlns:p14="http://schemas.microsoft.com/office/powerpoint/2010/main" val="39160298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69429" y="6655178"/>
            <a:ext cx="1684020" cy="156845"/>
          </a:xfrm>
          <a:prstGeom prst="rect">
            <a:avLst/>
          </a:prstGeom>
        </p:spPr>
        <p:txBody>
          <a:bodyPr vert="horz" wrap="square" lIns="0" tIns="0" rIns="0" bIns="0" rtlCol="0">
            <a:spAutoFit/>
          </a:bodyPr>
          <a:lstStyle/>
          <a:p>
            <a:pPr>
              <a:lnSpc>
                <a:spcPts val="1220"/>
              </a:lnSpc>
            </a:pPr>
            <a:r>
              <a:rPr sz="1100" b="1" spc="-5" dirty="0">
                <a:solidFill>
                  <a:srgbClr val="0F1141"/>
                </a:solidFill>
                <a:latin typeface="Arial"/>
                <a:cs typeface="Arial"/>
              </a:rPr>
              <a:t>BITS</a:t>
            </a:r>
            <a:r>
              <a:rPr sz="1100" b="1" spc="-10" dirty="0">
                <a:solidFill>
                  <a:srgbClr val="0F1141"/>
                </a:solidFill>
                <a:latin typeface="Arial"/>
                <a:cs typeface="Arial"/>
              </a:rPr>
              <a:t> </a:t>
            </a:r>
            <a:r>
              <a:rPr sz="1100" spc="-5" dirty="0">
                <a:solidFill>
                  <a:srgbClr val="0F1141"/>
                </a:solidFill>
                <a:latin typeface="Arial MT"/>
                <a:cs typeface="Arial MT"/>
              </a:rPr>
              <a:t>Pilani,</a:t>
            </a:r>
            <a:r>
              <a:rPr sz="1100" spc="-15" dirty="0">
                <a:solidFill>
                  <a:srgbClr val="0F1141"/>
                </a:solidFill>
                <a:latin typeface="Arial MT"/>
                <a:cs typeface="Arial MT"/>
              </a:rPr>
              <a:t> </a:t>
            </a:r>
            <a:r>
              <a:rPr sz="1100" dirty="0">
                <a:solidFill>
                  <a:srgbClr val="0F1141"/>
                </a:solidFill>
                <a:latin typeface="Arial MT"/>
                <a:cs typeface="Arial MT"/>
              </a:rPr>
              <a:t>Pilani</a:t>
            </a:r>
            <a:r>
              <a:rPr sz="1100" spc="-5" dirty="0">
                <a:solidFill>
                  <a:srgbClr val="0F1141"/>
                </a:solidFill>
                <a:latin typeface="Arial MT"/>
                <a:cs typeface="Arial MT"/>
              </a:rPr>
              <a:t> </a:t>
            </a:r>
            <a:r>
              <a:rPr sz="1100" dirty="0">
                <a:solidFill>
                  <a:srgbClr val="0F1141"/>
                </a:solidFill>
                <a:latin typeface="Arial MT"/>
                <a:cs typeface="Arial MT"/>
              </a:rPr>
              <a:t>Campus</a:t>
            </a:r>
            <a:endParaRPr sz="1100">
              <a:solidFill>
                <a:prstClr val="black"/>
              </a:solidFill>
              <a:latin typeface="Arial MT"/>
              <a:cs typeface="Arial MT"/>
            </a:endParaRPr>
          </a:p>
        </p:txBody>
      </p:sp>
      <p:sp>
        <p:nvSpPr>
          <p:cNvPr id="3" name="object 3"/>
          <p:cNvSpPr/>
          <p:nvPr/>
        </p:nvSpPr>
        <p:spPr>
          <a:xfrm>
            <a:off x="9092183" y="6550152"/>
            <a:ext cx="52069" cy="45720"/>
          </a:xfrm>
          <a:custGeom>
            <a:avLst/>
            <a:gdLst/>
            <a:ahLst/>
            <a:cxnLst/>
            <a:rect l="l" t="t" r="r" b="b"/>
            <a:pathLst>
              <a:path w="52070" h="45720">
                <a:moveTo>
                  <a:pt x="0" y="45720"/>
                </a:moveTo>
                <a:lnTo>
                  <a:pt x="51815" y="45720"/>
                </a:lnTo>
                <a:lnTo>
                  <a:pt x="51815" y="0"/>
                </a:lnTo>
                <a:lnTo>
                  <a:pt x="0" y="0"/>
                </a:lnTo>
                <a:lnTo>
                  <a:pt x="0" y="45720"/>
                </a:lnTo>
                <a:close/>
              </a:path>
            </a:pathLst>
          </a:custGeom>
          <a:solidFill>
            <a:srgbClr val="E21C23"/>
          </a:solidFill>
        </p:spPr>
        <p:txBody>
          <a:bodyPr wrap="square" lIns="0" tIns="0" rIns="0" bIns="0" rtlCol="0"/>
          <a:lstStyle/>
          <a:p>
            <a:endParaRPr>
              <a:solidFill>
                <a:prstClr val="black"/>
              </a:solidFill>
            </a:endParaRPr>
          </a:p>
        </p:txBody>
      </p:sp>
      <p:pic>
        <p:nvPicPr>
          <p:cNvPr id="4" name="object 4"/>
          <p:cNvPicPr/>
          <p:nvPr/>
        </p:nvPicPr>
        <p:blipFill>
          <a:blip r:embed="rId2" cstate="print"/>
          <a:stretch>
            <a:fillRect/>
          </a:stretch>
        </p:blipFill>
        <p:spPr>
          <a:xfrm>
            <a:off x="6629400" y="0"/>
            <a:ext cx="2194559" cy="691896"/>
          </a:xfrm>
          <a:prstGeom prst="rect">
            <a:avLst/>
          </a:prstGeom>
        </p:spPr>
      </p:pic>
      <p:sp>
        <p:nvSpPr>
          <p:cNvPr id="5" name="object 5"/>
          <p:cNvSpPr/>
          <p:nvPr/>
        </p:nvSpPr>
        <p:spPr>
          <a:xfrm>
            <a:off x="9092183" y="6553200"/>
            <a:ext cx="52069" cy="45720"/>
          </a:xfrm>
          <a:custGeom>
            <a:avLst/>
            <a:gdLst/>
            <a:ahLst/>
            <a:cxnLst/>
            <a:rect l="l" t="t" r="r" b="b"/>
            <a:pathLst>
              <a:path w="52070" h="45720">
                <a:moveTo>
                  <a:pt x="0" y="45720"/>
                </a:moveTo>
                <a:lnTo>
                  <a:pt x="51815" y="45720"/>
                </a:lnTo>
                <a:lnTo>
                  <a:pt x="51815" y="0"/>
                </a:lnTo>
                <a:lnTo>
                  <a:pt x="0" y="0"/>
                </a:lnTo>
                <a:lnTo>
                  <a:pt x="0" y="45720"/>
                </a:lnTo>
                <a:close/>
              </a:path>
            </a:pathLst>
          </a:custGeom>
          <a:solidFill>
            <a:srgbClr val="FF0000"/>
          </a:solidFill>
        </p:spPr>
        <p:txBody>
          <a:bodyPr wrap="square" lIns="0" tIns="0" rIns="0" bIns="0" rtlCol="0"/>
          <a:lstStyle/>
          <a:p>
            <a:endParaRPr>
              <a:solidFill>
                <a:prstClr val="black"/>
              </a:solidFill>
            </a:endParaRPr>
          </a:p>
        </p:txBody>
      </p:sp>
      <p:grpSp>
        <p:nvGrpSpPr>
          <p:cNvPr id="6" name="object 6"/>
          <p:cNvGrpSpPr/>
          <p:nvPr/>
        </p:nvGrpSpPr>
        <p:grpSpPr>
          <a:xfrm>
            <a:off x="0" y="1295400"/>
            <a:ext cx="7010400" cy="45720"/>
            <a:chOff x="0" y="1295400"/>
            <a:chExt cx="7010400" cy="45720"/>
          </a:xfrm>
        </p:grpSpPr>
        <p:sp>
          <p:nvSpPr>
            <p:cNvPr id="7" name="object 7"/>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8" name="object 8"/>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9" name="object 9"/>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grpSp>
      <p:sp>
        <p:nvSpPr>
          <p:cNvPr id="10" name="object 10"/>
          <p:cNvSpPr txBox="1"/>
          <p:nvPr/>
        </p:nvSpPr>
        <p:spPr>
          <a:xfrm>
            <a:off x="188671" y="1274841"/>
            <a:ext cx="2806700" cy="1783080"/>
          </a:xfrm>
          <a:prstGeom prst="rect">
            <a:avLst/>
          </a:prstGeom>
        </p:spPr>
        <p:txBody>
          <a:bodyPr vert="horz" wrap="square" lIns="0" tIns="61594" rIns="0" bIns="0" rtlCol="0">
            <a:spAutoFit/>
          </a:bodyPr>
          <a:lstStyle/>
          <a:p>
            <a:pPr marL="38100">
              <a:spcBef>
                <a:spcPts val="484"/>
              </a:spcBef>
            </a:pPr>
            <a:r>
              <a:rPr sz="1600" dirty="0">
                <a:solidFill>
                  <a:prstClr val="black"/>
                </a:solidFill>
                <a:latin typeface="Arial MT"/>
                <a:cs typeface="Arial MT"/>
              </a:rPr>
              <a:t>R</a:t>
            </a:r>
            <a:r>
              <a:rPr sz="1575" baseline="-21164" dirty="0">
                <a:solidFill>
                  <a:prstClr val="black"/>
                </a:solidFill>
                <a:latin typeface="Arial MT"/>
                <a:cs typeface="Arial MT"/>
              </a:rPr>
              <a:t>1</a:t>
            </a:r>
            <a:r>
              <a:rPr sz="1575" spc="195" baseline="-21164" dirty="0">
                <a:solidFill>
                  <a:prstClr val="black"/>
                </a:solidFill>
                <a:latin typeface="Arial MT"/>
                <a:cs typeface="Arial MT"/>
              </a:rPr>
              <a:t> </a:t>
            </a:r>
            <a:r>
              <a:rPr sz="1600"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385"/>
              </a:spcBef>
            </a:pPr>
            <a:r>
              <a:rPr sz="1600" strike="sngStrike" spc="-10" dirty="0">
                <a:solidFill>
                  <a:prstClr val="black"/>
                </a:solidFill>
                <a:latin typeface="Arial MT"/>
                <a:cs typeface="Arial MT"/>
              </a:rPr>
              <a:t>R</a:t>
            </a:r>
            <a:r>
              <a:rPr sz="1575" strike="sngStrike" spc="-15" baseline="-21164" dirty="0">
                <a:solidFill>
                  <a:prstClr val="black"/>
                </a:solidFill>
                <a:latin typeface="Arial MT"/>
                <a:cs typeface="Arial MT"/>
              </a:rPr>
              <a:t>2</a:t>
            </a:r>
            <a:r>
              <a:rPr sz="1050" strike="sngStrike" spc="160" dirty="0">
                <a:solidFill>
                  <a:prstClr val="black"/>
                </a:solidFill>
                <a:latin typeface="Arial MT"/>
                <a:cs typeface="Arial MT"/>
              </a:rPr>
              <a:t> </a:t>
            </a:r>
            <a:r>
              <a:rPr sz="1600" strike="sngStrike" dirty="0">
                <a:solidFill>
                  <a:prstClr val="black"/>
                </a:solidFill>
                <a:latin typeface="Arial MT"/>
                <a:cs typeface="Arial MT"/>
              </a:rPr>
              <a:t>:</a:t>
            </a:r>
            <a:r>
              <a:rPr sz="1600" strike="sngStrike" spc="10" dirty="0">
                <a:solidFill>
                  <a:prstClr val="black"/>
                </a:solidFill>
                <a:latin typeface="Arial MT"/>
                <a:cs typeface="Arial MT"/>
              </a:rPr>
              <a:t> </a:t>
            </a:r>
            <a:r>
              <a:rPr sz="1600" strike="sngStrike" spc="-10" dirty="0">
                <a:solidFill>
                  <a:prstClr val="black"/>
                </a:solidFill>
                <a:latin typeface="Arial MT"/>
                <a:cs typeface="Arial MT"/>
              </a:rPr>
              <a:t>B</a:t>
            </a:r>
            <a:r>
              <a:rPr sz="1575" strike="sngStrike" spc="-15" baseline="-21164" dirty="0">
                <a:solidFill>
                  <a:prstClr val="black"/>
                </a:solidFill>
                <a:latin typeface="Arial MT"/>
                <a:cs typeface="Arial MT"/>
              </a:rPr>
              <a:t>1,1</a:t>
            </a:r>
            <a:r>
              <a:rPr sz="1050" strike="sngStrike" spc="160"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strike="sngStrike" spc="-10" dirty="0">
                <a:solidFill>
                  <a:prstClr val="black"/>
                </a:solidFill>
                <a:latin typeface="Arial MT"/>
                <a:cs typeface="Arial MT"/>
              </a:rPr>
              <a:t>(P</a:t>
            </a:r>
            <a:r>
              <a:rPr sz="1575" strike="sngStrike" spc="-15" baseline="-21164" dirty="0">
                <a:solidFill>
                  <a:prstClr val="black"/>
                </a:solidFill>
                <a:latin typeface="Arial MT"/>
                <a:cs typeface="Arial MT"/>
              </a:rPr>
              <a:t>1,2</a:t>
            </a:r>
            <a:r>
              <a:rPr sz="1050" strike="sngStrike" spc="185"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85" dirty="0">
                <a:solidFill>
                  <a:prstClr val="black"/>
                </a:solidFill>
                <a:latin typeface="Cambria Math"/>
                <a:cs typeface="Cambria Math"/>
              </a:rPr>
              <a:t> </a:t>
            </a:r>
            <a:r>
              <a:rPr sz="1600" strike="sngStrike" spc="-5" dirty="0">
                <a:solidFill>
                  <a:prstClr val="black"/>
                </a:solidFill>
                <a:latin typeface="Arial MT"/>
                <a:cs typeface="Arial MT"/>
              </a:rPr>
              <a:t>P</a:t>
            </a:r>
            <a:r>
              <a:rPr sz="1575" strike="sngStrike" spc="-7" baseline="-21164" dirty="0">
                <a:solidFill>
                  <a:prstClr val="black"/>
                </a:solidFill>
                <a:latin typeface="Arial MT"/>
                <a:cs typeface="Arial MT"/>
              </a:rPr>
              <a:t>2,1</a:t>
            </a:r>
            <a:r>
              <a:rPr sz="1600" strike="sngStrike" spc="-5" dirty="0">
                <a:solidFill>
                  <a:prstClr val="black"/>
                </a:solidFill>
                <a:latin typeface="Arial MT"/>
                <a:cs typeface="Arial MT"/>
              </a:rPr>
              <a:t>)</a:t>
            </a:r>
            <a:endParaRPr sz="1600" dirty="0">
              <a:solidFill>
                <a:prstClr val="black"/>
              </a:solidFill>
              <a:latin typeface="Arial MT"/>
              <a:cs typeface="Arial MT"/>
            </a:endParaRPr>
          </a:p>
          <a:p>
            <a:pPr marL="38100">
              <a:spcBef>
                <a:spcPts val="385"/>
              </a:spcBef>
            </a:pPr>
            <a:r>
              <a:rPr sz="1600" b="1" strike="sngStrike" spc="-10" dirty="0">
                <a:solidFill>
                  <a:prstClr val="black"/>
                </a:solidFill>
                <a:latin typeface="Arial"/>
                <a:cs typeface="Arial"/>
              </a:rPr>
              <a:t>R</a:t>
            </a:r>
            <a:r>
              <a:rPr sz="1575" b="1" strike="sngStrike" spc="-15" baseline="-21164" dirty="0">
                <a:solidFill>
                  <a:prstClr val="black"/>
                </a:solidFill>
                <a:latin typeface="Arial"/>
                <a:cs typeface="Arial"/>
              </a:rPr>
              <a:t>3</a:t>
            </a:r>
            <a:r>
              <a:rPr sz="1050" b="1" strike="sngStrike" spc="160" dirty="0">
                <a:solidFill>
                  <a:prstClr val="black"/>
                </a:solidFill>
                <a:latin typeface="Arial"/>
                <a:cs typeface="Arial"/>
              </a:rPr>
              <a:t> </a:t>
            </a:r>
            <a:r>
              <a:rPr sz="1600" b="1" strike="sngStrike" dirty="0">
                <a:solidFill>
                  <a:prstClr val="black"/>
                </a:solidFill>
                <a:latin typeface="Arial"/>
                <a:cs typeface="Arial"/>
              </a:rPr>
              <a:t>: </a:t>
            </a:r>
            <a:r>
              <a:rPr sz="1600" b="1" strike="sngStrike" spc="-10" dirty="0">
                <a:solidFill>
                  <a:prstClr val="black"/>
                </a:solidFill>
                <a:latin typeface="Arial"/>
                <a:cs typeface="Arial"/>
              </a:rPr>
              <a:t>B</a:t>
            </a:r>
            <a:r>
              <a:rPr sz="1575" b="1" strike="sngStrike" spc="-15" baseline="-21164" dirty="0">
                <a:solidFill>
                  <a:prstClr val="black"/>
                </a:solidFill>
                <a:latin typeface="Arial"/>
                <a:cs typeface="Arial"/>
              </a:rPr>
              <a:t>2,1</a:t>
            </a:r>
            <a:r>
              <a:rPr sz="1050" b="1" strike="sngStrike" spc="180" dirty="0">
                <a:solidFill>
                  <a:prstClr val="black"/>
                </a:solidFill>
                <a:latin typeface="Arial"/>
                <a:cs typeface="Arial"/>
              </a:rPr>
              <a:t> </a:t>
            </a:r>
            <a:r>
              <a:rPr sz="1600" strike="sngStrike" spc="10"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1,1</a:t>
            </a:r>
            <a:r>
              <a:rPr sz="1050" b="1" strike="sngStrike" spc="19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2,2</a:t>
            </a:r>
            <a:r>
              <a:rPr sz="1050" b="1" strike="sngStrike" spc="17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5" dirty="0">
                <a:solidFill>
                  <a:prstClr val="black"/>
                </a:solidFill>
                <a:latin typeface="Arial"/>
                <a:cs typeface="Arial"/>
              </a:rPr>
              <a:t>P</a:t>
            </a:r>
            <a:r>
              <a:rPr sz="1575" b="1" strike="sngStrike" spc="-7" baseline="-21164" dirty="0">
                <a:solidFill>
                  <a:prstClr val="black"/>
                </a:solidFill>
                <a:latin typeface="Arial"/>
                <a:cs typeface="Arial"/>
              </a:rPr>
              <a:t>3,1</a:t>
            </a:r>
            <a:r>
              <a:rPr sz="1575" b="1" strike="sngStrike" baseline="-21164" dirty="0">
                <a:solidFill>
                  <a:prstClr val="black"/>
                </a:solidFill>
                <a:latin typeface="Arial"/>
                <a:cs typeface="Arial"/>
              </a:rPr>
              <a:t> </a:t>
            </a:r>
            <a:r>
              <a:rPr sz="1600" b="1" strike="sngStrike" dirty="0">
                <a:solidFill>
                  <a:prstClr val="black"/>
                </a:solidFill>
                <a:latin typeface="Arial"/>
                <a:cs typeface="Arial"/>
              </a:rPr>
              <a:t>)</a:t>
            </a:r>
            <a:endParaRPr sz="1600" dirty="0">
              <a:solidFill>
                <a:prstClr val="black"/>
              </a:solidFill>
              <a:latin typeface="Arial"/>
              <a:cs typeface="Arial"/>
            </a:endParaRPr>
          </a:p>
          <a:p>
            <a:pPr marL="38100">
              <a:spcBef>
                <a:spcPts val="385"/>
              </a:spcBef>
            </a:pPr>
            <a:r>
              <a:rPr sz="1600" spc="-5" dirty="0">
                <a:solidFill>
                  <a:prstClr val="black"/>
                </a:solidFill>
                <a:latin typeface="Arial MT"/>
                <a:cs typeface="Arial MT"/>
              </a:rPr>
              <a:t>R</a:t>
            </a:r>
            <a:r>
              <a:rPr sz="1575" spc="-7" baseline="-21164" dirty="0">
                <a:solidFill>
                  <a:prstClr val="black"/>
                </a:solidFill>
                <a:latin typeface="Arial MT"/>
                <a:cs typeface="Arial MT"/>
              </a:rPr>
              <a:t>4</a:t>
            </a:r>
            <a:r>
              <a:rPr sz="1575" spc="195" baseline="-21164" dirty="0">
                <a:solidFill>
                  <a:prstClr val="black"/>
                </a:solidFill>
                <a:latin typeface="Arial MT"/>
                <a:cs typeface="Arial MT"/>
              </a:rPr>
              <a:t> </a:t>
            </a:r>
            <a:r>
              <a:rPr sz="1600" dirty="0">
                <a:solidFill>
                  <a:prstClr val="black"/>
                </a:solidFill>
                <a:latin typeface="Arial MT"/>
                <a:cs typeface="Arial MT"/>
              </a:rPr>
              <a:t>:</a:t>
            </a:r>
            <a:r>
              <a:rPr sz="1600" spc="5"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B</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770"/>
              </a:spcBef>
            </a:pPr>
            <a:r>
              <a:rPr sz="2400" spc="-7" baseline="13888" dirty="0">
                <a:solidFill>
                  <a:prstClr val="black"/>
                </a:solidFill>
                <a:latin typeface="Arial MT"/>
                <a:cs typeface="Arial MT"/>
              </a:rPr>
              <a:t>R</a:t>
            </a:r>
            <a:r>
              <a:rPr sz="1050" spc="-5" dirty="0">
                <a:solidFill>
                  <a:prstClr val="black"/>
                </a:solidFill>
                <a:latin typeface="Arial MT"/>
                <a:cs typeface="Arial MT"/>
              </a:rPr>
              <a:t>5</a:t>
            </a:r>
            <a:r>
              <a:rPr sz="1050" spc="125"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B</a:t>
            </a:r>
            <a:r>
              <a:rPr sz="1050" spc="-5" dirty="0">
                <a:solidFill>
                  <a:prstClr val="black"/>
                </a:solidFill>
                <a:latin typeface="Arial MT"/>
                <a:cs typeface="Arial MT"/>
              </a:rPr>
              <a:t>2,1</a:t>
            </a:r>
            <a:endParaRPr sz="1050" dirty="0">
              <a:solidFill>
                <a:prstClr val="black"/>
              </a:solidFill>
              <a:latin typeface="Arial MT"/>
              <a:cs typeface="Arial MT"/>
            </a:endParaRPr>
          </a:p>
          <a:p>
            <a:pPr marL="38100"/>
            <a:r>
              <a:rPr sz="1600" spc="-5" dirty="0">
                <a:solidFill>
                  <a:prstClr val="black"/>
                </a:solidFill>
                <a:latin typeface="Arial MT"/>
                <a:cs typeface="Arial MT"/>
              </a:rPr>
              <a:t>Query:</a:t>
            </a:r>
            <a:r>
              <a:rPr sz="1600" spc="-10" dirty="0">
                <a:solidFill>
                  <a:prstClr val="black"/>
                </a:solidFill>
                <a:latin typeface="Arial MT"/>
                <a:cs typeface="Arial MT"/>
              </a:rPr>
              <a:t> </a:t>
            </a:r>
            <a:r>
              <a:rPr sz="1600" spc="5" dirty="0">
                <a:solidFill>
                  <a:prstClr val="black"/>
                </a:solidFill>
                <a:latin typeface="Cambria Math"/>
                <a:cs typeface="Cambria Math"/>
              </a:rPr>
              <a:t>¬</a:t>
            </a:r>
            <a:r>
              <a:rPr sz="1600" spc="80"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1,2</a:t>
            </a:r>
            <a:endParaRPr sz="1575" baseline="-21164" dirty="0">
              <a:solidFill>
                <a:prstClr val="black"/>
              </a:solidFill>
              <a:latin typeface="Arial MT"/>
              <a:cs typeface="Arial MT"/>
            </a:endParaRPr>
          </a:p>
        </p:txBody>
      </p:sp>
      <p:sp>
        <p:nvSpPr>
          <p:cNvPr id="11" name="object 11"/>
          <p:cNvSpPr txBox="1"/>
          <p:nvPr/>
        </p:nvSpPr>
        <p:spPr>
          <a:xfrm>
            <a:off x="3474302" y="1295400"/>
            <a:ext cx="2595880" cy="2075180"/>
          </a:xfrm>
          <a:prstGeom prst="rect">
            <a:avLst/>
          </a:prstGeom>
        </p:spPr>
        <p:txBody>
          <a:bodyPr vert="horz" wrap="square" lIns="0" tIns="61594" rIns="0" bIns="0" rtlCol="0">
            <a:spAutoFit/>
          </a:bodyPr>
          <a:lstStyle/>
          <a:p>
            <a:pPr marL="38100">
              <a:spcBef>
                <a:spcPts val="484"/>
              </a:spcBef>
            </a:pPr>
            <a:r>
              <a:rPr sz="2400" spc="-7" baseline="13888" dirty="0">
                <a:solidFill>
                  <a:prstClr val="black"/>
                </a:solidFill>
                <a:latin typeface="Arial MT"/>
                <a:cs typeface="Arial MT"/>
              </a:rPr>
              <a:t>R</a:t>
            </a:r>
            <a:r>
              <a:rPr sz="1050" spc="-5" dirty="0">
                <a:solidFill>
                  <a:prstClr val="black"/>
                </a:solidFill>
                <a:latin typeface="Arial MT"/>
                <a:cs typeface="Arial MT"/>
              </a:rPr>
              <a:t>6</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1,1</a:t>
            </a:r>
            <a:r>
              <a:rPr sz="1050" spc="170"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7</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2400" spc="-7" baseline="13888" dirty="0">
                <a:solidFill>
                  <a:srgbClr val="001F5F"/>
                </a:solidFill>
                <a:latin typeface="Cambria Math"/>
                <a:cs typeface="Cambria Math"/>
              </a:rPr>
              <a:t>⋁</a:t>
            </a:r>
            <a:r>
              <a:rPr sz="2400" spc="150"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8</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P</a:t>
            </a:r>
            <a:r>
              <a:rPr sz="1050" dirty="0">
                <a:solidFill>
                  <a:srgbClr val="001F5F"/>
                </a:solidFill>
                <a:latin typeface="Arial MT"/>
                <a:cs typeface="Arial MT"/>
              </a:rPr>
              <a:t>2,1</a:t>
            </a:r>
            <a:r>
              <a:rPr sz="1050" spc="155"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marR="30480">
              <a:lnSpc>
                <a:spcPct val="120000"/>
              </a:lnSpc>
              <a:spcBef>
                <a:spcPts val="5"/>
              </a:spcBef>
            </a:pPr>
            <a:r>
              <a:rPr sz="2400" spc="-7" baseline="13888" dirty="0">
                <a:solidFill>
                  <a:prstClr val="black"/>
                </a:solidFill>
                <a:latin typeface="Arial MT"/>
                <a:cs typeface="Arial MT"/>
              </a:rPr>
              <a:t>R</a:t>
            </a:r>
            <a:r>
              <a:rPr sz="1050" spc="-5" dirty="0">
                <a:solidFill>
                  <a:prstClr val="black"/>
                </a:solidFill>
                <a:latin typeface="Arial MT"/>
                <a:cs typeface="Arial MT"/>
              </a:rPr>
              <a:t>9</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2,1</a:t>
            </a:r>
            <a:r>
              <a:rPr sz="1050" spc="165"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a:t>
            </a:r>
            <a:r>
              <a:rPr sz="2400" spc="127"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3,1 </a:t>
            </a:r>
            <a:r>
              <a:rPr sz="1050" spc="-275"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10</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a:p>
            <a:pPr marL="38100" marR="1097280">
              <a:lnSpc>
                <a:spcPct val="120000"/>
              </a:lnSpc>
            </a:pPr>
            <a:r>
              <a:rPr sz="2400" spc="-44" baseline="13888" dirty="0">
                <a:solidFill>
                  <a:prstClr val="black"/>
                </a:solidFill>
                <a:latin typeface="Arial MT"/>
                <a:cs typeface="Arial MT"/>
              </a:rPr>
              <a:t>R</a:t>
            </a:r>
            <a:r>
              <a:rPr sz="1050" spc="-30" dirty="0">
                <a:solidFill>
                  <a:prstClr val="black"/>
                </a:solidFill>
                <a:latin typeface="Arial MT"/>
                <a:cs typeface="Arial MT"/>
              </a:rPr>
              <a:t>11</a:t>
            </a:r>
            <a:r>
              <a:rPr sz="1050" spc="-25" dirty="0">
                <a:solidFill>
                  <a:prstClr val="black"/>
                </a:solidFill>
                <a:latin typeface="Arial MT"/>
                <a:cs typeface="Arial MT"/>
              </a:rPr>
              <a:t> </a:t>
            </a:r>
            <a:r>
              <a:rPr sz="2400"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 </a:t>
            </a:r>
            <a:r>
              <a:rPr sz="1050" spc="-280"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12</a:t>
            </a:r>
            <a:r>
              <a:rPr sz="1050" spc="130"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3,1</a:t>
            </a:r>
            <a:r>
              <a:rPr sz="2400" spc="-7" baseline="13888" dirty="0">
                <a:solidFill>
                  <a:srgbClr val="001F5F"/>
                </a:solidFill>
                <a:latin typeface="Cambria Math"/>
                <a:cs typeface="Cambria Math"/>
              </a:rPr>
              <a:t>⋁</a:t>
            </a:r>
            <a:r>
              <a:rPr sz="2400" spc="104"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p:txBody>
      </p:sp>
      <p:sp>
        <p:nvSpPr>
          <p:cNvPr id="12" name="object 12"/>
          <p:cNvSpPr txBox="1">
            <a:spLocks noGrp="1"/>
          </p:cNvSpPr>
          <p:nvPr>
            <p:ph type="title"/>
          </p:nvPr>
        </p:nvSpPr>
        <p:spPr>
          <a:xfrm>
            <a:off x="383540" y="522173"/>
            <a:ext cx="1870075" cy="391795"/>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PL-Resolution</a:t>
            </a:r>
            <a:endParaRPr sz="2400" dirty="0">
              <a:latin typeface="Arial"/>
              <a:cs typeface="Arial"/>
            </a:endParaRPr>
          </a:p>
        </p:txBody>
      </p:sp>
      <p:graphicFrame>
        <p:nvGraphicFramePr>
          <p:cNvPr id="13" name="object 13"/>
          <p:cNvGraphicFramePr>
            <a:graphicFrameLocks noGrp="1"/>
          </p:cNvGraphicFramePr>
          <p:nvPr>
            <p:extLst/>
          </p:nvPr>
        </p:nvGraphicFramePr>
        <p:xfrm>
          <a:off x="298450" y="3400552"/>
          <a:ext cx="8788398" cy="3451096"/>
        </p:xfrm>
        <a:graphic>
          <a:graphicData uri="http://schemas.openxmlformats.org/drawingml/2006/table">
            <a:tbl>
              <a:tblPr firstRow="1" bandRow="1">
                <a:tableStyleId>{2D5ABB26-0587-4C30-8999-92F81FD0307C}</a:tableStyleId>
              </a:tblPr>
              <a:tblGrid>
                <a:gridCol w="1006475"/>
                <a:gridCol w="1564639"/>
                <a:gridCol w="2894330"/>
                <a:gridCol w="3322954"/>
              </a:tblGrid>
              <a:tr h="610870">
                <a:tc>
                  <a:txBody>
                    <a:bodyPr/>
                    <a:lstStyle/>
                    <a:p>
                      <a:pPr marL="90805">
                        <a:lnSpc>
                          <a:spcPct val="100000"/>
                        </a:lnSpc>
                        <a:spcBef>
                          <a:spcPts val="260"/>
                        </a:spcBef>
                      </a:pPr>
                      <a:r>
                        <a:rPr sz="1600" b="1" spc="-5" dirty="0">
                          <a:solidFill>
                            <a:srgbClr val="FFFFFF"/>
                          </a:solidFill>
                          <a:latin typeface="Calibri"/>
                          <a:cs typeface="Calibri"/>
                        </a:rPr>
                        <a:t>Eliminate</a:t>
                      </a:r>
                      <a:endParaRPr sz="1600" dirty="0">
                        <a:latin typeface="Calibri"/>
                        <a:cs typeface="Calibri"/>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665"/>
                        </a:spcBef>
                      </a:pPr>
                      <a:r>
                        <a:rPr sz="2400" b="1" spc="7" baseline="13888" dirty="0">
                          <a:solidFill>
                            <a:srgbClr val="FFFFFF"/>
                          </a:solidFill>
                          <a:latin typeface="Calibri"/>
                          <a:cs typeface="Calibri"/>
                        </a:rPr>
                        <a:t>R</a:t>
                      </a:r>
                      <a:r>
                        <a:rPr sz="1050" b="1" spc="5" dirty="0">
                          <a:solidFill>
                            <a:srgbClr val="FFFFFF"/>
                          </a:solidFill>
                          <a:latin typeface="Calibri"/>
                          <a:cs typeface="Calibri"/>
                        </a:rPr>
                        <a:t>2</a:t>
                      </a:r>
                      <a:r>
                        <a:rPr sz="1050" b="1" spc="110" dirty="0">
                          <a:solidFill>
                            <a:srgbClr val="FFFFFF"/>
                          </a:solidFill>
                          <a:latin typeface="Calibri"/>
                          <a:cs typeface="Calibri"/>
                        </a:rPr>
                        <a:t> </a:t>
                      </a:r>
                      <a:r>
                        <a:rPr sz="2400" b="1" baseline="13888" dirty="0">
                          <a:solidFill>
                            <a:srgbClr val="FFFFFF"/>
                          </a:solidFill>
                          <a:latin typeface="Calibri"/>
                          <a:cs typeface="Calibri"/>
                        </a:rPr>
                        <a:t>:</a:t>
                      </a:r>
                      <a:r>
                        <a:rPr sz="2400" b="1" spc="-22" baseline="13888" dirty="0">
                          <a:solidFill>
                            <a:srgbClr val="FFFFFF"/>
                          </a:solidFill>
                          <a:latin typeface="Calibri"/>
                          <a:cs typeface="Calibri"/>
                        </a:rPr>
                        <a:t> </a:t>
                      </a:r>
                      <a:r>
                        <a:rPr sz="2400" b="1" spc="-7" baseline="13888" dirty="0">
                          <a:solidFill>
                            <a:srgbClr val="FFFFFF"/>
                          </a:solidFill>
                          <a:latin typeface="Calibri"/>
                          <a:cs typeface="Calibri"/>
                        </a:rPr>
                        <a:t>B</a:t>
                      </a:r>
                      <a:r>
                        <a:rPr sz="1050" b="1" spc="-5" dirty="0">
                          <a:solidFill>
                            <a:srgbClr val="FFFFFF"/>
                          </a:solidFill>
                          <a:latin typeface="Calibri"/>
                          <a:cs typeface="Calibri"/>
                        </a:rPr>
                        <a:t>1,1</a:t>
                      </a:r>
                      <a:r>
                        <a:rPr sz="1050" b="1" spc="130" dirty="0">
                          <a:solidFill>
                            <a:srgbClr val="FFFFFF"/>
                          </a:solidFill>
                          <a:latin typeface="Calibri"/>
                          <a:cs typeface="Calibri"/>
                        </a:rPr>
                        <a:t> </a:t>
                      </a:r>
                      <a:r>
                        <a:rPr sz="2400" spc="7" baseline="13888" dirty="0">
                          <a:solidFill>
                            <a:srgbClr val="FFFFFF"/>
                          </a:solidFill>
                          <a:latin typeface="Cambria Math"/>
                          <a:cs typeface="Cambria Math"/>
                        </a:rPr>
                        <a:t>⟺</a:t>
                      </a:r>
                      <a:r>
                        <a:rPr sz="2400"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1,2</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2,1</a:t>
                      </a:r>
                      <a:r>
                        <a:rPr sz="2400" b="1" spc="-7" baseline="13888" dirty="0">
                          <a:solidFill>
                            <a:srgbClr val="FFFFFF"/>
                          </a:solidFill>
                          <a:latin typeface="Calibri"/>
                          <a:cs typeface="Calibri"/>
                        </a:rPr>
                        <a:t>)</a:t>
                      </a:r>
                      <a:endParaRPr sz="2400" baseline="13888">
                        <a:latin typeface="Calibri"/>
                        <a:cs typeface="Calibri"/>
                      </a:endParaRPr>
                    </a:p>
                  </a:txBody>
                  <a:tcPr marL="0" marR="0" marT="844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3345">
                        <a:lnSpc>
                          <a:spcPct val="100000"/>
                        </a:lnSpc>
                        <a:spcBef>
                          <a:spcPts val="665"/>
                        </a:spcBef>
                      </a:pPr>
                      <a:r>
                        <a:rPr sz="2400" b="1" spc="7" baseline="13888" dirty="0">
                          <a:solidFill>
                            <a:srgbClr val="FFFFFF"/>
                          </a:solidFill>
                          <a:latin typeface="Calibri"/>
                          <a:cs typeface="Calibri"/>
                        </a:rPr>
                        <a:t>R</a:t>
                      </a:r>
                      <a:r>
                        <a:rPr sz="1050" b="1" spc="5" dirty="0">
                          <a:solidFill>
                            <a:srgbClr val="FFFFFF"/>
                          </a:solidFill>
                          <a:latin typeface="Calibri"/>
                          <a:cs typeface="Calibri"/>
                        </a:rPr>
                        <a:t>3</a:t>
                      </a:r>
                      <a:r>
                        <a:rPr sz="1050" b="1" spc="110" dirty="0">
                          <a:solidFill>
                            <a:srgbClr val="FFFFFF"/>
                          </a:solidFill>
                          <a:latin typeface="Calibri"/>
                          <a:cs typeface="Calibri"/>
                        </a:rPr>
                        <a:t> </a:t>
                      </a:r>
                      <a:r>
                        <a:rPr sz="2400" b="1" baseline="13888" dirty="0">
                          <a:solidFill>
                            <a:srgbClr val="FFFFFF"/>
                          </a:solidFill>
                          <a:latin typeface="Calibri"/>
                          <a:cs typeface="Calibri"/>
                        </a:rPr>
                        <a:t>:</a:t>
                      </a:r>
                      <a:r>
                        <a:rPr sz="2400" b="1" spc="-15" baseline="13888" dirty="0">
                          <a:solidFill>
                            <a:srgbClr val="FFFFFF"/>
                          </a:solidFill>
                          <a:latin typeface="Calibri"/>
                          <a:cs typeface="Calibri"/>
                        </a:rPr>
                        <a:t> </a:t>
                      </a:r>
                      <a:r>
                        <a:rPr sz="2400" b="1" spc="-7" baseline="13888" dirty="0">
                          <a:solidFill>
                            <a:srgbClr val="FFFFFF"/>
                          </a:solidFill>
                          <a:latin typeface="Calibri"/>
                          <a:cs typeface="Calibri"/>
                        </a:rPr>
                        <a:t>B</a:t>
                      </a:r>
                      <a:r>
                        <a:rPr sz="1050" b="1" spc="-5" dirty="0">
                          <a:solidFill>
                            <a:srgbClr val="FFFFFF"/>
                          </a:solidFill>
                          <a:latin typeface="Calibri"/>
                          <a:cs typeface="Calibri"/>
                        </a:rPr>
                        <a:t>2,1</a:t>
                      </a:r>
                      <a:r>
                        <a:rPr sz="1050" b="1" spc="135" dirty="0">
                          <a:solidFill>
                            <a:srgbClr val="FFFFFF"/>
                          </a:solidFill>
                          <a:latin typeface="Calibri"/>
                          <a:cs typeface="Calibri"/>
                        </a:rPr>
                        <a:t> </a:t>
                      </a:r>
                      <a:r>
                        <a:rPr sz="2400" spc="7"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1,1</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2,2</a:t>
                      </a:r>
                      <a:r>
                        <a:rPr sz="1050" b="1" spc="135" dirty="0">
                          <a:solidFill>
                            <a:srgbClr val="FFFFFF"/>
                          </a:solidFill>
                          <a:latin typeface="Calibri"/>
                          <a:cs typeface="Calibri"/>
                        </a:rPr>
                        <a:t> </a:t>
                      </a:r>
                      <a:r>
                        <a:rPr sz="2400" spc="7" baseline="13888" dirty="0">
                          <a:solidFill>
                            <a:srgbClr val="FFFFFF"/>
                          </a:solidFill>
                          <a:latin typeface="Cambria Math"/>
                          <a:cs typeface="Cambria Math"/>
                        </a:rPr>
                        <a:t>⋁</a:t>
                      </a:r>
                      <a:r>
                        <a:rPr sz="2400" spc="-15" baseline="13888" dirty="0">
                          <a:solidFill>
                            <a:srgbClr val="FFFFFF"/>
                          </a:solidFill>
                          <a:latin typeface="Cambria Math"/>
                          <a:cs typeface="Cambria Math"/>
                        </a:rPr>
                        <a:t> </a:t>
                      </a:r>
                      <a:r>
                        <a:rPr sz="2400" b="1" spc="-7" baseline="13888" dirty="0">
                          <a:solidFill>
                            <a:srgbClr val="FFFFFF"/>
                          </a:solidFill>
                          <a:latin typeface="Calibri"/>
                          <a:cs typeface="Calibri"/>
                        </a:rPr>
                        <a:t>P</a:t>
                      </a:r>
                      <a:r>
                        <a:rPr sz="1050" b="1" spc="-5" dirty="0">
                          <a:solidFill>
                            <a:srgbClr val="FFFFFF"/>
                          </a:solidFill>
                          <a:latin typeface="Calibri"/>
                          <a:cs typeface="Calibri"/>
                        </a:rPr>
                        <a:t>3,1</a:t>
                      </a:r>
                      <a:r>
                        <a:rPr sz="1050" b="1" spc="-10" dirty="0">
                          <a:solidFill>
                            <a:srgbClr val="FFFFFF"/>
                          </a:solidFill>
                          <a:latin typeface="Calibri"/>
                          <a:cs typeface="Calibri"/>
                        </a:rPr>
                        <a:t> </a:t>
                      </a:r>
                      <a:r>
                        <a:rPr sz="2400" b="1" baseline="13888" dirty="0">
                          <a:solidFill>
                            <a:srgbClr val="FFFFFF"/>
                          </a:solidFill>
                          <a:latin typeface="Calibri"/>
                          <a:cs typeface="Calibri"/>
                        </a:rPr>
                        <a:t>)</a:t>
                      </a:r>
                      <a:endParaRPr sz="2400" baseline="13888">
                        <a:latin typeface="Calibri"/>
                        <a:cs typeface="Calibri"/>
                      </a:endParaRPr>
                    </a:p>
                  </a:txBody>
                  <a:tcPr marL="0" marR="0" marT="844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805560">
                <a:tc>
                  <a:txBody>
                    <a:bodyPr/>
                    <a:lstStyle/>
                    <a:p>
                      <a:pPr marL="90805">
                        <a:lnSpc>
                          <a:spcPct val="100000"/>
                        </a:lnSpc>
                        <a:spcBef>
                          <a:spcPts val="285"/>
                        </a:spcBef>
                      </a:pPr>
                      <a:r>
                        <a:rPr sz="1600" spc="15" dirty="0">
                          <a:latin typeface="Wingdings"/>
                          <a:cs typeface="Wingdings"/>
                        </a:rPr>
                        <a:t></a:t>
                      </a:r>
                      <a:endParaRPr sz="1600" dirty="0">
                        <a:latin typeface="Wingdings"/>
                        <a:cs typeface="Wingdings"/>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1440" marR="391160">
                        <a:lnSpc>
                          <a:spcPct val="100000"/>
                        </a:lnSpc>
                        <a:spcBef>
                          <a:spcPts val="260"/>
                        </a:spcBef>
                      </a:pPr>
                      <a:r>
                        <a:rPr sz="1600" spc="-15" dirty="0">
                          <a:latin typeface="Calibri"/>
                          <a:cs typeface="Calibri"/>
                        </a:rPr>
                        <a:t>B</a:t>
                      </a:r>
                      <a:r>
                        <a:rPr sz="1600" spc="-10" dirty="0">
                          <a:latin typeface="Calibri"/>
                          <a:cs typeface="Calibri"/>
                        </a:rPr>
                        <a:t>i</a:t>
                      </a:r>
                      <a:r>
                        <a:rPr sz="1600" spc="-35" dirty="0">
                          <a:latin typeface="Calibri"/>
                          <a:cs typeface="Calibri"/>
                        </a:rPr>
                        <a:t>c</a:t>
                      </a:r>
                      <a:r>
                        <a:rPr sz="1600" spc="-10" dirty="0">
                          <a:latin typeface="Calibri"/>
                          <a:cs typeface="Calibri"/>
                        </a:rPr>
                        <a:t>o</a:t>
                      </a:r>
                      <a:r>
                        <a:rPr sz="1600" spc="-5" dirty="0">
                          <a:latin typeface="Calibri"/>
                          <a:cs typeface="Calibri"/>
                        </a:rPr>
                        <a:t>n</a:t>
                      </a:r>
                      <a:r>
                        <a:rPr sz="1600" spc="-10" dirty="0">
                          <a:latin typeface="Calibri"/>
                          <a:cs typeface="Calibri"/>
                        </a:rPr>
                        <a:t>di</a:t>
                      </a:r>
                      <a:r>
                        <a:rPr sz="1600" spc="-15" dirty="0">
                          <a:latin typeface="Calibri"/>
                          <a:cs typeface="Calibri"/>
                        </a:rPr>
                        <a:t>t</a:t>
                      </a:r>
                      <a:r>
                        <a:rPr sz="1600" spc="-10" dirty="0">
                          <a:latin typeface="Calibri"/>
                          <a:cs typeface="Calibri"/>
                        </a:rPr>
                        <a:t>io</a:t>
                      </a:r>
                      <a:r>
                        <a:rPr sz="1600" spc="-5" dirty="0">
                          <a:latin typeface="Calibri"/>
                          <a:cs typeface="Calibri"/>
                        </a:rPr>
                        <a:t>n</a:t>
                      </a:r>
                      <a:r>
                        <a:rPr sz="1600" spc="-10" dirty="0">
                          <a:latin typeface="Calibri"/>
                          <a:cs typeface="Calibri"/>
                        </a:rPr>
                        <a:t>a</a:t>
                      </a:r>
                      <a:r>
                        <a:rPr sz="1600" dirty="0">
                          <a:latin typeface="Calibri"/>
                          <a:cs typeface="Calibri"/>
                        </a:rPr>
                        <a:t>l  </a:t>
                      </a:r>
                      <a:r>
                        <a:rPr sz="1600" spc="-10" dirty="0">
                          <a:latin typeface="Calibri"/>
                          <a:cs typeface="Calibri"/>
                        </a:rPr>
                        <a:t>Elimination</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37795">
                        <a:lnSpc>
                          <a:spcPct val="100000"/>
                        </a:lnSpc>
                        <a:spcBef>
                          <a:spcPts val="285"/>
                        </a:spcBef>
                      </a:pPr>
                      <a:r>
                        <a:rPr sz="1600" spc="-5" dirty="0">
                          <a:latin typeface="Calibri"/>
                          <a:cs typeface="Calibri"/>
                        </a:rPr>
                        <a:t>(B</a:t>
                      </a:r>
                      <a:r>
                        <a:rPr sz="1575" spc="-7" baseline="-21164" dirty="0">
                          <a:latin typeface="Calibri"/>
                          <a:cs typeface="Calibri"/>
                        </a:rPr>
                        <a:t>1,1</a:t>
                      </a:r>
                      <a:r>
                        <a:rPr sz="1575" spc="240" baseline="-21164" dirty="0">
                          <a:latin typeface="Calibri"/>
                          <a:cs typeface="Calibri"/>
                        </a:rPr>
                        <a:t> </a:t>
                      </a:r>
                      <a:r>
                        <a:rPr sz="1600" spc="5" dirty="0">
                          <a:latin typeface="Cambria Math"/>
                          <a:cs typeface="Cambria Math"/>
                        </a:rPr>
                        <a:t>⟹ </a:t>
                      </a:r>
                      <a:r>
                        <a:rPr sz="1600" spc="-5" dirty="0">
                          <a:latin typeface="Calibri"/>
                          <a:cs typeface="Calibri"/>
                        </a:rPr>
                        <a:t>(P</a:t>
                      </a:r>
                      <a:r>
                        <a:rPr sz="1575" spc="-7" baseline="-21164" dirty="0">
                          <a:latin typeface="Calibri"/>
                          <a:cs typeface="Calibri"/>
                        </a:rPr>
                        <a:t>1,2</a:t>
                      </a:r>
                      <a:r>
                        <a:rPr sz="1575" spc="172" baseline="-21164"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2,1</a:t>
                      </a:r>
                      <a:r>
                        <a:rPr sz="1600" spc="-5" dirty="0">
                          <a:latin typeface="Calibri"/>
                          <a:cs typeface="Calibri"/>
                        </a:rPr>
                        <a:t>))</a:t>
                      </a:r>
                      <a:r>
                        <a:rPr sz="1600" spc="15"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1,2</a:t>
                      </a:r>
                      <a:r>
                        <a:rPr sz="1575" spc="202" baseline="-21164" dirty="0">
                          <a:latin typeface="Calibri"/>
                          <a:cs typeface="Calibri"/>
                        </a:rPr>
                        <a:t> </a:t>
                      </a:r>
                      <a:r>
                        <a:rPr sz="1600" spc="5" dirty="0">
                          <a:latin typeface="Cambria Math"/>
                          <a:cs typeface="Cambria Math"/>
                        </a:rPr>
                        <a:t>⋁</a:t>
                      </a:r>
                      <a:endParaRPr sz="1600">
                        <a:latin typeface="Cambria Math"/>
                        <a:cs typeface="Cambria Math"/>
                      </a:endParaRPr>
                    </a:p>
                    <a:p>
                      <a:pPr marL="92075">
                        <a:lnSpc>
                          <a:spcPct val="100000"/>
                        </a:lnSpc>
                        <a:spcBef>
                          <a:spcPts val="390"/>
                        </a:spcBef>
                      </a:pPr>
                      <a:r>
                        <a:rPr sz="2400" spc="-7" baseline="13888" dirty="0">
                          <a:latin typeface="Calibri"/>
                          <a:cs typeface="Calibri"/>
                        </a:rPr>
                        <a:t>P</a:t>
                      </a:r>
                      <a:r>
                        <a:rPr sz="1050" spc="-5" dirty="0">
                          <a:latin typeface="Calibri"/>
                          <a:cs typeface="Calibri"/>
                        </a:rPr>
                        <a:t>2,1</a:t>
                      </a:r>
                      <a:r>
                        <a:rPr sz="2400" spc="-7" baseline="13888" dirty="0">
                          <a:latin typeface="Calibri"/>
                          <a:cs typeface="Calibri"/>
                        </a:rPr>
                        <a:t>)</a:t>
                      </a:r>
                      <a:r>
                        <a:rPr sz="2400" spc="-15" baseline="13888" dirty="0">
                          <a:latin typeface="Calibri"/>
                          <a:cs typeface="Calibri"/>
                        </a:rPr>
                        <a:t> </a:t>
                      </a:r>
                      <a:r>
                        <a:rPr sz="2400" spc="7" baseline="13888" dirty="0">
                          <a:latin typeface="Cambria Math"/>
                          <a:cs typeface="Cambria Math"/>
                        </a:rPr>
                        <a:t>⟹</a:t>
                      </a:r>
                      <a:r>
                        <a:rPr sz="2400" spc="-15" baseline="13888" dirty="0">
                          <a:latin typeface="Cambria Math"/>
                          <a:cs typeface="Cambria Math"/>
                        </a:rPr>
                        <a:t> </a:t>
                      </a:r>
                      <a:r>
                        <a:rPr sz="2400" spc="-7" baseline="13888" dirty="0">
                          <a:latin typeface="Calibri"/>
                          <a:cs typeface="Calibri"/>
                        </a:rPr>
                        <a:t>B</a:t>
                      </a:r>
                      <a:r>
                        <a:rPr sz="1050" spc="-5" dirty="0">
                          <a:latin typeface="Calibri"/>
                          <a:cs typeface="Calibri"/>
                        </a:rPr>
                        <a:t>1,1</a:t>
                      </a:r>
                      <a:r>
                        <a:rPr sz="2400" spc="-7" baseline="13888" dirty="0">
                          <a:latin typeface="Calibri"/>
                          <a:cs typeface="Calibri"/>
                        </a:rPr>
                        <a:t>)</a:t>
                      </a:r>
                      <a:endParaRPr sz="2400" baseline="13888">
                        <a:latin typeface="Calibri"/>
                        <a:cs typeface="Calibri"/>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38430">
                        <a:lnSpc>
                          <a:spcPct val="100000"/>
                        </a:lnSpc>
                        <a:spcBef>
                          <a:spcPts val="285"/>
                        </a:spcBef>
                      </a:pPr>
                      <a:r>
                        <a:rPr sz="1600" spc="-5" dirty="0">
                          <a:latin typeface="Calibri"/>
                          <a:cs typeface="Calibri"/>
                        </a:rPr>
                        <a:t>(B</a:t>
                      </a:r>
                      <a:r>
                        <a:rPr sz="1575" spc="-7" baseline="-21164" dirty="0">
                          <a:latin typeface="Calibri"/>
                          <a:cs typeface="Calibri"/>
                        </a:rPr>
                        <a:t>2,1</a:t>
                      </a:r>
                      <a:r>
                        <a:rPr sz="1575" spc="232" baseline="-21164" dirty="0">
                          <a:latin typeface="Calibri"/>
                          <a:cs typeface="Calibri"/>
                        </a:rPr>
                        <a:t> </a:t>
                      </a:r>
                      <a:r>
                        <a:rPr sz="1600" spc="5" dirty="0">
                          <a:latin typeface="Cambria Math"/>
                          <a:cs typeface="Cambria Math"/>
                        </a:rPr>
                        <a:t>⟹ </a:t>
                      </a:r>
                      <a:r>
                        <a:rPr sz="1600" spc="-5" dirty="0">
                          <a:latin typeface="Calibri"/>
                          <a:cs typeface="Calibri"/>
                        </a:rPr>
                        <a:t>(P</a:t>
                      </a:r>
                      <a:r>
                        <a:rPr sz="1575" spc="-7" baseline="-21164" dirty="0">
                          <a:latin typeface="Calibri"/>
                          <a:cs typeface="Calibri"/>
                        </a:rPr>
                        <a:t>1,1</a:t>
                      </a:r>
                      <a:r>
                        <a:rPr sz="1575" spc="172" baseline="-21164" dirty="0">
                          <a:latin typeface="Calibri"/>
                          <a:cs typeface="Calibri"/>
                        </a:rPr>
                        <a:t> </a:t>
                      </a:r>
                      <a:r>
                        <a:rPr sz="1600" spc="5" dirty="0">
                          <a:latin typeface="Cambria Math"/>
                          <a:cs typeface="Cambria Math"/>
                        </a:rPr>
                        <a:t>⋁</a:t>
                      </a:r>
                      <a:r>
                        <a:rPr sz="1600" spc="-10" dirty="0">
                          <a:latin typeface="Cambria Math"/>
                          <a:cs typeface="Cambria Math"/>
                        </a:rPr>
                        <a:t> </a:t>
                      </a:r>
                      <a:r>
                        <a:rPr sz="1600" dirty="0">
                          <a:latin typeface="Calibri"/>
                          <a:cs typeface="Calibri"/>
                        </a:rPr>
                        <a:t>P</a:t>
                      </a:r>
                      <a:r>
                        <a:rPr sz="1575" baseline="-21164" dirty="0">
                          <a:latin typeface="Calibri"/>
                          <a:cs typeface="Calibri"/>
                        </a:rPr>
                        <a:t>2,2</a:t>
                      </a:r>
                      <a:r>
                        <a:rPr sz="1600"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3,1</a:t>
                      </a:r>
                      <a:r>
                        <a:rPr sz="1600" spc="-5" dirty="0">
                          <a:latin typeface="Calibri"/>
                          <a:cs typeface="Calibri"/>
                        </a:rPr>
                        <a:t>))</a:t>
                      </a:r>
                      <a:r>
                        <a:rPr sz="1600" spc="-15" dirty="0">
                          <a:latin typeface="Calibri"/>
                          <a:cs typeface="Calibri"/>
                        </a:rPr>
                        <a:t> </a:t>
                      </a:r>
                      <a:r>
                        <a:rPr sz="1600" spc="5" dirty="0">
                          <a:latin typeface="Cambria Math"/>
                          <a:cs typeface="Cambria Math"/>
                        </a:rPr>
                        <a:t>⋀</a:t>
                      </a:r>
                      <a:r>
                        <a:rPr sz="1600" spc="15" dirty="0">
                          <a:latin typeface="Cambria Math"/>
                          <a:cs typeface="Cambria Math"/>
                        </a:rPr>
                        <a:t> </a:t>
                      </a:r>
                      <a:r>
                        <a:rPr sz="1600" spc="-5" dirty="0">
                          <a:latin typeface="Calibri"/>
                          <a:cs typeface="Calibri"/>
                        </a:rPr>
                        <a:t>((P</a:t>
                      </a:r>
                      <a:r>
                        <a:rPr sz="1575" spc="-7" baseline="-21164" dirty="0">
                          <a:latin typeface="Calibri"/>
                          <a:cs typeface="Calibri"/>
                        </a:rPr>
                        <a:t>1,1</a:t>
                      </a:r>
                      <a:r>
                        <a:rPr sz="1575" spc="165" baseline="-21164" dirty="0">
                          <a:latin typeface="Calibri"/>
                          <a:cs typeface="Calibri"/>
                        </a:rPr>
                        <a:t> </a:t>
                      </a:r>
                      <a:r>
                        <a:rPr sz="1600" spc="5" dirty="0">
                          <a:latin typeface="Cambria Math"/>
                          <a:cs typeface="Cambria Math"/>
                        </a:rPr>
                        <a:t>⋁</a:t>
                      </a:r>
                      <a:endParaRPr sz="1600">
                        <a:latin typeface="Cambria Math"/>
                        <a:cs typeface="Cambria Math"/>
                      </a:endParaRPr>
                    </a:p>
                    <a:p>
                      <a:pPr marL="93345">
                        <a:lnSpc>
                          <a:spcPct val="100000"/>
                        </a:lnSpc>
                        <a:spcBef>
                          <a:spcPts val="390"/>
                        </a:spcBef>
                      </a:pPr>
                      <a:r>
                        <a:rPr sz="2400" baseline="13888" dirty="0">
                          <a:latin typeface="Calibri"/>
                          <a:cs typeface="Calibri"/>
                        </a:rPr>
                        <a:t>P</a:t>
                      </a:r>
                      <a:r>
                        <a:rPr sz="1050" dirty="0">
                          <a:latin typeface="Calibri"/>
                          <a:cs typeface="Calibri"/>
                        </a:rPr>
                        <a:t>2,2</a:t>
                      </a:r>
                      <a:r>
                        <a:rPr sz="2400" baseline="13888" dirty="0">
                          <a:latin typeface="Cambria Math"/>
                          <a:cs typeface="Cambria Math"/>
                        </a:rPr>
                        <a:t>⋁</a:t>
                      </a:r>
                      <a:r>
                        <a:rPr sz="2400" spc="-30" baseline="13888" dirty="0">
                          <a:latin typeface="Cambria Math"/>
                          <a:cs typeface="Cambria Math"/>
                        </a:rPr>
                        <a:t> </a:t>
                      </a:r>
                      <a:r>
                        <a:rPr sz="2400" spc="-7" baseline="13888" dirty="0">
                          <a:latin typeface="Calibri"/>
                          <a:cs typeface="Calibri"/>
                        </a:rPr>
                        <a:t>P</a:t>
                      </a:r>
                      <a:r>
                        <a:rPr sz="1050" spc="-5" dirty="0">
                          <a:latin typeface="Calibri"/>
                          <a:cs typeface="Calibri"/>
                        </a:rPr>
                        <a:t>3,1</a:t>
                      </a:r>
                      <a:r>
                        <a:rPr sz="2400" spc="-7" baseline="13888" dirty="0">
                          <a:latin typeface="Calibri"/>
                          <a:cs typeface="Calibri"/>
                        </a:rPr>
                        <a:t>) </a:t>
                      </a:r>
                      <a:r>
                        <a:rPr sz="2400" spc="7" baseline="13888" dirty="0">
                          <a:latin typeface="Cambria Math"/>
                          <a:cs typeface="Cambria Math"/>
                        </a:rPr>
                        <a:t>⟹</a:t>
                      </a:r>
                      <a:r>
                        <a:rPr sz="2400" spc="-15" baseline="13888" dirty="0">
                          <a:latin typeface="Cambria Math"/>
                          <a:cs typeface="Cambria Math"/>
                        </a:rPr>
                        <a:t> </a:t>
                      </a:r>
                      <a:r>
                        <a:rPr sz="2400" spc="-7" baseline="13888" dirty="0">
                          <a:latin typeface="Calibri"/>
                          <a:cs typeface="Calibri"/>
                        </a:rPr>
                        <a:t>B</a:t>
                      </a:r>
                      <a:r>
                        <a:rPr sz="1050" spc="-5" dirty="0">
                          <a:latin typeface="Calibri"/>
                          <a:cs typeface="Calibri"/>
                        </a:rPr>
                        <a:t>2,1</a:t>
                      </a:r>
                      <a:r>
                        <a:rPr sz="2400" spc="-7" baseline="13888" dirty="0">
                          <a:latin typeface="Calibri"/>
                          <a:cs typeface="Calibri"/>
                        </a:rPr>
                        <a:t>)</a:t>
                      </a:r>
                      <a:endParaRPr sz="2400" baseline="13888">
                        <a:latin typeface="Calibri"/>
                        <a:cs typeface="Calibri"/>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610997">
                <a:tc>
                  <a:txBody>
                    <a:bodyPr/>
                    <a:lstStyle/>
                    <a:p>
                      <a:pPr marL="137160">
                        <a:lnSpc>
                          <a:spcPct val="100000"/>
                        </a:lnSpc>
                        <a:spcBef>
                          <a:spcPts val="290"/>
                        </a:spcBef>
                      </a:pPr>
                      <a:r>
                        <a:rPr sz="1600" dirty="0">
                          <a:latin typeface="Wingdings"/>
                          <a:cs typeface="Wingdings"/>
                        </a:rPr>
                        <a:t></a:t>
                      </a: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5"/>
                        </a:spcBef>
                      </a:pPr>
                      <a:r>
                        <a:rPr sz="1600" spc="-10" dirty="0">
                          <a:latin typeface="Calibri"/>
                          <a:cs typeface="Calibri"/>
                        </a:rPr>
                        <a:t>Implication</a:t>
                      </a:r>
                      <a:endParaRPr sz="1600" dirty="0">
                        <a:latin typeface="Calibri"/>
                        <a:cs typeface="Calibri"/>
                      </a:endParaRPr>
                    </a:p>
                    <a:p>
                      <a:pPr marL="91440">
                        <a:lnSpc>
                          <a:spcPct val="100000"/>
                        </a:lnSpc>
                      </a:pPr>
                      <a:r>
                        <a:rPr sz="1600" spc="-10" dirty="0">
                          <a:latin typeface="Calibri"/>
                          <a:cs typeface="Calibri"/>
                        </a:rPr>
                        <a:t>Elimination</a:t>
                      </a:r>
                      <a:endParaRPr sz="1600" dirty="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675"/>
                        </a:spcBef>
                      </a:pPr>
                      <a:r>
                        <a:rPr sz="2400" spc="-7" baseline="13888" dirty="0">
                          <a:solidFill>
                            <a:srgbClr val="001F5F"/>
                          </a:solidFill>
                          <a:latin typeface="Cambria Math"/>
                          <a:cs typeface="Cambria Math"/>
                        </a:rPr>
                        <a:t>¬</a:t>
                      </a:r>
                      <a:r>
                        <a:rPr sz="2400" spc="-7" baseline="13888" dirty="0">
                          <a:solidFill>
                            <a:srgbClr val="001F5F"/>
                          </a:solidFill>
                          <a:latin typeface="Calibri"/>
                          <a:cs typeface="Calibri"/>
                        </a:rPr>
                        <a:t>B</a:t>
                      </a:r>
                      <a:r>
                        <a:rPr sz="1050" spc="-5" dirty="0">
                          <a:solidFill>
                            <a:srgbClr val="001F5F"/>
                          </a:solidFill>
                          <a:latin typeface="Calibri"/>
                          <a:cs typeface="Calibri"/>
                        </a:rPr>
                        <a:t>1,1</a:t>
                      </a:r>
                      <a:r>
                        <a:rPr sz="1050" spc="114"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1,2</a:t>
                      </a:r>
                      <a:r>
                        <a:rPr sz="1050" spc="120" dirty="0">
                          <a:solidFill>
                            <a:srgbClr val="001F5F"/>
                          </a:solidFill>
                          <a:latin typeface="Calibri"/>
                          <a:cs typeface="Calibri"/>
                        </a:rPr>
                        <a:t> </a:t>
                      </a:r>
                      <a:r>
                        <a:rPr sz="2400" spc="7" baseline="13888" dirty="0">
                          <a:solidFill>
                            <a:srgbClr val="001F5F"/>
                          </a:solidFill>
                          <a:latin typeface="Cambria Math"/>
                          <a:cs typeface="Cambria Math"/>
                        </a:rPr>
                        <a:t>⋁</a:t>
                      </a:r>
                      <a:r>
                        <a:rPr sz="2400" spc="-44"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2,1</a:t>
                      </a:r>
                      <a:r>
                        <a:rPr sz="2400" baseline="13888" dirty="0">
                          <a:solidFill>
                            <a:srgbClr val="001F5F"/>
                          </a:solidFill>
                          <a:latin typeface="Calibri"/>
                          <a:cs typeface="Calibri"/>
                        </a:rPr>
                        <a:t>)</a:t>
                      </a:r>
                      <a:endParaRPr sz="2400" baseline="13888" dirty="0">
                        <a:latin typeface="Calibri"/>
                        <a:cs typeface="Calibri"/>
                      </a:endParaRPr>
                    </a:p>
                    <a:p>
                      <a:pPr marL="92075">
                        <a:lnSpc>
                          <a:spcPct val="100000"/>
                        </a:lnSpc>
                      </a:pPr>
                      <a:r>
                        <a:rPr sz="2400" baseline="13888" dirty="0">
                          <a:latin typeface="Cambria Math"/>
                          <a:cs typeface="Cambria Math"/>
                        </a:rPr>
                        <a:t>¬</a:t>
                      </a:r>
                      <a:r>
                        <a:rPr sz="2400" b="1" baseline="13888" dirty="0">
                          <a:latin typeface="Calibri"/>
                          <a:cs typeface="Calibri"/>
                        </a:rPr>
                        <a:t>(P</a:t>
                      </a:r>
                      <a:r>
                        <a:rPr sz="1050" b="1" dirty="0">
                          <a:latin typeface="Calibri"/>
                          <a:cs typeface="Calibri"/>
                        </a:rPr>
                        <a:t>1,2</a:t>
                      </a:r>
                      <a:r>
                        <a:rPr sz="1050" b="1" spc="120" dirty="0">
                          <a:latin typeface="Calibri"/>
                          <a:cs typeface="Calibri"/>
                        </a:rPr>
                        <a:t> </a:t>
                      </a:r>
                      <a:r>
                        <a:rPr sz="2400" spc="7" baseline="13888" dirty="0">
                          <a:latin typeface="Cambria Math"/>
                          <a:cs typeface="Cambria Math"/>
                        </a:rPr>
                        <a:t>⋁</a:t>
                      </a:r>
                      <a:r>
                        <a:rPr sz="2400" spc="-44" baseline="13888" dirty="0">
                          <a:latin typeface="Cambria Math"/>
                          <a:cs typeface="Cambria Math"/>
                        </a:rPr>
                        <a:t> </a:t>
                      </a:r>
                      <a:r>
                        <a:rPr sz="2400" b="1" spc="-7" baseline="13888" dirty="0">
                          <a:latin typeface="Calibri"/>
                          <a:cs typeface="Calibri"/>
                        </a:rPr>
                        <a:t>P</a:t>
                      </a:r>
                      <a:r>
                        <a:rPr sz="1050" b="1" spc="-5" dirty="0">
                          <a:latin typeface="Calibri"/>
                          <a:cs typeface="Calibri"/>
                        </a:rPr>
                        <a:t>2,1</a:t>
                      </a:r>
                      <a:r>
                        <a:rPr sz="2400" b="1" spc="-7" baseline="13888" dirty="0">
                          <a:latin typeface="Calibri"/>
                          <a:cs typeface="Calibri"/>
                        </a:rPr>
                        <a:t>)</a:t>
                      </a:r>
                      <a:r>
                        <a:rPr sz="2400" b="1" spc="-37" baseline="13888" dirty="0">
                          <a:latin typeface="Calibri"/>
                          <a:cs typeface="Calibri"/>
                        </a:rPr>
                        <a:t> </a:t>
                      </a:r>
                      <a:r>
                        <a:rPr sz="2400" spc="7" baseline="13888" dirty="0">
                          <a:latin typeface="Cambria Math"/>
                          <a:cs typeface="Cambria Math"/>
                        </a:rPr>
                        <a:t>⋁</a:t>
                      </a:r>
                      <a:r>
                        <a:rPr sz="2400" spc="-44" baseline="13888" dirty="0">
                          <a:latin typeface="Cambria Math"/>
                          <a:cs typeface="Cambria Math"/>
                        </a:rPr>
                        <a:t> </a:t>
                      </a:r>
                      <a:r>
                        <a:rPr sz="2400" b="1" baseline="13888" dirty="0">
                          <a:latin typeface="Calibri"/>
                          <a:cs typeface="Calibri"/>
                        </a:rPr>
                        <a:t>B</a:t>
                      </a:r>
                      <a:r>
                        <a:rPr sz="1050" b="1" dirty="0">
                          <a:latin typeface="Calibri"/>
                          <a:cs typeface="Calibri"/>
                        </a:rPr>
                        <a:t>1,1</a:t>
                      </a:r>
                      <a:endParaRPr sz="1050" dirty="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3345">
                        <a:lnSpc>
                          <a:spcPct val="100000"/>
                        </a:lnSpc>
                        <a:spcBef>
                          <a:spcPts val="675"/>
                        </a:spcBef>
                      </a:pPr>
                      <a:r>
                        <a:rPr sz="2400" spc="-7" baseline="13888" dirty="0">
                          <a:solidFill>
                            <a:srgbClr val="001F5F"/>
                          </a:solidFill>
                          <a:latin typeface="Cambria Math"/>
                          <a:cs typeface="Cambria Math"/>
                        </a:rPr>
                        <a:t>¬</a:t>
                      </a:r>
                      <a:r>
                        <a:rPr sz="2400" spc="-7" baseline="13888" dirty="0">
                          <a:solidFill>
                            <a:srgbClr val="001F5F"/>
                          </a:solidFill>
                          <a:latin typeface="Calibri"/>
                          <a:cs typeface="Calibri"/>
                        </a:rPr>
                        <a:t>B</a:t>
                      </a:r>
                      <a:r>
                        <a:rPr sz="1050" spc="-5" dirty="0">
                          <a:solidFill>
                            <a:srgbClr val="001F5F"/>
                          </a:solidFill>
                          <a:latin typeface="Calibri"/>
                          <a:cs typeface="Calibri"/>
                        </a:rPr>
                        <a:t>2,1</a:t>
                      </a:r>
                      <a:r>
                        <a:rPr sz="1050" spc="125"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1,1</a:t>
                      </a:r>
                      <a:r>
                        <a:rPr sz="1050" spc="125" dirty="0">
                          <a:solidFill>
                            <a:srgbClr val="001F5F"/>
                          </a:solidFill>
                          <a:latin typeface="Calibri"/>
                          <a:cs typeface="Calibri"/>
                        </a:rPr>
                        <a:t> </a:t>
                      </a:r>
                      <a:r>
                        <a:rPr sz="2400" spc="7" baseline="13888" dirty="0">
                          <a:solidFill>
                            <a:srgbClr val="001F5F"/>
                          </a:solidFill>
                          <a:latin typeface="Cambria Math"/>
                          <a:cs typeface="Cambria Math"/>
                        </a:rPr>
                        <a:t>⋁</a:t>
                      </a:r>
                      <a:r>
                        <a:rPr sz="2400" spc="-37"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2,2</a:t>
                      </a:r>
                      <a:r>
                        <a:rPr sz="2400" baseline="13888" dirty="0">
                          <a:solidFill>
                            <a:srgbClr val="001F5F"/>
                          </a:solidFill>
                          <a:latin typeface="Cambria Math"/>
                          <a:cs typeface="Cambria Math"/>
                        </a:rPr>
                        <a:t>⋁</a:t>
                      </a:r>
                      <a:r>
                        <a:rPr sz="2400" spc="-30" baseline="13888" dirty="0">
                          <a:solidFill>
                            <a:srgbClr val="001F5F"/>
                          </a:solidFill>
                          <a:latin typeface="Cambria Math"/>
                          <a:cs typeface="Cambria Math"/>
                        </a:rPr>
                        <a:t> </a:t>
                      </a:r>
                      <a:r>
                        <a:rPr sz="2400" baseline="13888" dirty="0">
                          <a:solidFill>
                            <a:srgbClr val="001F5F"/>
                          </a:solidFill>
                          <a:latin typeface="Calibri"/>
                          <a:cs typeface="Calibri"/>
                        </a:rPr>
                        <a:t>P</a:t>
                      </a:r>
                      <a:r>
                        <a:rPr sz="1050" dirty="0">
                          <a:solidFill>
                            <a:srgbClr val="001F5F"/>
                          </a:solidFill>
                          <a:latin typeface="Calibri"/>
                          <a:cs typeface="Calibri"/>
                        </a:rPr>
                        <a:t>3,1</a:t>
                      </a:r>
                      <a:r>
                        <a:rPr sz="2400" baseline="13888" dirty="0">
                          <a:solidFill>
                            <a:srgbClr val="001F5F"/>
                          </a:solidFill>
                          <a:latin typeface="Calibri"/>
                          <a:cs typeface="Calibri"/>
                        </a:rPr>
                        <a:t>)</a:t>
                      </a:r>
                      <a:endParaRPr sz="2400" baseline="13888">
                        <a:latin typeface="Calibri"/>
                        <a:cs typeface="Calibri"/>
                      </a:endParaRPr>
                    </a:p>
                    <a:p>
                      <a:pPr marL="93345">
                        <a:lnSpc>
                          <a:spcPct val="100000"/>
                        </a:lnSpc>
                      </a:pPr>
                      <a:r>
                        <a:rPr sz="2400" baseline="13888" dirty="0">
                          <a:latin typeface="Cambria Math"/>
                          <a:cs typeface="Cambria Math"/>
                        </a:rPr>
                        <a:t>¬</a:t>
                      </a:r>
                      <a:r>
                        <a:rPr sz="2400" b="1" baseline="13888" dirty="0">
                          <a:latin typeface="Calibri"/>
                          <a:cs typeface="Calibri"/>
                        </a:rPr>
                        <a:t>(P</a:t>
                      </a:r>
                      <a:r>
                        <a:rPr sz="1050" b="1" dirty="0">
                          <a:latin typeface="Calibri"/>
                          <a:cs typeface="Calibri"/>
                        </a:rPr>
                        <a:t>1,1</a:t>
                      </a:r>
                      <a:r>
                        <a:rPr sz="1050" b="1" spc="125" dirty="0">
                          <a:latin typeface="Calibri"/>
                          <a:cs typeface="Calibri"/>
                        </a:rPr>
                        <a:t> </a:t>
                      </a:r>
                      <a:r>
                        <a:rPr sz="2400" spc="7" baseline="13888" dirty="0">
                          <a:latin typeface="Cambria Math"/>
                          <a:cs typeface="Cambria Math"/>
                        </a:rPr>
                        <a:t>⋁</a:t>
                      </a:r>
                      <a:r>
                        <a:rPr sz="2400" spc="-30" baseline="13888" dirty="0">
                          <a:latin typeface="Cambria Math"/>
                          <a:cs typeface="Cambria Math"/>
                        </a:rPr>
                        <a:t> </a:t>
                      </a:r>
                      <a:r>
                        <a:rPr sz="2400" b="1" spc="-7" baseline="13888" dirty="0">
                          <a:latin typeface="Calibri"/>
                          <a:cs typeface="Calibri"/>
                        </a:rPr>
                        <a:t>P</a:t>
                      </a:r>
                      <a:r>
                        <a:rPr sz="1050" b="1" spc="-5" dirty="0">
                          <a:latin typeface="Calibri"/>
                          <a:cs typeface="Calibri"/>
                        </a:rPr>
                        <a:t>2,2</a:t>
                      </a:r>
                      <a:r>
                        <a:rPr sz="2400" spc="-7" baseline="13888" dirty="0">
                          <a:latin typeface="Cambria Math"/>
                          <a:cs typeface="Cambria Math"/>
                        </a:rPr>
                        <a:t>⋁</a:t>
                      </a:r>
                      <a:r>
                        <a:rPr sz="2400" spc="-30" baseline="13888" dirty="0">
                          <a:latin typeface="Cambria Math"/>
                          <a:cs typeface="Cambria Math"/>
                        </a:rPr>
                        <a:t> </a:t>
                      </a:r>
                      <a:r>
                        <a:rPr sz="2400" b="1" spc="-7" baseline="13888" dirty="0">
                          <a:latin typeface="Calibri"/>
                          <a:cs typeface="Calibri"/>
                        </a:rPr>
                        <a:t>P</a:t>
                      </a:r>
                      <a:r>
                        <a:rPr sz="1050" b="1" spc="-5" dirty="0">
                          <a:latin typeface="Calibri"/>
                          <a:cs typeface="Calibri"/>
                        </a:rPr>
                        <a:t>3,1</a:t>
                      </a:r>
                      <a:r>
                        <a:rPr sz="2400" b="1" spc="-7" baseline="13888" dirty="0">
                          <a:latin typeface="Calibri"/>
                          <a:cs typeface="Calibri"/>
                        </a:rPr>
                        <a:t>)</a:t>
                      </a:r>
                      <a:r>
                        <a:rPr sz="2400" b="1" spc="15" baseline="13888" dirty="0">
                          <a:latin typeface="Calibri"/>
                          <a:cs typeface="Calibri"/>
                        </a:rPr>
                        <a:t> </a:t>
                      </a:r>
                      <a:r>
                        <a:rPr sz="2400" spc="7" baseline="13888" dirty="0">
                          <a:latin typeface="Cambria Math"/>
                          <a:cs typeface="Cambria Math"/>
                        </a:rPr>
                        <a:t>⋁</a:t>
                      </a:r>
                      <a:r>
                        <a:rPr sz="2400" spc="-30" baseline="13888" dirty="0">
                          <a:latin typeface="Cambria Math"/>
                          <a:cs typeface="Cambria Math"/>
                        </a:rPr>
                        <a:t> </a:t>
                      </a:r>
                      <a:r>
                        <a:rPr sz="2400" b="1" baseline="13888" dirty="0">
                          <a:latin typeface="Calibri"/>
                          <a:cs typeface="Calibri"/>
                        </a:rPr>
                        <a:t>B</a:t>
                      </a:r>
                      <a:r>
                        <a:rPr sz="1050" b="1" dirty="0">
                          <a:latin typeface="Calibri"/>
                          <a:cs typeface="Calibri"/>
                        </a:rPr>
                        <a:t>2,1</a:t>
                      </a:r>
                      <a:endParaRPr sz="1050">
                        <a:latin typeface="Calibri"/>
                        <a:cs typeface="Calibri"/>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610882">
                <a:tc>
                  <a:txBody>
                    <a:bodyPr/>
                    <a:lstStyle/>
                    <a:p>
                      <a:pPr marL="90805" marR="324485">
                        <a:lnSpc>
                          <a:spcPct val="101200"/>
                        </a:lnSpc>
                        <a:spcBef>
                          <a:spcPts val="245"/>
                        </a:spcBef>
                      </a:pPr>
                      <a:endParaRPr sz="1600" dirty="0">
                        <a:latin typeface="Cambria Math"/>
                        <a:cs typeface="Cambria Math"/>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70"/>
                        </a:spcBef>
                      </a:pPr>
                      <a:endParaRPr sz="1600" dirty="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90"/>
                        </a:spcBef>
                      </a:pPr>
                      <a:endParaRPr sz="1575" baseline="-21164" dirty="0">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3345">
                        <a:lnSpc>
                          <a:spcPct val="100000"/>
                        </a:lnSpc>
                        <a:spcBef>
                          <a:spcPts val="290"/>
                        </a:spcBef>
                      </a:pPr>
                      <a:endParaRPr sz="1575" baseline="-21164">
                        <a:latin typeface="Calibri"/>
                        <a:cs typeface="Calibri"/>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812787">
                <a:tc>
                  <a:txBody>
                    <a:bodyPr/>
                    <a:lstStyle/>
                    <a:p>
                      <a:pPr marL="90805">
                        <a:lnSpc>
                          <a:spcPct val="100000"/>
                        </a:lnSpc>
                        <a:spcBef>
                          <a:spcPts val="270"/>
                        </a:spcBef>
                      </a:pPr>
                      <a:endParaRPr sz="1600" dirty="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70"/>
                        </a:spcBef>
                      </a:pPr>
                      <a:endParaRPr sz="1600">
                        <a:latin typeface="Cambria Math"/>
                        <a:cs typeface="Cambria Math"/>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95"/>
                        </a:spcBef>
                      </a:pPr>
                      <a:endParaRPr sz="1600" dirty="0">
                        <a:latin typeface="Calibri"/>
                        <a:cs typeface="Calibri"/>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3345">
                        <a:lnSpc>
                          <a:spcPct val="100000"/>
                        </a:lnSpc>
                        <a:spcBef>
                          <a:spcPts val="295"/>
                        </a:spcBef>
                      </a:pPr>
                      <a:endParaRPr sz="1600" dirty="0">
                        <a:latin typeface="Calibri"/>
                        <a:cs typeface="Calibri"/>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bl>
          </a:graphicData>
        </a:graphic>
      </p:graphicFrame>
      <p:pic>
        <p:nvPicPr>
          <p:cNvPr id="14" name="object 14"/>
          <p:cNvPicPr/>
          <p:nvPr/>
        </p:nvPicPr>
        <p:blipFill>
          <a:blip r:embed="rId3" cstate="print"/>
          <a:stretch>
            <a:fillRect/>
          </a:stretch>
        </p:blipFill>
        <p:spPr>
          <a:xfrm>
            <a:off x="6100698" y="-15240"/>
            <a:ext cx="3017519" cy="2667000"/>
          </a:xfrm>
          <a:prstGeom prst="rect">
            <a:avLst/>
          </a:prstGeom>
        </p:spPr>
      </p:pic>
    </p:spTree>
    <p:extLst>
      <p:ext uri="{BB962C8B-B14F-4D97-AF65-F5344CB8AC3E}">
        <p14:creationId xmlns:p14="http://schemas.microsoft.com/office/powerpoint/2010/main" val="25724861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5430" y="202902"/>
            <a:ext cx="7898130" cy="1012190"/>
          </a:xfrm>
          <a:prstGeom prst="rect">
            <a:avLst/>
          </a:prstGeom>
        </p:spPr>
        <p:txBody>
          <a:bodyPr vert="horz" wrap="square" lIns="0" tIns="12700" rIns="0" bIns="0" rtlCol="0">
            <a:spAutoFit/>
          </a:bodyPr>
          <a:lstStyle/>
          <a:p>
            <a:pPr marL="3658235">
              <a:spcBef>
                <a:spcPts val="100"/>
              </a:spcBef>
            </a:pPr>
            <a:r>
              <a:rPr b="1" spc="-155" dirty="0">
                <a:solidFill>
                  <a:srgbClr val="996600"/>
                </a:solidFill>
                <a:latin typeface="Arial"/>
                <a:cs typeface="Arial"/>
              </a:rPr>
              <a:t>U</a:t>
            </a:r>
            <a:r>
              <a:rPr b="1" spc="-140" dirty="0">
                <a:solidFill>
                  <a:srgbClr val="996600"/>
                </a:solidFill>
                <a:latin typeface="Arial"/>
                <a:cs typeface="Arial"/>
              </a:rPr>
              <a:t>n</a:t>
            </a:r>
            <a:r>
              <a:rPr b="1" spc="-145" dirty="0">
                <a:solidFill>
                  <a:srgbClr val="996600"/>
                </a:solidFill>
                <a:latin typeface="Arial"/>
                <a:cs typeface="Arial"/>
              </a:rPr>
              <a:t>i</a:t>
            </a:r>
            <a:r>
              <a:rPr b="1" dirty="0">
                <a:solidFill>
                  <a:srgbClr val="996600"/>
                </a:solidFill>
                <a:latin typeface="Arial"/>
                <a:cs typeface="Arial"/>
              </a:rPr>
              <a:t>t</a:t>
            </a:r>
            <a:r>
              <a:rPr b="1" spc="-335" dirty="0">
                <a:solidFill>
                  <a:srgbClr val="996600"/>
                </a:solidFill>
                <a:latin typeface="Arial"/>
                <a:cs typeface="Arial"/>
              </a:rPr>
              <a:t> </a:t>
            </a:r>
            <a:r>
              <a:rPr b="1" spc="-155" dirty="0">
                <a:solidFill>
                  <a:srgbClr val="996600"/>
                </a:solidFill>
                <a:latin typeface="Arial"/>
                <a:cs typeface="Arial"/>
              </a:rPr>
              <a:t>R</a:t>
            </a:r>
            <a:r>
              <a:rPr b="1" spc="-140" dirty="0">
                <a:solidFill>
                  <a:srgbClr val="996600"/>
                </a:solidFill>
                <a:latin typeface="Arial"/>
                <a:cs typeface="Arial"/>
              </a:rPr>
              <a:t>eso</a:t>
            </a:r>
            <a:r>
              <a:rPr b="1" spc="-145" dirty="0">
                <a:solidFill>
                  <a:srgbClr val="996600"/>
                </a:solidFill>
                <a:latin typeface="Arial"/>
                <a:cs typeface="Arial"/>
              </a:rPr>
              <a:t>l</a:t>
            </a:r>
            <a:r>
              <a:rPr b="1" spc="-140" dirty="0">
                <a:solidFill>
                  <a:srgbClr val="996600"/>
                </a:solidFill>
                <a:latin typeface="Arial"/>
                <a:cs typeface="Arial"/>
              </a:rPr>
              <a:t>u</a:t>
            </a:r>
            <a:r>
              <a:rPr b="1" spc="-145" dirty="0">
                <a:solidFill>
                  <a:srgbClr val="996600"/>
                </a:solidFill>
                <a:latin typeface="Arial"/>
                <a:cs typeface="Arial"/>
              </a:rPr>
              <a:t>ti</a:t>
            </a:r>
            <a:r>
              <a:rPr b="1" spc="-140" dirty="0">
                <a:solidFill>
                  <a:srgbClr val="996600"/>
                </a:solidFill>
                <a:latin typeface="Arial"/>
                <a:cs typeface="Arial"/>
              </a:rPr>
              <a:t>o</a:t>
            </a:r>
            <a:r>
              <a:rPr b="1" spc="-165" dirty="0">
                <a:solidFill>
                  <a:srgbClr val="996600"/>
                </a:solidFill>
                <a:latin typeface="Arial"/>
                <a:cs typeface="Arial"/>
              </a:rPr>
              <a:t>n</a:t>
            </a:r>
            <a:r>
              <a:rPr b="1" dirty="0">
                <a:solidFill>
                  <a:srgbClr val="996600"/>
                </a:solidFill>
                <a:latin typeface="Arial"/>
                <a:cs typeface="Arial"/>
              </a:rPr>
              <a:t>:</a:t>
            </a:r>
            <a:r>
              <a:rPr b="1" spc="-370" dirty="0">
                <a:solidFill>
                  <a:srgbClr val="996600"/>
                </a:solidFill>
                <a:latin typeface="Arial"/>
                <a:cs typeface="Arial"/>
              </a:rPr>
              <a:t> </a:t>
            </a:r>
            <a:r>
              <a:rPr b="1" spc="-155" dirty="0">
                <a:solidFill>
                  <a:prstClr val="black"/>
                </a:solidFill>
                <a:latin typeface="Arial"/>
                <a:cs typeface="Arial"/>
              </a:rPr>
              <a:t>Q</a:t>
            </a:r>
            <a:r>
              <a:rPr b="1" spc="-145" dirty="0">
                <a:solidFill>
                  <a:prstClr val="black"/>
                </a:solidFill>
                <a:latin typeface="Arial"/>
                <a:cs typeface="Arial"/>
              </a:rPr>
              <a:t>ue</a:t>
            </a:r>
            <a:r>
              <a:rPr b="1" spc="-155" dirty="0">
                <a:solidFill>
                  <a:prstClr val="black"/>
                </a:solidFill>
                <a:latin typeface="Arial"/>
                <a:cs typeface="Arial"/>
              </a:rPr>
              <a:t>r</a:t>
            </a:r>
            <a:r>
              <a:rPr b="1" spc="-240" dirty="0">
                <a:solidFill>
                  <a:prstClr val="black"/>
                </a:solidFill>
                <a:latin typeface="Arial"/>
                <a:cs typeface="Arial"/>
              </a:rPr>
              <a:t>y</a:t>
            </a:r>
            <a:r>
              <a:rPr b="1" dirty="0">
                <a:solidFill>
                  <a:prstClr val="black"/>
                </a:solidFill>
                <a:latin typeface="Arial"/>
                <a:cs typeface="Arial"/>
              </a:rPr>
              <a:t>:</a:t>
            </a:r>
            <a:r>
              <a:rPr b="1" spc="-235" dirty="0">
                <a:solidFill>
                  <a:prstClr val="black"/>
                </a:solidFill>
                <a:latin typeface="Arial"/>
                <a:cs typeface="Arial"/>
              </a:rPr>
              <a:t> </a:t>
            </a:r>
            <a:r>
              <a:rPr dirty="0">
                <a:solidFill>
                  <a:prstClr val="black"/>
                </a:solidFill>
                <a:latin typeface="Cambria Math"/>
                <a:cs typeface="Cambria Math"/>
              </a:rPr>
              <a:t>¬</a:t>
            </a:r>
            <a:r>
              <a:rPr spc="-210" dirty="0">
                <a:solidFill>
                  <a:prstClr val="black"/>
                </a:solidFill>
                <a:latin typeface="Cambria Math"/>
                <a:cs typeface="Cambria Math"/>
              </a:rPr>
              <a:t> </a:t>
            </a:r>
            <a:r>
              <a:rPr b="1" spc="-145" dirty="0">
                <a:solidFill>
                  <a:prstClr val="black"/>
                </a:solidFill>
                <a:latin typeface="Arial"/>
                <a:cs typeface="Arial"/>
              </a:rPr>
              <a:t>P</a:t>
            </a:r>
            <a:r>
              <a:rPr b="1" spc="-150" baseline="-20833" dirty="0">
                <a:solidFill>
                  <a:prstClr val="black"/>
                </a:solidFill>
                <a:latin typeface="Arial"/>
                <a:cs typeface="Arial"/>
              </a:rPr>
              <a:t>1</a:t>
            </a:r>
            <a:r>
              <a:rPr b="1" spc="-142" baseline="-20833" dirty="0">
                <a:solidFill>
                  <a:prstClr val="black"/>
                </a:solidFill>
                <a:latin typeface="Arial"/>
                <a:cs typeface="Arial"/>
              </a:rPr>
              <a:t>,</a:t>
            </a:r>
            <a:r>
              <a:rPr b="1" spc="-7" baseline="-20833" dirty="0">
                <a:solidFill>
                  <a:prstClr val="black"/>
                </a:solidFill>
                <a:latin typeface="Arial"/>
                <a:cs typeface="Arial"/>
              </a:rPr>
              <a:t>2</a:t>
            </a:r>
            <a:endParaRPr baseline="-20833" dirty="0">
              <a:solidFill>
                <a:prstClr val="black"/>
              </a:solidFill>
              <a:latin typeface="Arial"/>
              <a:cs typeface="Arial"/>
            </a:endParaRPr>
          </a:p>
          <a:p>
            <a:pPr>
              <a:spcBef>
                <a:spcPts val="50"/>
              </a:spcBef>
            </a:pPr>
            <a:endParaRPr sz="2950" dirty="0">
              <a:solidFill>
                <a:prstClr val="black"/>
              </a:solidFill>
              <a:latin typeface="Arial"/>
              <a:cs typeface="Arial"/>
            </a:endParaRPr>
          </a:p>
          <a:p>
            <a:pPr marL="25400"/>
            <a:r>
              <a:rPr spc="-105" dirty="0">
                <a:solidFill>
                  <a:prstClr val="black"/>
                </a:solidFill>
                <a:latin typeface="Arial MT"/>
                <a:cs typeface="Arial MT"/>
              </a:rPr>
              <a:t>To</a:t>
            </a:r>
            <a:r>
              <a:rPr spc="15" dirty="0">
                <a:solidFill>
                  <a:prstClr val="black"/>
                </a:solidFill>
                <a:latin typeface="Arial MT"/>
                <a:cs typeface="Arial MT"/>
              </a:rPr>
              <a:t> </a:t>
            </a:r>
            <a:r>
              <a:rPr dirty="0">
                <a:solidFill>
                  <a:prstClr val="black"/>
                </a:solidFill>
                <a:latin typeface="Arial MT"/>
                <a:cs typeface="Arial MT"/>
              </a:rPr>
              <a:t>find:</a:t>
            </a:r>
            <a:r>
              <a:rPr spc="-10" dirty="0">
                <a:solidFill>
                  <a:prstClr val="black"/>
                </a:solidFill>
                <a:latin typeface="Arial MT"/>
                <a:cs typeface="Arial MT"/>
              </a:rPr>
              <a:t> </a:t>
            </a:r>
            <a:r>
              <a:rPr dirty="0">
                <a:solidFill>
                  <a:prstClr val="black"/>
                </a:solidFill>
                <a:latin typeface="Arial MT"/>
                <a:cs typeface="Arial MT"/>
              </a:rPr>
              <a:t>Is there</a:t>
            </a:r>
            <a:r>
              <a:rPr spc="-35" dirty="0">
                <a:solidFill>
                  <a:prstClr val="black"/>
                </a:solidFill>
                <a:latin typeface="Arial MT"/>
                <a:cs typeface="Arial MT"/>
              </a:rPr>
              <a:t> </a:t>
            </a:r>
            <a:r>
              <a:rPr spc="-5" dirty="0">
                <a:solidFill>
                  <a:prstClr val="black"/>
                </a:solidFill>
                <a:latin typeface="Arial MT"/>
                <a:cs typeface="Arial MT"/>
              </a:rPr>
              <a:t>a</a:t>
            </a:r>
            <a:r>
              <a:rPr spc="10" dirty="0">
                <a:solidFill>
                  <a:prstClr val="black"/>
                </a:solidFill>
                <a:latin typeface="Arial MT"/>
                <a:cs typeface="Arial MT"/>
              </a:rPr>
              <a:t> </a:t>
            </a:r>
            <a:r>
              <a:rPr dirty="0">
                <a:solidFill>
                  <a:prstClr val="black"/>
                </a:solidFill>
                <a:latin typeface="Arial MT"/>
                <a:cs typeface="Arial MT"/>
              </a:rPr>
              <a:t>pit</a:t>
            </a:r>
            <a:r>
              <a:rPr spc="-10" dirty="0">
                <a:solidFill>
                  <a:prstClr val="black"/>
                </a:solidFill>
                <a:latin typeface="Arial MT"/>
                <a:cs typeface="Arial MT"/>
              </a:rPr>
              <a:t> </a:t>
            </a:r>
            <a:r>
              <a:rPr dirty="0">
                <a:solidFill>
                  <a:prstClr val="black"/>
                </a:solidFill>
                <a:latin typeface="Arial MT"/>
                <a:cs typeface="Arial MT"/>
              </a:rPr>
              <a:t>in</a:t>
            </a:r>
            <a:r>
              <a:rPr spc="-10" dirty="0">
                <a:solidFill>
                  <a:prstClr val="black"/>
                </a:solidFill>
                <a:latin typeface="Arial MT"/>
                <a:cs typeface="Arial MT"/>
              </a:rPr>
              <a:t> </a:t>
            </a:r>
            <a:r>
              <a:rPr dirty="0">
                <a:solidFill>
                  <a:prstClr val="black"/>
                </a:solidFill>
                <a:latin typeface="Arial MT"/>
                <a:cs typeface="Arial MT"/>
              </a:rPr>
              <a:t>location</a:t>
            </a:r>
            <a:r>
              <a:rPr spc="-60" dirty="0">
                <a:solidFill>
                  <a:prstClr val="black"/>
                </a:solidFill>
                <a:latin typeface="Arial MT"/>
                <a:cs typeface="Arial MT"/>
              </a:rPr>
              <a:t> </a:t>
            </a:r>
            <a:r>
              <a:rPr dirty="0">
                <a:solidFill>
                  <a:prstClr val="black"/>
                </a:solidFill>
                <a:latin typeface="Arial MT"/>
                <a:cs typeface="Arial MT"/>
              </a:rPr>
              <a:t>(1,2)</a:t>
            </a:r>
            <a:r>
              <a:rPr spc="-15" dirty="0">
                <a:solidFill>
                  <a:prstClr val="black"/>
                </a:solidFill>
                <a:latin typeface="Arial MT"/>
                <a:cs typeface="Arial MT"/>
              </a:rPr>
              <a:t> </a:t>
            </a:r>
            <a:r>
              <a:rPr dirty="0">
                <a:solidFill>
                  <a:prstClr val="black"/>
                </a:solidFill>
                <a:latin typeface="Arial MT"/>
                <a:cs typeface="Arial MT"/>
              </a:rPr>
              <a:t>using</a:t>
            </a:r>
            <a:r>
              <a:rPr spc="-35" dirty="0">
                <a:solidFill>
                  <a:prstClr val="black"/>
                </a:solidFill>
                <a:latin typeface="Arial MT"/>
                <a:cs typeface="Arial MT"/>
              </a:rPr>
              <a:t> </a:t>
            </a:r>
            <a:r>
              <a:rPr dirty="0">
                <a:solidFill>
                  <a:prstClr val="black"/>
                </a:solidFill>
                <a:latin typeface="Arial MT"/>
                <a:cs typeface="Arial MT"/>
              </a:rPr>
              <a:t>the</a:t>
            </a:r>
            <a:r>
              <a:rPr spc="-10" dirty="0">
                <a:solidFill>
                  <a:prstClr val="black"/>
                </a:solidFill>
                <a:latin typeface="Arial MT"/>
                <a:cs typeface="Arial MT"/>
              </a:rPr>
              <a:t> </a:t>
            </a:r>
            <a:r>
              <a:rPr dirty="0">
                <a:solidFill>
                  <a:prstClr val="black"/>
                </a:solidFill>
                <a:latin typeface="Arial MT"/>
                <a:cs typeface="Arial MT"/>
              </a:rPr>
              <a:t>CNF</a:t>
            </a:r>
            <a:r>
              <a:rPr spc="10" dirty="0">
                <a:solidFill>
                  <a:prstClr val="black"/>
                </a:solidFill>
                <a:latin typeface="Arial MT"/>
                <a:cs typeface="Arial MT"/>
              </a:rPr>
              <a:t> </a:t>
            </a:r>
            <a:r>
              <a:rPr dirty="0">
                <a:solidFill>
                  <a:prstClr val="black"/>
                </a:solidFill>
                <a:latin typeface="Arial MT"/>
                <a:cs typeface="Arial MT"/>
              </a:rPr>
              <a:t>obtained</a:t>
            </a:r>
            <a:r>
              <a:rPr spc="-30" dirty="0">
                <a:solidFill>
                  <a:prstClr val="black"/>
                </a:solidFill>
                <a:latin typeface="Arial MT"/>
                <a:cs typeface="Arial MT"/>
              </a:rPr>
              <a:t> </a:t>
            </a:r>
            <a:r>
              <a:rPr dirty="0">
                <a:solidFill>
                  <a:prstClr val="black"/>
                </a:solidFill>
                <a:latin typeface="Arial MT"/>
                <a:cs typeface="Arial MT"/>
              </a:rPr>
              <a:t>in</a:t>
            </a:r>
            <a:r>
              <a:rPr spc="-10" dirty="0">
                <a:solidFill>
                  <a:prstClr val="black"/>
                </a:solidFill>
                <a:latin typeface="Arial MT"/>
                <a:cs typeface="Arial MT"/>
              </a:rPr>
              <a:t> </a:t>
            </a:r>
            <a:r>
              <a:rPr dirty="0">
                <a:solidFill>
                  <a:prstClr val="black"/>
                </a:solidFill>
                <a:latin typeface="Arial MT"/>
                <a:cs typeface="Arial MT"/>
              </a:rPr>
              <a:t>previous</a:t>
            </a:r>
            <a:r>
              <a:rPr spc="-30" dirty="0">
                <a:solidFill>
                  <a:prstClr val="black"/>
                </a:solidFill>
                <a:latin typeface="Arial MT"/>
                <a:cs typeface="Arial MT"/>
              </a:rPr>
              <a:t> </a:t>
            </a:r>
            <a:r>
              <a:rPr dirty="0">
                <a:solidFill>
                  <a:prstClr val="black"/>
                </a:solidFill>
                <a:latin typeface="Arial MT"/>
                <a:cs typeface="Arial MT"/>
              </a:rPr>
              <a:t>slide</a:t>
            </a:r>
          </a:p>
        </p:txBody>
      </p:sp>
      <p:sp>
        <p:nvSpPr>
          <p:cNvPr id="8" name="object 8"/>
          <p:cNvSpPr txBox="1">
            <a:spLocks noGrp="1"/>
          </p:cNvSpPr>
          <p:nvPr>
            <p:ph type="title"/>
          </p:nvPr>
        </p:nvSpPr>
        <p:spPr>
          <a:xfrm>
            <a:off x="383540" y="293878"/>
            <a:ext cx="1870075" cy="391160"/>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PL-Resolution</a:t>
            </a:r>
            <a:endParaRPr sz="2400" dirty="0">
              <a:latin typeface="Arial"/>
              <a:cs typeface="Arial"/>
            </a:endParaRPr>
          </a:p>
        </p:txBody>
      </p:sp>
      <p:pic>
        <p:nvPicPr>
          <p:cNvPr id="13" name="object 13"/>
          <p:cNvPicPr/>
          <p:nvPr/>
        </p:nvPicPr>
        <p:blipFill>
          <a:blip r:embed="rId2" cstate="print"/>
          <a:stretch>
            <a:fillRect/>
          </a:stretch>
        </p:blipFill>
        <p:spPr>
          <a:xfrm>
            <a:off x="6477000" y="4876800"/>
            <a:ext cx="2044863" cy="1692111"/>
          </a:xfrm>
          <a:prstGeom prst="rect">
            <a:avLst/>
          </a:prstGeom>
        </p:spPr>
      </p:pic>
      <p:sp>
        <p:nvSpPr>
          <p:cNvPr id="14" name="object 14"/>
          <p:cNvSpPr/>
          <p:nvPr/>
        </p:nvSpPr>
        <p:spPr>
          <a:xfrm>
            <a:off x="0" y="1420368"/>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5"/>
                </a:lnTo>
                <a:lnTo>
                  <a:pt x="0" y="543178"/>
                </a:lnTo>
                <a:lnTo>
                  <a:pt x="4743" y="566642"/>
                </a:lnTo>
                <a:lnTo>
                  <a:pt x="17678" y="585819"/>
                </a:lnTo>
                <a:lnTo>
                  <a:pt x="36861" y="598757"/>
                </a:lnTo>
                <a:lnTo>
                  <a:pt x="60350" y="603503"/>
                </a:lnTo>
                <a:lnTo>
                  <a:pt x="1027785" y="603503"/>
                </a:lnTo>
                <a:lnTo>
                  <a:pt x="1051263" y="598757"/>
                </a:lnTo>
                <a:lnTo>
                  <a:pt x="1070448" y="585819"/>
                </a:lnTo>
                <a:lnTo>
                  <a:pt x="1083388" y="566642"/>
                </a:lnTo>
                <a:lnTo>
                  <a:pt x="1088136" y="543178"/>
                </a:lnTo>
                <a:lnTo>
                  <a:pt x="1088136" y="60325"/>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sp>
        <p:nvSpPr>
          <p:cNvPr id="15" name="object 15"/>
          <p:cNvSpPr txBox="1"/>
          <p:nvPr/>
        </p:nvSpPr>
        <p:spPr>
          <a:xfrm>
            <a:off x="207671" y="1532890"/>
            <a:ext cx="668020" cy="346075"/>
          </a:xfrm>
          <a:prstGeom prst="rect">
            <a:avLst/>
          </a:prstGeom>
        </p:spPr>
        <p:txBody>
          <a:bodyPr vert="horz" wrap="square" lIns="0" tIns="30480" rIns="0" bIns="0" rtlCol="0">
            <a:spAutoFit/>
          </a:bodyPr>
          <a:lstStyle/>
          <a:p>
            <a:pPr marL="168275" marR="5080" indent="-156210">
              <a:lnSpc>
                <a:spcPts val="1200"/>
              </a:lnSpc>
              <a:spcBef>
                <a:spcPts val="240"/>
              </a:spcBef>
            </a:pPr>
            <a:r>
              <a:rPr sz="1100" spc="5" dirty="0">
                <a:solidFill>
                  <a:srgbClr val="FFFFFF"/>
                </a:solidFill>
                <a:cs typeface="Calibri"/>
              </a:rPr>
              <a:t>I</a:t>
            </a:r>
            <a:r>
              <a:rPr sz="1100" spc="-5" dirty="0">
                <a:solidFill>
                  <a:srgbClr val="FFFFFF"/>
                </a:solidFill>
                <a:cs typeface="Calibri"/>
              </a:rPr>
              <a:t>nferen</a:t>
            </a:r>
            <a:r>
              <a:rPr sz="1100" spc="-15" dirty="0">
                <a:solidFill>
                  <a:srgbClr val="FFFFFF"/>
                </a:solidFill>
                <a:cs typeface="Calibri"/>
              </a:rPr>
              <a:t>c</a:t>
            </a:r>
            <a:r>
              <a:rPr sz="1100" dirty="0">
                <a:solidFill>
                  <a:srgbClr val="FFFFFF"/>
                </a:solidFill>
                <a:cs typeface="Calibri"/>
              </a:rPr>
              <a:t>e</a:t>
            </a:r>
            <a:r>
              <a:rPr sz="1100" spc="-10" dirty="0">
                <a:solidFill>
                  <a:srgbClr val="FFFFFF"/>
                </a:solidFill>
                <a:cs typeface="Calibri"/>
              </a:rPr>
              <a:t> </a:t>
            </a:r>
            <a:r>
              <a:rPr sz="1100" dirty="0">
                <a:solidFill>
                  <a:srgbClr val="FFFFFF"/>
                </a:solidFill>
                <a:cs typeface="Calibri"/>
              </a:rPr>
              <a:t>=  </a:t>
            </a:r>
            <a:r>
              <a:rPr sz="1100" spc="-5" dirty="0">
                <a:solidFill>
                  <a:srgbClr val="FFFFFF"/>
                </a:solidFill>
                <a:cs typeface="Calibri"/>
              </a:rPr>
              <a:t>FALSE</a:t>
            </a:r>
            <a:endParaRPr sz="1100" dirty="0">
              <a:solidFill>
                <a:prstClr val="black"/>
              </a:solidFill>
              <a:cs typeface="Calibri"/>
            </a:endParaRPr>
          </a:p>
        </p:txBody>
      </p:sp>
      <p:grpSp>
        <p:nvGrpSpPr>
          <p:cNvPr id="16" name="object 16"/>
          <p:cNvGrpSpPr/>
          <p:nvPr/>
        </p:nvGrpSpPr>
        <p:grpSpPr>
          <a:xfrm>
            <a:off x="0" y="2063497"/>
            <a:ext cx="1088390" cy="868680"/>
            <a:chOff x="213359" y="2721864"/>
            <a:chExt cx="1088390" cy="868680"/>
          </a:xfrm>
        </p:grpSpPr>
        <p:sp>
          <p:nvSpPr>
            <p:cNvPr id="17" name="object 17"/>
            <p:cNvSpPr/>
            <p:nvPr/>
          </p:nvSpPr>
          <p:spPr>
            <a:xfrm>
              <a:off x="621791" y="2721864"/>
              <a:ext cx="271780" cy="226060"/>
            </a:xfrm>
            <a:custGeom>
              <a:avLst/>
              <a:gdLst/>
              <a:ahLst/>
              <a:cxnLst/>
              <a:rect l="l" t="t" r="r" b="b"/>
              <a:pathLst>
                <a:path w="271780" h="226060">
                  <a:moveTo>
                    <a:pt x="217017" y="0"/>
                  </a:moveTo>
                  <a:lnTo>
                    <a:pt x="54254" y="0"/>
                  </a:lnTo>
                  <a:lnTo>
                    <a:pt x="54254" y="112775"/>
                  </a:lnTo>
                  <a:lnTo>
                    <a:pt x="0" y="112775"/>
                  </a:lnTo>
                  <a:lnTo>
                    <a:pt x="135636" y="225551"/>
                  </a:lnTo>
                  <a:lnTo>
                    <a:pt x="271271" y="112775"/>
                  </a:lnTo>
                  <a:lnTo>
                    <a:pt x="217017" y="112775"/>
                  </a:lnTo>
                  <a:lnTo>
                    <a:pt x="217017" y="0"/>
                  </a:lnTo>
                  <a:close/>
                </a:path>
              </a:pathLst>
            </a:custGeom>
            <a:solidFill>
              <a:srgbClr val="B1C1DB"/>
            </a:solidFill>
          </p:spPr>
          <p:txBody>
            <a:bodyPr wrap="square" lIns="0" tIns="0" rIns="0" bIns="0" rtlCol="0"/>
            <a:lstStyle/>
            <a:p>
              <a:endParaRPr>
                <a:solidFill>
                  <a:prstClr val="black"/>
                </a:solidFill>
              </a:endParaRPr>
            </a:p>
          </p:txBody>
        </p:sp>
        <p:sp>
          <p:nvSpPr>
            <p:cNvPr id="18" name="object 18"/>
            <p:cNvSpPr/>
            <p:nvPr/>
          </p:nvSpPr>
          <p:spPr>
            <a:xfrm>
              <a:off x="213359" y="2987040"/>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5"/>
                  </a:lnTo>
                  <a:lnTo>
                    <a:pt x="0" y="543179"/>
                  </a:lnTo>
                  <a:lnTo>
                    <a:pt x="4743" y="566642"/>
                  </a:lnTo>
                  <a:lnTo>
                    <a:pt x="17678" y="585819"/>
                  </a:lnTo>
                  <a:lnTo>
                    <a:pt x="36861" y="598757"/>
                  </a:lnTo>
                  <a:lnTo>
                    <a:pt x="60350" y="603504"/>
                  </a:lnTo>
                  <a:lnTo>
                    <a:pt x="1027785" y="603504"/>
                  </a:lnTo>
                  <a:lnTo>
                    <a:pt x="1051263" y="598757"/>
                  </a:lnTo>
                  <a:lnTo>
                    <a:pt x="1070448" y="585819"/>
                  </a:lnTo>
                  <a:lnTo>
                    <a:pt x="1083388" y="566642"/>
                  </a:lnTo>
                  <a:lnTo>
                    <a:pt x="1088136" y="543179"/>
                  </a:lnTo>
                  <a:lnTo>
                    <a:pt x="1088136" y="60325"/>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grpSp>
      <p:sp>
        <p:nvSpPr>
          <p:cNvPr id="19" name="object 19"/>
          <p:cNvSpPr txBox="1"/>
          <p:nvPr/>
        </p:nvSpPr>
        <p:spPr>
          <a:xfrm>
            <a:off x="131471" y="2441576"/>
            <a:ext cx="821055" cy="346075"/>
          </a:xfrm>
          <a:prstGeom prst="rect">
            <a:avLst/>
          </a:prstGeom>
        </p:spPr>
        <p:txBody>
          <a:bodyPr vert="horz" wrap="square" lIns="0" tIns="30480" rIns="0" bIns="0" rtlCol="0">
            <a:spAutoFit/>
          </a:bodyPr>
          <a:lstStyle/>
          <a:p>
            <a:pPr marL="265430" marR="5080" indent="-253365">
              <a:lnSpc>
                <a:spcPts val="1200"/>
              </a:lnSpc>
              <a:spcBef>
                <a:spcPts val="240"/>
              </a:spcBef>
            </a:pPr>
            <a:r>
              <a:rPr sz="1100" spc="5" dirty="0">
                <a:solidFill>
                  <a:srgbClr val="FFFFFF"/>
                </a:solidFill>
                <a:cs typeface="Calibri"/>
              </a:rPr>
              <a:t>A</a:t>
            </a:r>
            <a:r>
              <a:rPr sz="1100" spc="-5" dirty="0">
                <a:solidFill>
                  <a:srgbClr val="FFFFFF"/>
                </a:solidFill>
                <a:cs typeface="Calibri"/>
              </a:rPr>
              <a:t>ssump</a:t>
            </a:r>
            <a:r>
              <a:rPr sz="1100" spc="-15" dirty="0">
                <a:solidFill>
                  <a:srgbClr val="FFFFFF"/>
                </a:solidFill>
                <a:cs typeface="Calibri"/>
              </a:rPr>
              <a:t>t</a:t>
            </a:r>
            <a:r>
              <a:rPr sz="1100" spc="5" dirty="0">
                <a:solidFill>
                  <a:srgbClr val="FFFFFF"/>
                </a:solidFill>
                <a:cs typeface="Calibri"/>
              </a:rPr>
              <a:t>i</a:t>
            </a:r>
            <a:r>
              <a:rPr sz="1100" spc="-10" dirty="0">
                <a:solidFill>
                  <a:srgbClr val="FFFFFF"/>
                </a:solidFill>
                <a:cs typeface="Calibri"/>
              </a:rPr>
              <a:t>o</a:t>
            </a:r>
            <a:r>
              <a:rPr sz="1100" dirty="0">
                <a:solidFill>
                  <a:srgbClr val="FFFFFF"/>
                </a:solidFill>
                <a:cs typeface="Calibri"/>
              </a:rPr>
              <a:t>n</a:t>
            </a:r>
            <a:r>
              <a:rPr sz="1100" spc="-15" dirty="0">
                <a:solidFill>
                  <a:srgbClr val="FFFFFF"/>
                </a:solidFill>
                <a:cs typeface="Calibri"/>
              </a:rPr>
              <a:t> </a:t>
            </a:r>
            <a:r>
              <a:rPr sz="1100" spc="5" dirty="0">
                <a:solidFill>
                  <a:srgbClr val="FFFFFF"/>
                </a:solidFill>
                <a:cs typeface="Calibri"/>
              </a:rPr>
              <a:t>i</a:t>
            </a:r>
            <a:r>
              <a:rPr sz="1100" dirty="0">
                <a:solidFill>
                  <a:srgbClr val="FFFFFF"/>
                </a:solidFill>
                <a:cs typeface="Calibri"/>
              </a:rPr>
              <a:t>s  </a:t>
            </a:r>
            <a:r>
              <a:rPr sz="1100" spc="-5" dirty="0">
                <a:solidFill>
                  <a:srgbClr val="FFFFFF"/>
                </a:solidFill>
                <a:cs typeface="Calibri"/>
              </a:rPr>
              <a:t>False</a:t>
            </a:r>
            <a:endParaRPr sz="1100">
              <a:solidFill>
                <a:prstClr val="black"/>
              </a:solidFill>
              <a:cs typeface="Calibri"/>
            </a:endParaRPr>
          </a:p>
        </p:txBody>
      </p:sp>
      <p:grpSp>
        <p:nvGrpSpPr>
          <p:cNvPr id="20" name="object 20"/>
          <p:cNvGrpSpPr/>
          <p:nvPr/>
        </p:nvGrpSpPr>
        <p:grpSpPr>
          <a:xfrm>
            <a:off x="0" y="2971800"/>
            <a:ext cx="1088390" cy="868680"/>
            <a:chOff x="213359" y="3630167"/>
            <a:chExt cx="1088390" cy="868680"/>
          </a:xfrm>
        </p:grpSpPr>
        <p:sp>
          <p:nvSpPr>
            <p:cNvPr id="21" name="object 21"/>
            <p:cNvSpPr/>
            <p:nvPr/>
          </p:nvSpPr>
          <p:spPr>
            <a:xfrm>
              <a:off x="621791" y="3630167"/>
              <a:ext cx="271780" cy="226060"/>
            </a:xfrm>
            <a:custGeom>
              <a:avLst/>
              <a:gdLst/>
              <a:ahLst/>
              <a:cxnLst/>
              <a:rect l="l" t="t" r="r" b="b"/>
              <a:pathLst>
                <a:path w="271780" h="226060">
                  <a:moveTo>
                    <a:pt x="217017" y="0"/>
                  </a:moveTo>
                  <a:lnTo>
                    <a:pt x="54254" y="0"/>
                  </a:lnTo>
                  <a:lnTo>
                    <a:pt x="54254" y="112775"/>
                  </a:lnTo>
                  <a:lnTo>
                    <a:pt x="0" y="112775"/>
                  </a:lnTo>
                  <a:lnTo>
                    <a:pt x="135636" y="225551"/>
                  </a:lnTo>
                  <a:lnTo>
                    <a:pt x="271271" y="112775"/>
                  </a:lnTo>
                  <a:lnTo>
                    <a:pt x="217017" y="112775"/>
                  </a:lnTo>
                  <a:lnTo>
                    <a:pt x="217017" y="0"/>
                  </a:lnTo>
                  <a:close/>
                </a:path>
              </a:pathLst>
            </a:custGeom>
            <a:solidFill>
              <a:srgbClr val="B1C1DB"/>
            </a:solidFill>
          </p:spPr>
          <p:txBody>
            <a:bodyPr wrap="square" lIns="0" tIns="0" rIns="0" bIns="0" rtlCol="0"/>
            <a:lstStyle/>
            <a:p>
              <a:endParaRPr>
                <a:solidFill>
                  <a:prstClr val="black"/>
                </a:solidFill>
              </a:endParaRPr>
            </a:p>
          </p:txBody>
        </p:sp>
        <p:sp>
          <p:nvSpPr>
            <p:cNvPr id="22" name="object 22"/>
            <p:cNvSpPr/>
            <p:nvPr/>
          </p:nvSpPr>
          <p:spPr>
            <a:xfrm>
              <a:off x="213359" y="3895343"/>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4"/>
                  </a:lnTo>
                  <a:lnTo>
                    <a:pt x="0" y="543178"/>
                  </a:lnTo>
                  <a:lnTo>
                    <a:pt x="4743" y="566642"/>
                  </a:lnTo>
                  <a:lnTo>
                    <a:pt x="17678" y="585819"/>
                  </a:lnTo>
                  <a:lnTo>
                    <a:pt x="36861" y="598757"/>
                  </a:lnTo>
                  <a:lnTo>
                    <a:pt x="60350" y="603503"/>
                  </a:lnTo>
                  <a:lnTo>
                    <a:pt x="1027785" y="603503"/>
                  </a:lnTo>
                  <a:lnTo>
                    <a:pt x="1051263" y="598757"/>
                  </a:lnTo>
                  <a:lnTo>
                    <a:pt x="1070448" y="585819"/>
                  </a:lnTo>
                  <a:lnTo>
                    <a:pt x="1083388" y="566642"/>
                  </a:lnTo>
                  <a:lnTo>
                    <a:pt x="1088136" y="543178"/>
                  </a:lnTo>
                  <a:lnTo>
                    <a:pt x="1088136" y="60324"/>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grpSp>
      <p:sp>
        <p:nvSpPr>
          <p:cNvPr id="23" name="object 23"/>
          <p:cNvSpPr txBox="1"/>
          <p:nvPr/>
        </p:nvSpPr>
        <p:spPr>
          <a:xfrm>
            <a:off x="116231" y="3350134"/>
            <a:ext cx="851535" cy="346710"/>
          </a:xfrm>
          <a:prstGeom prst="rect">
            <a:avLst/>
          </a:prstGeom>
        </p:spPr>
        <p:txBody>
          <a:bodyPr vert="horz" wrap="square" lIns="0" tIns="12700" rIns="0" bIns="0" rtlCol="0">
            <a:spAutoFit/>
          </a:bodyPr>
          <a:lstStyle/>
          <a:p>
            <a:pPr algn="ctr">
              <a:lnSpc>
                <a:spcPts val="1260"/>
              </a:lnSpc>
              <a:spcBef>
                <a:spcPts val="100"/>
              </a:spcBef>
            </a:pPr>
            <a:r>
              <a:rPr sz="1100" dirty="0">
                <a:solidFill>
                  <a:srgbClr val="FFFFFF"/>
                </a:solidFill>
                <a:cs typeface="Calibri"/>
              </a:rPr>
              <a:t>Given</a:t>
            </a:r>
            <a:r>
              <a:rPr sz="1100" spc="-60" dirty="0">
                <a:solidFill>
                  <a:srgbClr val="FFFFFF"/>
                </a:solidFill>
                <a:cs typeface="Calibri"/>
              </a:rPr>
              <a:t> </a:t>
            </a:r>
            <a:r>
              <a:rPr sz="1100" dirty="0">
                <a:solidFill>
                  <a:srgbClr val="FFFFFF"/>
                </a:solidFill>
                <a:cs typeface="Calibri"/>
              </a:rPr>
              <a:t>Query</a:t>
            </a:r>
            <a:r>
              <a:rPr sz="1100" spc="-35" dirty="0">
                <a:solidFill>
                  <a:srgbClr val="FFFFFF"/>
                </a:solidFill>
                <a:cs typeface="Calibri"/>
              </a:rPr>
              <a:t> </a:t>
            </a:r>
            <a:r>
              <a:rPr sz="1100" dirty="0">
                <a:solidFill>
                  <a:srgbClr val="FFFFFF"/>
                </a:solidFill>
                <a:cs typeface="Calibri"/>
              </a:rPr>
              <a:t>is</a:t>
            </a:r>
            <a:endParaRPr sz="1100">
              <a:solidFill>
                <a:prstClr val="black"/>
              </a:solidFill>
              <a:cs typeface="Calibri"/>
            </a:endParaRPr>
          </a:p>
          <a:p>
            <a:pPr marL="1905" algn="ctr">
              <a:lnSpc>
                <a:spcPts val="1260"/>
              </a:lnSpc>
            </a:pPr>
            <a:r>
              <a:rPr sz="1100" dirty="0">
                <a:solidFill>
                  <a:srgbClr val="FFFFFF"/>
                </a:solidFill>
                <a:cs typeface="Calibri"/>
              </a:rPr>
              <a:t>TRUE</a:t>
            </a:r>
            <a:endParaRPr sz="1100">
              <a:solidFill>
                <a:prstClr val="black"/>
              </a:solidFill>
              <a:cs typeface="Calibri"/>
            </a:endParaRPr>
          </a:p>
        </p:txBody>
      </p:sp>
      <p:sp>
        <p:nvSpPr>
          <p:cNvPr id="24" name="object 24"/>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25" name="object 10"/>
          <p:cNvSpPr txBox="1"/>
          <p:nvPr/>
        </p:nvSpPr>
        <p:spPr>
          <a:xfrm>
            <a:off x="116231" y="4950520"/>
            <a:ext cx="2806700" cy="1783080"/>
          </a:xfrm>
          <a:prstGeom prst="rect">
            <a:avLst/>
          </a:prstGeom>
        </p:spPr>
        <p:txBody>
          <a:bodyPr vert="horz" wrap="square" lIns="0" tIns="61594" rIns="0" bIns="0" rtlCol="0">
            <a:spAutoFit/>
          </a:bodyPr>
          <a:lstStyle/>
          <a:p>
            <a:pPr marL="38100">
              <a:spcBef>
                <a:spcPts val="484"/>
              </a:spcBef>
            </a:pPr>
            <a:r>
              <a:rPr sz="1600" dirty="0">
                <a:solidFill>
                  <a:prstClr val="black"/>
                </a:solidFill>
                <a:latin typeface="Arial MT"/>
                <a:cs typeface="Arial MT"/>
              </a:rPr>
              <a:t>R</a:t>
            </a:r>
            <a:r>
              <a:rPr sz="1575" baseline="-21164" dirty="0">
                <a:solidFill>
                  <a:prstClr val="black"/>
                </a:solidFill>
                <a:latin typeface="Arial MT"/>
                <a:cs typeface="Arial MT"/>
              </a:rPr>
              <a:t>1</a:t>
            </a:r>
            <a:r>
              <a:rPr sz="1575" spc="195" baseline="-21164" dirty="0">
                <a:solidFill>
                  <a:prstClr val="black"/>
                </a:solidFill>
                <a:latin typeface="Arial MT"/>
                <a:cs typeface="Arial MT"/>
              </a:rPr>
              <a:t> </a:t>
            </a:r>
            <a:r>
              <a:rPr sz="1600"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385"/>
              </a:spcBef>
            </a:pPr>
            <a:r>
              <a:rPr sz="1600" strike="sngStrike" spc="-10" dirty="0">
                <a:solidFill>
                  <a:prstClr val="black"/>
                </a:solidFill>
                <a:latin typeface="Arial MT"/>
                <a:cs typeface="Arial MT"/>
              </a:rPr>
              <a:t>R</a:t>
            </a:r>
            <a:r>
              <a:rPr sz="1575" strike="sngStrike" spc="-15" baseline="-21164" dirty="0">
                <a:solidFill>
                  <a:prstClr val="black"/>
                </a:solidFill>
                <a:latin typeface="Arial MT"/>
                <a:cs typeface="Arial MT"/>
              </a:rPr>
              <a:t>2</a:t>
            </a:r>
            <a:r>
              <a:rPr sz="1050" strike="sngStrike" spc="160" dirty="0">
                <a:solidFill>
                  <a:prstClr val="black"/>
                </a:solidFill>
                <a:latin typeface="Arial MT"/>
                <a:cs typeface="Arial MT"/>
              </a:rPr>
              <a:t> </a:t>
            </a:r>
            <a:r>
              <a:rPr sz="1600" strike="sngStrike" dirty="0">
                <a:solidFill>
                  <a:prstClr val="black"/>
                </a:solidFill>
                <a:latin typeface="Arial MT"/>
                <a:cs typeface="Arial MT"/>
              </a:rPr>
              <a:t>:</a:t>
            </a:r>
            <a:r>
              <a:rPr sz="1600" strike="sngStrike" spc="10" dirty="0">
                <a:solidFill>
                  <a:prstClr val="black"/>
                </a:solidFill>
                <a:latin typeface="Arial MT"/>
                <a:cs typeface="Arial MT"/>
              </a:rPr>
              <a:t> </a:t>
            </a:r>
            <a:r>
              <a:rPr sz="1600" strike="sngStrike" spc="-10" dirty="0">
                <a:solidFill>
                  <a:prstClr val="black"/>
                </a:solidFill>
                <a:latin typeface="Arial MT"/>
                <a:cs typeface="Arial MT"/>
              </a:rPr>
              <a:t>B</a:t>
            </a:r>
            <a:r>
              <a:rPr sz="1575" strike="sngStrike" spc="-15" baseline="-21164" dirty="0">
                <a:solidFill>
                  <a:prstClr val="black"/>
                </a:solidFill>
                <a:latin typeface="Arial MT"/>
                <a:cs typeface="Arial MT"/>
              </a:rPr>
              <a:t>1,1</a:t>
            </a:r>
            <a:r>
              <a:rPr sz="1050" strike="sngStrike" spc="160"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strike="sngStrike" spc="-10" dirty="0">
                <a:solidFill>
                  <a:prstClr val="black"/>
                </a:solidFill>
                <a:latin typeface="Arial MT"/>
                <a:cs typeface="Arial MT"/>
              </a:rPr>
              <a:t>(P</a:t>
            </a:r>
            <a:r>
              <a:rPr sz="1575" strike="sngStrike" spc="-15" baseline="-21164" dirty="0">
                <a:solidFill>
                  <a:prstClr val="black"/>
                </a:solidFill>
                <a:latin typeface="Arial MT"/>
                <a:cs typeface="Arial MT"/>
              </a:rPr>
              <a:t>1,2</a:t>
            </a:r>
            <a:r>
              <a:rPr sz="1050" strike="sngStrike" spc="185" dirty="0">
                <a:solidFill>
                  <a:prstClr val="black"/>
                </a:solidFill>
                <a:latin typeface="Arial MT"/>
                <a:cs typeface="Arial MT"/>
              </a:rPr>
              <a:t> </a:t>
            </a:r>
            <a:r>
              <a:rPr sz="1600" strike="sngStrike" spc="5" dirty="0">
                <a:solidFill>
                  <a:prstClr val="black"/>
                </a:solidFill>
                <a:latin typeface="Cambria Math"/>
                <a:cs typeface="Cambria Math"/>
              </a:rPr>
              <a:t>⋁</a:t>
            </a:r>
            <a:r>
              <a:rPr sz="1600" strike="sngStrike" spc="85" dirty="0">
                <a:solidFill>
                  <a:prstClr val="black"/>
                </a:solidFill>
                <a:latin typeface="Cambria Math"/>
                <a:cs typeface="Cambria Math"/>
              </a:rPr>
              <a:t> </a:t>
            </a:r>
            <a:r>
              <a:rPr sz="1600" strike="sngStrike" spc="-5" dirty="0">
                <a:solidFill>
                  <a:prstClr val="black"/>
                </a:solidFill>
                <a:latin typeface="Arial MT"/>
                <a:cs typeface="Arial MT"/>
              </a:rPr>
              <a:t>P</a:t>
            </a:r>
            <a:r>
              <a:rPr sz="1575" strike="sngStrike" spc="-7" baseline="-21164" dirty="0">
                <a:solidFill>
                  <a:prstClr val="black"/>
                </a:solidFill>
                <a:latin typeface="Arial MT"/>
                <a:cs typeface="Arial MT"/>
              </a:rPr>
              <a:t>2,1</a:t>
            </a:r>
            <a:r>
              <a:rPr sz="1600" strike="sngStrike" spc="-5" dirty="0">
                <a:solidFill>
                  <a:prstClr val="black"/>
                </a:solidFill>
                <a:latin typeface="Arial MT"/>
                <a:cs typeface="Arial MT"/>
              </a:rPr>
              <a:t>)</a:t>
            </a:r>
            <a:endParaRPr sz="1600" dirty="0">
              <a:solidFill>
                <a:prstClr val="black"/>
              </a:solidFill>
              <a:latin typeface="Arial MT"/>
              <a:cs typeface="Arial MT"/>
            </a:endParaRPr>
          </a:p>
          <a:p>
            <a:pPr marL="38100">
              <a:spcBef>
                <a:spcPts val="385"/>
              </a:spcBef>
            </a:pPr>
            <a:r>
              <a:rPr sz="1600" b="1" strike="sngStrike" spc="-10" dirty="0">
                <a:solidFill>
                  <a:prstClr val="black"/>
                </a:solidFill>
                <a:latin typeface="Arial"/>
                <a:cs typeface="Arial"/>
              </a:rPr>
              <a:t>R</a:t>
            </a:r>
            <a:r>
              <a:rPr sz="1575" b="1" strike="sngStrike" spc="-15" baseline="-21164" dirty="0">
                <a:solidFill>
                  <a:prstClr val="black"/>
                </a:solidFill>
                <a:latin typeface="Arial"/>
                <a:cs typeface="Arial"/>
              </a:rPr>
              <a:t>3</a:t>
            </a:r>
            <a:r>
              <a:rPr sz="1050" b="1" strike="sngStrike" spc="160" dirty="0">
                <a:solidFill>
                  <a:prstClr val="black"/>
                </a:solidFill>
                <a:latin typeface="Arial"/>
                <a:cs typeface="Arial"/>
              </a:rPr>
              <a:t> </a:t>
            </a:r>
            <a:r>
              <a:rPr sz="1600" b="1" strike="sngStrike" dirty="0">
                <a:solidFill>
                  <a:prstClr val="black"/>
                </a:solidFill>
                <a:latin typeface="Arial"/>
                <a:cs typeface="Arial"/>
              </a:rPr>
              <a:t>: </a:t>
            </a:r>
            <a:r>
              <a:rPr sz="1600" b="1" strike="sngStrike" spc="-10" dirty="0">
                <a:solidFill>
                  <a:prstClr val="black"/>
                </a:solidFill>
                <a:latin typeface="Arial"/>
                <a:cs typeface="Arial"/>
              </a:rPr>
              <a:t>B</a:t>
            </a:r>
            <a:r>
              <a:rPr sz="1575" b="1" strike="sngStrike" spc="-15" baseline="-21164" dirty="0">
                <a:solidFill>
                  <a:prstClr val="black"/>
                </a:solidFill>
                <a:latin typeface="Arial"/>
                <a:cs typeface="Arial"/>
              </a:rPr>
              <a:t>2,1</a:t>
            </a:r>
            <a:r>
              <a:rPr sz="1050" b="1" strike="sngStrike" spc="180" dirty="0">
                <a:solidFill>
                  <a:prstClr val="black"/>
                </a:solidFill>
                <a:latin typeface="Arial"/>
                <a:cs typeface="Arial"/>
              </a:rPr>
              <a:t> </a:t>
            </a:r>
            <a:r>
              <a:rPr sz="1600" strike="sngStrike" spc="10" dirty="0">
                <a:solidFill>
                  <a:prstClr val="black"/>
                </a:solidFill>
                <a:latin typeface="Cambria Math"/>
                <a:cs typeface="Cambria Math"/>
              </a:rPr>
              <a:t>⟺</a:t>
            </a:r>
            <a:r>
              <a:rPr sz="1600" strike="sngStrike" spc="10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1,1</a:t>
            </a:r>
            <a:r>
              <a:rPr sz="1050" b="1" strike="sngStrike" spc="19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10" dirty="0">
                <a:solidFill>
                  <a:prstClr val="black"/>
                </a:solidFill>
                <a:latin typeface="Arial"/>
                <a:cs typeface="Arial"/>
              </a:rPr>
              <a:t>P</a:t>
            </a:r>
            <a:r>
              <a:rPr sz="1575" b="1" strike="sngStrike" spc="-15" baseline="-21164" dirty="0">
                <a:solidFill>
                  <a:prstClr val="black"/>
                </a:solidFill>
                <a:latin typeface="Arial"/>
                <a:cs typeface="Arial"/>
              </a:rPr>
              <a:t>2,2</a:t>
            </a:r>
            <a:r>
              <a:rPr sz="1050" b="1" strike="sngStrike" spc="170" dirty="0">
                <a:solidFill>
                  <a:prstClr val="black"/>
                </a:solidFill>
                <a:latin typeface="Arial"/>
                <a:cs typeface="Arial"/>
              </a:rPr>
              <a:t> </a:t>
            </a:r>
            <a:r>
              <a:rPr sz="1600" strike="sngStrike" spc="5" dirty="0">
                <a:solidFill>
                  <a:prstClr val="black"/>
                </a:solidFill>
                <a:latin typeface="Cambria Math"/>
                <a:cs typeface="Cambria Math"/>
              </a:rPr>
              <a:t>⋁</a:t>
            </a:r>
            <a:r>
              <a:rPr sz="1600" strike="sngStrike" spc="80" dirty="0">
                <a:solidFill>
                  <a:prstClr val="black"/>
                </a:solidFill>
                <a:latin typeface="Cambria Math"/>
                <a:cs typeface="Cambria Math"/>
              </a:rPr>
              <a:t> </a:t>
            </a:r>
            <a:r>
              <a:rPr sz="1600" b="1" strike="sngStrike" spc="-5" dirty="0">
                <a:solidFill>
                  <a:prstClr val="black"/>
                </a:solidFill>
                <a:latin typeface="Arial"/>
                <a:cs typeface="Arial"/>
              </a:rPr>
              <a:t>P</a:t>
            </a:r>
            <a:r>
              <a:rPr sz="1575" b="1" strike="sngStrike" spc="-7" baseline="-21164" dirty="0">
                <a:solidFill>
                  <a:prstClr val="black"/>
                </a:solidFill>
                <a:latin typeface="Arial"/>
                <a:cs typeface="Arial"/>
              </a:rPr>
              <a:t>3,1</a:t>
            </a:r>
            <a:r>
              <a:rPr sz="1575" b="1" strike="sngStrike" baseline="-21164" dirty="0">
                <a:solidFill>
                  <a:prstClr val="black"/>
                </a:solidFill>
                <a:latin typeface="Arial"/>
                <a:cs typeface="Arial"/>
              </a:rPr>
              <a:t> </a:t>
            </a:r>
            <a:r>
              <a:rPr sz="1600" b="1" strike="sngStrike" dirty="0">
                <a:solidFill>
                  <a:prstClr val="black"/>
                </a:solidFill>
                <a:latin typeface="Arial"/>
                <a:cs typeface="Arial"/>
              </a:rPr>
              <a:t>)</a:t>
            </a:r>
            <a:endParaRPr sz="1600" dirty="0">
              <a:solidFill>
                <a:prstClr val="black"/>
              </a:solidFill>
              <a:latin typeface="Arial"/>
              <a:cs typeface="Arial"/>
            </a:endParaRPr>
          </a:p>
          <a:p>
            <a:pPr marL="38100">
              <a:spcBef>
                <a:spcPts val="385"/>
              </a:spcBef>
            </a:pPr>
            <a:r>
              <a:rPr sz="1600" spc="-5" dirty="0">
                <a:solidFill>
                  <a:prstClr val="black"/>
                </a:solidFill>
                <a:latin typeface="Arial MT"/>
                <a:cs typeface="Arial MT"/>
              </a:rPr>
              <a:t>R</a:t>
            </a:r>
            <a:r>
              <a:rPr sz="1575" spc="-7" baseline="-21164" dirty="0">
                <a:solidFill>
                  <a:prstClr val="black"/>
                </a:solidFill>
                <a:latin typeface="Arial MT"/>
                <a:cs typeface="Arial MT"/>
              </a:rPr>
              <a:t>4</a:t>
            </a:r>
            <a:r>
              <a:rPr sz="1575" spc="195" baseline="-21164" dirty="0">
                <a:solidFill>
                  <a:prstClr val="black"/>
                </a:solidFill>
                <a:latin typeface="Arial MT"/>
                <a:cs typeface="Arial MT"/>
              </a:rPr>
              <a:t> </a:t>
            </a:r>
            <a:r>
              <a:rPr sz="1600" dirty="0">
                <a:solidFill>
                  <a:prstClr val="black"/>
                </a:solidFill>
                <a:latin typeface="Arial MT"/>
                <a:cs typeface="Arial MT"/>
              </a:rPr>
              <a:t>:</a:t>
            </a:r>
            <a:r>
              <a:rPr sz="1600" spc="5" dirty="0">
                <a:solidFill>
                  <a:prstClr val="black"/>
                </a:solidFill>
                <a:latin typeface="Arial MT"/>
                <a:cs typeface="Arial MT"/>
              </a:rPr>
              <a:t> </a:t>
            </a:r>
            <a:r>
              <a:rPr sz="1600" spc="5" dirty="0">
                <a:solidFill>
                  <a:prstClr val="black"/>
                </a:solidFill>
                <a:latin typeface="Cambria Math"/>
                <a:cs typeface="Cambria Math"/>
              </a:rPr>
              <a:t>¬</a:t>
            </a:r>
            <a:r>
              <a:rPr sz="1600" spc="55" dirty="0">
                <a:solidFill>
                  <a:prstClr val="black"/>
                </a:solidFill>
                <a:latin typeface="Cambria Math"/>
                <a:cs typeface="Cambria Math"/>
              </a:rPr>
              <a:t> </a:t>
            </a:r>
            <a:r>
              <a:rPr sz="1600" spc="-5" dirty="0">
                <a:solidFill>
                  <a:prstClr val="black"/>
                </a:solidFill>
                <a:latin typeface="Arial MT"/>
                <a:cs typeface="Arial MT"/>
              </a:rPr>
              <a:t>B</a:t>
            </a:r>
            <a:r>
              <a:rPr sz="1575" spc="-7" baseline="-21164" dirty="0">
                <a:solidFill>
                  <a:prstClr val="black"/>
                </a:solidFill>
                <a:latin typeface="Arial MT"/>
                <a:cs typeface="Arial MT"/>
              </a:rPr>
              <a:t>1,1</a:t>
            </a:r>
            <a:endParaRPr sz="1575" baseline="-21164" dirty="0">
              <a:solidFill>
                <a:prstClr val="black"/>
              </a:solidFill>
              <a:latin typeface="Arial MT"/>
              <a:cs typeface="Arial MT"/>
            </a:endParaRPr>
          </a:p>
          <a:p>
            <a:pPr marL="38100">
              <a:spcBef>
                <a:spcPts val="770"/>
              </a:spcBef>
            </a:pPr>
            <a:r>
              <a:rPr sz="2400" spc="-7" baseline="13888" dirty="0">
                <a:solidFill>
                  <a:prstClr val="black"/>
                </a:solidFill>
                <a:latin typeface="Arial MT"/>
                <a:cs typeface="Arial MT"/>
              </a:rPr>
              <a:t>R</a:t>
            </a:r>
            <a:r>
              <a:rPr sz="1050" spc="-5" dirty="0">
                <a:solidFill>
                  <a:prstClr val="black"/>
                </a:solidFill>
                <a:latin typeface="Arial MT"/>
                <a:cs typeface="Arial MT"/>
              </a:rPr>
              <a:t>5</a:t>
            </a:r>
            <a:r>
              <a:rPr sz="1050" spc="125"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B</a:t>
            </a:r>
            <a:r>
              <a:rPr sz="1050" spc="-5" dirty="0">
                <a:solidFill>
                  <a:prstClr val="black"/>
                </a:solidFill>
                <a:latin typeface="Arial MT"/>
                <a:cs typeface="Arial MT"/>
              </a:rPr>
              <a:t>2,1</a:t>
            </a:r>
            <a:endParaRPr sz="1050" dirty="0">
              <a:solidFill>
                <a:prstClr val="black"/>
              </a:solidFill>
              <a:latin typeface="Arial MT"/>
              <a:cs typeface="Arial MT"/>
            </a:endParaRPr>
          </a:p>
          <a:p>
            <a:pPr marL="38100"/>
            <a:r>
              <a:rPr sz="1600" spc="-5" dirty="0">
                <a:solidFill>
                  <a:prstClr val="black"/>
                </a:solidFill>
                <a:latin typeface="Arial MT"/>
                <a:cs typeface="Arial MT"/>
              </a:rPr>
              <a:t>Query:</a:t>
            </a:r>
            <a:r>
              <a:rPr sz="1600" spc="-10" dirty="0">
                <a:solidFill>
                  <a:prstClr val="black"/>
                </a:solidFill>
                <a:latin typeface="Arial MT"/>
                <a:cs typeface="Arial MT"/>
              </a:rPr>
              <a:t> </a:t>
            </a:r>
            <a:r>
              <a:rPr sz="1600" spc="5" dirty="0">
                <a:solidFill>
                  <a:prstClr val="black"/>
                </a:solidFill>
                <a:latin typeface="Cambria Math"/>
                <a:cs typeface="Cambria Math"/>
              </a:rPr>
              <a:t>¬</a:t>
            </a:r>
            <a:r>
              <a:rPr sz="1600" spc="80" dirty="0">
                <a:solidFill>
                  <a:prstClr val="black"/>
                </a:solidFill>
                <a:latin typeface="Cambria Math"/>
                <a:cs typeface="Cambria Math"/>
              </a:rPr>
              <a:t> </a:t>
            </a:r>
            <a:r>
              <a:rPr sz="1600" spc="-5" dirty="0">
                <a:solidFill>
                  <a:prstClr val="black"/>
                </a:solidFill>
                <a:latin typeface="Arial MT"/>
                <a:cs typeface="Arial MT"/>
              </a:rPr>
              <a:t>P</a:t>
            </a:r>
            <a:r>
              <a:rPr sz="1575" spc="-7" baseline="-21164" dirty="0">
                <a:solidFill>
                  <a:prstClr val="black"/>
                </a:solidFill>
                <a:latin typeface="Arial MT"/>
                <a:cs typeface="Arial MT"/>
              </a:rPr>
              <a:t>1,2</a:t>
            </a:r>
            <a:endParaRPr sz="1575" baseline="-21164" dirty="0">
              <a:solidFill>
                <a:prstClr val="black"/>
              </a:solidFill>
              <a:latin typeface="Arial MT"/>
              <a:cs typeface="Arial MT"/>
            </a:endParaRPr>
          </a:p>
        </p:txBody>
      </p:sp>
      <p:sp>
        <p:nvSpPr>
          <p:cNvPr id="26" name="object 11"/>
          <p:cNvSpPr txBox="1"/>
          <p:nvPr/>
        </p:nvSpPr>
        <p:spPr>
          <a:xfrm>
            <a:off x="2975608" y="4950520"/>
            <a:ext cx="2595880" cy="2075180"/>
          </a:xfrm>
          <a:prstGeom prst="rect">
            <a:avLst/>
          </a:prstGeom>
        </p:spPr>
        <p:txBody>
          <a:bodyPr vert="horz" wrap="square" lIns="0" tIns="61594" rIns="0" bIns="0" rtlCol="0">
            <a:spAutoFit/>
          </a:bodyPr>
          <a:lstStyle/>
          <a:p>
            <a:pPr marL="38100">
              <a:spcBef>
                <a:spcPts val="484"/>
              </a:spcBef>
            </a:pPr>
            <a:r>
              <a:rPr sz="2400" spc="-7" baseline="13888" dirty="0">
                <a:solidFill>
                  <a:prstClr val="black"/>
                </a:solidFill>
                <a:latin typeface="Arial MT"/>
                <a:cs typeface="Arial MT"/>
              </a:rPr>
              <a:t>R</a:t>
            </a:r>
            <a:r>
              <a:rPr sz="1050" spc="-5" dirty="0">
                <a:solidFill>
                  <a:prstClr val="black"/>
                </a:solidFill>
                <a:latin typeface="Arial MT"/>
                <a:cs typeface="Arial MT"/>
              </a:rPr>
              <a:t>6</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1,1</a:t>
            </a:r>
            <a:r>
              <a:rPr sz="1050" spc="170"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7</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1,2</a:t>
            </a:r>
            <a:r>
              <a:rPr sz="2400" spc="-7" baseline="13888" dirty="0">
                <a:solidFill>
                  <a:srgbClr val="001F5F"/>
                </a:solidFill>
                <a:latin typeface="Cambria Math"/>
                <a:cs typeface="Cambria Math"/>
              </a:rPr>
              <a:t>⋁</a:t>
            </a:r>
            <a:r>
              <a:rPr sz="2400" spc="150"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a:spcBef>
                <a:spcPts val="385"/>
              </a:spcBef>
            </a:pPr>
            <a:r>
              <a:rPr sz="2400" spc="-7" baseline="13888" dirty="0">
                <a:solidFill>
                  <a:prstClr val="black"/>
                </a:solidFill>
                <a:latin typeface="Arial MT"/>
                <a:cs typeface="Arial MT"/>
              </a:rPr>
              <a:t>R</a:t>
            </a:r>
            <a:r>
              <a:rPr sz="1050" spc="-5" dirty="0">
                <a:solidFill>
                  <a:prstClr val="black"/>
                </a:solidFill>
                <a:latin typeface="Arial MT"/>
                <a:cs typeface="Arial MT"/>
              </a:rPr>
              <a:t>8</a:t>
            </a:r>
            <a:r>
              <a:rPr sz="1050" spc="13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P</a:t>
            </a:r>
            <a:r>
              <a:rPr sz="1050" dirty="0">
                <a:solidFill>
                  <a:srgbClr val="001F5F"/>
                </a:solidFill>
                <a:latin typeface="Arial MT"/>
                <a:cs typeface="Arial MT"/>
              </a:rPr>
              <a:t>2,1</a:t>
            </a:r>
            <a:r>
              <a:rPr sz="1050" spc="155" dirty="0">
                <a:solidFill>
                  <a:srgbClr val="001F5F"/>
                </a:solidFill>
                <a:latin typeface="Arial MT"/>
                <a:cs typeface="Arial MT"/>
              </a:rPr>
              <a:t> </a:t>
            </a:r>
            <a:r>
              <a:rPr sz="2400" spc="7" baseline="13888" dirty="0">
                <a:solidFill>
                  <a:srgbClr val="001F5F"/>
                </a:solidFill>
                <a:latin typeface="Cambria Math"/>
                <a:cs typeface="Cambria Math"/>
              </a:rPr>
              <a:t>⋁</a:t>
            </a:r>
            <a:r>
              <a:rPr sz="2400" spc="112"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1,1</a:t>
            </a:r>
            <a:endParaRPr sz="1050" dirty="0">
              <a:solidFill>
                <a:prstClr val="black"/>
              </a:solidFill>
              <a:latin typeface="Arial MT"/>
              <a:cs typeface="Arial MT"/>
            </a:endParaRPr>
          </a:p>
          <a:p>
            <a:pPr marL="38100" marR="30480">
              <a:lnSpc>
                <a:spcPct val="120000"/>
              </a:lnSpc>
              <a:spcBef>
                <a:spcPts val="5"/>
              </a:spcBef>
            </a:pPr>
            <a:r>
              <a:rPr sz="2400" spc="-7" baseline="13888" dirty="0">
                <a:solidFill>
                  <a:prstClr val="black"/>
                </a:solidFill>
                <a:latin typeface="Arial MT"/>
                <a:cs typeface="Arial MT"/>
              </a:rPr>
              <a:t>R</a:t>
            </a:r>
            <a:r>
              <a:rPr sz="1050" spc="-5" dirty="0">
                <a:solidFill>
                  <a:prstClr val="black"/>
                </a:solidFill>
                <a:latin typeface="Arial MT"/>
                <a:cs typeface="Arial MT"/>
              </a:rPr>
              <a:t>9</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baseline="13888" dirty="0">
                <a:solidFill>
                  <a:srgbClr val="001F5F"/>
                </a:solidFill>
                <a:latin typeface="Cambria Math"/>
                <a:cs typeface="Cambria Math"/>
              </a:rPr>
              <a:t>¬</a:t>
            </a:r>
            <a:r>
              <a:rPr sz="2400" baseline="13888" dirty="0">
                <a:solidFill>
                  <a:srgbClr val="001F5F"/>
                </a:solidFill>
                <a:latin typeface="Arial MT"/>
                <a:cs typeface="Arial MT"/>
              </a:rPr>
              <a:t>B</a:t>
            </a:r>
            <a:r>
              <a:rPr sz="1050" dirty="0">
                <a:solidFill>
                  <a:srgbClr val="001F5F"/>
                </a:solidFill>
                <a:latin typeface="Arial MT"/>
                <a:cs typeface="Arial MT"/>
              </a:rPr>
              <a:t>2,1</a:t>
            </a:r>
            <a:r>
              <a:rPr sz="1050" spc="165"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1050" spc="150" dirty="0">
                <a:solidFill>
                  <a:srgbClr val="001F5F"/>
                </a:solidFill>
                <a:latin typeface="Arial MT"/>
                <a:cs typeface="Arial MT"/>
              </a:rPr>
              <a:t> </a:t>
            </a:r>
            <a:r>
              <a:rPr sz="2400" spc="7" baseline="13888" dirty="0">
                <a:solidFill>
                  <a:srgbClr val="001F5F"/>
                </a:solidFill>
                <a:latin typeface="Cambria Math"/>
                <a:cs typeface="Cambria Math"/>
              </a:rPr>
              <a:t>⋁</a:t>
            </a:r>
            <a:r>
              <a:rPr sz="2400" spc="120"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a:t>
            </a:r>
            <a:r>
              <a:rPr sz="2400" spc="127" baseline="13888" dirty="0">
                <a:solidFill>
                  <a:srgbClr val="001F5F"/>
                </a:solidFill>
                <a:latin typeface="Cambria Math"/>
                <a:cs typeface="Cambria Math"/>
              </a:rPr>
              <a:t> </a:t>
            </a:r>
            <a:r>
              <a:rPr sz="2400" spc="-7" baseline="13888" dirty="0">
                <a:solidFill>
                  <a:srgbClr val="001F5F"/>
                </a:solidFill>
                <a:latin typeface="Arial MT"/>
                <a:cs typeface="Arial MT"/>
              </a:rPr>
              <a:t>P</a:t>
            </a:r>
            <a:r>
              <a:rPr sz="1050" spc="-5" dirty="0">
                <a:solidFill>
                  <a:srgbClr val="001F5F"/>
                </a:solidFill>
                <a:latin typeface="Arial MT"/>
                <a:cs typeface="Arial MT"/>
              </a:rPr>
              <a:t>3,1 </a:t>
            </a:r>
            <a:r>
              <a:rPr sz="1050" spc="-275"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10</a:t>
            </a:r>
            <a:r>
              <a:rPr sz="1050" spc="145" dirty="0">
                <a:solidFill>
                  <a:prstClr val="black"/>
                </a:solidFill>
                <a:latin typeface="Arial MT"/>
                <a:cs typeface="Arial MT"/>
              </a:rPr>
              <a:t> </a:t>
            </a:r>
            <a:r>
              <a:rPr sz="2400" baseline="13888" dirty="0">
                <a:solidFill>
                  <a:prstClr val="black"/>
                </a:solidFill>
                <a:latin typeface="Arial MT"/>
                <a:cs typeface="Arial MT"/>
              </a:rPr>
              <a:t>:</a:t>
            </a:r>
            <a:r>
              <a:rPr sz="2400" spc="22"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1,1</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a:p>
            <a:pPr marL="38100" marR="1097280">
              <a:lnSpc>
                <a:spcPct val="120000"/>
              </a:lnSpc>
            </a:pPr>
            <a:r>
              <a:rPr sz="2400" spc="-44" baseline="13888" dirty="0">
                <a:solidFill>
                  <a:prstClr val="black"/>
                </a:solidFill>
                <a:latin typeface="Arial MT"/>
                <a:cs typeface="Arial MT"/>
              </a:rPr>
              <a:t>R</a:t>
            </a:r>
            <a:r>
              <a:rPr sz="1050" spc="-30" dirty="0">
                <a:solidFill>
                  <a:prstClr val="black"/>
                </a:solidFill>
                <a:latin typeface="Arial MT"/>
                <a:cs typeface="Arial MT"/>
              </a:rPr>
              <a:t>11</a:t>
            </a:r>
            <a:r>
              <a:rPr sz="1050" spc="-25" dirty="0">
                <a:solidFill>
                  <a:prstClr val="black"/>
                </a:solidFill>
                <a:latin typeface="Arial MT"/>
                <a:cs typeface="Arial MT"/>
              </a:rPr>
              <a:t> </a:t>
            </a:r>
            <a:r>
              <a:rPr sz="2400"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2,2</a:t>
            </a:r>
            <a:r>
              <a:rPr sz="2400" spc="-7"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 </a:t>
            </a:r>
            <a:r>
              <a:rPr sz="1050" spc="-280" dirty="0">
                <a:solidFill>
                  <a:srgbClr val="001F5F"/>
                </a:solidFill>
                <a:latin typeface="Arial MT"/>
                <a:cs typeface="Arial MT"/>
              </a:rPr>
              <a:t> </a:t>
            </a:r>
            <a:r>
              <a:rPr sz="2400" spc="-7" baseline="13888" dirty="0">
                <a:solidFill>
                  <a:prstClr val="black"/>
                </a:solidFill>
                <a:latin typeface="Arial MT"/>
                <a:cs typeface="Arial MT"/>
              </a:rPr>
              <a:t>R</a:t>
            </a:r>
            <a:r>
              <a:rPr sz="1050" spc="-5" dirty="0">
                <a:solidFill>
                  <a:prstClr val="black"/>
                </a:solidFill>
                <a:latin typeface="Arial MT"/>
                <a:cs typeface="Arial MT"/>
              </a:rPr>
              <a:t>12</a:t>
            </a:r>
            <a:r>
              <a:rPr sz="1050" spc="130" dirty="0">
                <a:solidFill>
                  <a:prstClr val="black"/>
                </a:solidFill>
                <a:latin typeface="Arial MT"/>
                <a:cs typeface="Arial MT"/>
              </a:rPr>
              <a:t> </a:t>
            </a:r>
            <a:r>
              <a:rPr sz="2400" baseline="13888" dirty="0">
                <a:solidFill>
                  <a:prstClr val="black"/>
                </a:solidFill>
                <a:latin typeface="Arial MT"/>
                <a:cs typeface="Arial MT"/>
              </a:rPr>
              <a:t>:</a:t>
            </a:r>
            <a:r>
              <a:rPr sz="2400" spc="-7" baseline="13888" dirty="0">
                <a:solidFill>
                  <a:prstClr val="black"/>
                </a:solidFill>
                <a:latin typeface="Arial MT"/>
                <a:cs typeface="Arial MT"/>
              </a:rPr>
              <a:t> </a:t>
            </a:r>
            <a:r>
              <a:rPr sz="2400" spc="-7" baseline="13888" dirty="0">
                <a:solidFill>
                  <a:srgbClr val="001F5F"/>
                </a:solidFill>
                <a:latin typeface="Cambria Math"/>
                <a:cs typeface="Cambria Math"/>
              </a:rPr>
              <a:t>¬</a:t>
            </a:r>
            <a:r>
              <a:rPr sz="2400" spc="-7" baseline="13888" dirty="0">
                <a:solidFill>
                  <a:srgbClr val="001F5F"/>
                </a:solidFill>
                <a:latin typeface="Arial MT"/>
                <a:cs typeface="Arial MT"/>
              </a:rPr>
              <a:t>P</a:t>
            </a:r>
            <a:r>
              <a:rPr sz="1050" spc="-5" dirty="0">
                <a:solidFill>
                  <a:srgbClr val="001F5F"/>
                </a:solidFill>
                <a:latin typeface="Arial MT"/>
                <a:cs typeface="Arial MT"/>
              </a:rPr>
              <a:t>3,1</a:t>
            </a:r>
            <a:r>
              <a:rPr sz="2400" spc="-7" baseline="13888" dirty="0">
                <a:solidFill>
                  <a:srgbClr val="001F5F"/>
                </a:solidFill>
                <a:latin typeface="Cambria Math"/>
                <a:cs typeface="Cambria Math"/>
              </a:rPr>
              <a:t>⋁</a:t>
            </a:r>
            <a:r>
              <a:rPr sz="2400" spc="104" baseline="13888" dirty="0">
                <a:solidFill>
                  <a:srgbClr val="001F5F"/>
                </a:solidFill>
                <a:latin typeface="Cambria Math"/>
                <a:cs typeface="Cambria Math"/>
              </a:rPr>
              <a:t> </a:t>
            </a:r>
            <a:r>
              <a:rPr sz="2400" spc="-7" baseline="13888" dirty="0">
                <a:solidFill>
                  <a:srgbClr val="001F5F"/>
                </a:solidFill>
                <a:latin typeface="Arial MT"/>
                <a:cs typeface="Arial MT"/>
              </a:rPr>
              <a:t>B</a:t>
            </a:r>
            <a:r>
              <a:rPr sz="1050" spc="-5" dirty="0">
                <a:solidFill>
                  <a:srgbClr val="001F5F"/>
                </a:solidFill>
                <a:latin typeface="Arial MT"/>
                <a:cs typeface="Arial MT"/>
              </a:rPr>
              <a:t>2,1</a:t>
            </a:r>
            <a:endParaRPr sz="1050" dirty="0">
              <a:solidFill>
                <a:prstClr val="black"/>
              </a:solidFill>
              <a:latin typeface="Arial MT"/>
              <a:cs typeface="Arial MT"/>
            </a:endParaRPr>
          </a:p>
        </p:txBody>
      </p:sp>
    </p:spTree>
    <p:extLst>
      <p:ext uri="{BB962C8B-B14F-4D97-AF65-F5344CB8AC3E}">
        <p14:creationId xmlns:p14="http://schemas.microsoft.com/office/powerpoint/2010/main" val="29449167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371" y="827659"/>
            <a:ext cx="7898130" cy="1012190"/>
          </a:xfrm>
          <a:prstGeom prst="rect">
            <a:avLst/>
          </a:prstGeom>
        </p:spPr>
        <p:txBody>
          <a:bodyPr vert="horz" wrap="square" lIns="0" tIns="12700" rIns="0" bIns="0" rtlCol="0">
            <a:spAutoFit/>
          </a:bodyPr>
          <a:lstStyle/>
          <a:p>
            <a:pPr marL="3658235">
              <a:spcBef>
                <a:spcPts val="100"/>
              </a:spcBef>
            </a:pPr>
            <a:r>
              <a:rPr b="1" spc="-155" dirty="0">
                <a:solidFill>
                  <a:srgbClr val="996600"/>
                </a:solidFill>
                <a:latin typeface="Arial"/>
                <a:cs typeface="Arial"/>
              </a:rPr>
              <a:t>U</a:t>
            </a:r>
            <a:r>
              <a:rPr b="1" spc="-140" dirty="0">
                <a:solidFill>
                  <a:srgbClr val="996600"/>
                </a:solidFill>
                <a:latin typeface="Arial"/>
                <a:cs typeface="Arial"/>
              </a:rPr>
              <a:t>n</a:t>
            </a:r>
            <a:r>
              <a:rPr b="1" spc="-145" dirty="0">
                <a:solidFill>
                  <a:srgbClr val="996600"/>
                </a:solidFill>
                <a:latin typeface="Arial"/>
                <a:cs typeface="Arial"/>
              </a:rPr>
              <a:t>i</a:t>
            </a:r>
            <a:r>
              <a:rPr b="1" dirty="0">
                <a:solidFill>
                  <a:srgbClr val="996600"/>
                </a:solidFill>
                <a:latin typeface="Arial"/>
                <a:cs typeface="Arial"/>
              </a:rPr>
              <a:t>t</a:t>
            </a:r>
            <a:r>
              <a:rPr b="1" spc="-335" dirty="0">
                <a:solidFill>
                  <a:srgbClr val="996600"/>
                </a:solidFill>
                <a:latin typeface="Arial"/>
                <a:cs typeface="Arial"/>
              </a:rPr>
              <a:t> </a:t>
            </a:r>
            <a:r>
              <a:rPr b="1" spc="-155" dirty="0">
                <a:solidFill>
                  <a:srgbClr val="996600"/>
                </a:solidFill>
                <a:latin typeface="Arial"/>
                <a:cs typeface="Arial"/>
              </a:rPr>
              <a:t>R</a:t>
            </a:r>
            <a:r>
              <a:rPr b="1" spc="-140" dirty="0">
                <a:solidFill>
                  <a:srgbClr val="996600"/>
                </a:solidFill>
                <a:latin typeface="Arial"/>
                <a:cs typeface="Arial"/>
              </a:rPr>
              <a:t>eso</a:t>
            </a:r>
            <a:r>
              <a:rPr b="1" spc="-145" dirty="0">
                <a:solidFill>
                  <a:srgbClr val="996600"/>
                </a:solidFill>
                <a:latin typeface="Arial"/>
                <a:cs typeface="Arial"/>
              </a:rPr>
              <a:t>l</a:t>
            </a:r>
            <a:r>
              <a:rPr b="1" spc="-140" dirty="0">
                <a:solidFill>
                  <a:srgbClr val="996600"/>
                </a:solidFill>
                <a:latin typeface="Arial"/>
                <a:cs typeface="Arial"/>
              </a:rPr>
              <a:t>u</a:t>
            </a:r>
            <a:r>
              <a:rPr b="1" spc="-145" dirty="0">
                <a:solidFill>
                  <a:srgbClr val="996600"/>
                </a:solidFill>
                <a:latin typeface="Arial"/>
                <a:cs typeface="Arial"/>
              </a:rPr>
              <a:t>ti</a:t>
            </a:r>
            <a:r>
              <a:rPr b="1" spc="-140" dirty="0">
                <a:solidFill>
                  <a:srgbClr val="996600"/>
                </a:solidFill>
                <a:latin typeface="Arial"/>
                <a:cs typeface="Arial"/>
              </a:rPr>
              <a:t>o</a:t>
            </a:r>
            <a:r>
              <a:rPr b="1" spc="-165" dirty="0">
                <a:solidFill>
                  <a:srgbClr val="996600"/>
                </a:solidFill>
                <a:latin typeface="Arial"/>
                <a:cs typeface="Arial"/>
              </a:rPr>
              <a:t>n</a:t>
            </a:r>
            <a:r>
              <a:rPr b="1" dirty="0">
                <a:solidFill>
                  <a:srgbClr val="996600"/>
                </a:solidFill>
                <a:latin typeface="Arial"/>
                <a:cs typeface="Arial"/>
              </a:rPr>
              <a:t>:</a:t>
            </a:r>
            <a:r>
              <a:rPr b="1" spc="-370" dirty="0">
                <a:solidFill>
                  <a:srgbClr val="996600"/>
                </a:solidFill>
                <a:latin typeface="Arial"/>
                <a:cs typeface="Arial"/>
              </a:rPr>
              <a:t> </a:t>
            </a:r>
            <a:r>
              <a:rPr b="1" spc="-155" dirty="0">
                <a:solidFill>
                  <a:prstClr val="black"/>
                </a:solidFill>
                <a:latin typeface="Arial"/>
                <a:cs typeface="Arial"/>
              </a:rPr>
              <a:t>Q</a:t>
            </a:r>
            <a:r>
              <a:rPr b="1" spc="-145" dirty="0">
                <a:solidFill>
                  <a:prstClr val="black"/>
                </a:solidFill>
                <a:latin typeface="Arial"/>
                <a:cs typeface="Arial"/>
              </a:rPr>
              <a:t>ue</a:t>
            </a:r>
            <a:r>
              <a:rPr b="1" spc="-155" dirty="0">
                <a:solidFill>
                  <a:prstClr val="black"/>
                </a:solidFill>
                <a:latin typeface="Arial"/>
                <a:cs typeface="Arial"/>
              </a:rPr>
              <a:t>r</a:t>
            </a:r>
            <a:r>
              <a:rPr b="1" spc="-240" dirty="0">
                <a:solidFill>
                  <a:prstClr val="black"/>
                </a:solidFill>
                <a:latin typeface="Arial"/>
                <a:cs typeface="Arial"/>
              </a:rPr>
              <a:t>y</a:t>
            </a:r>
            <a:r>
              <a:rPr b="1" dirty="0">
                <a:solidFill>
                  <a:prstClr val="black"/>
                </a:solidFill>
                <a:latin typeface="Arial"/>
                <a:cs typeface="Arial"/>
              </a:rPr>
              <a:t>:</a:t>
            </a:r>
            <a:r>
              <a:rPr b="1" spc="-235" dirty="0">
                <a:solidFill>
                  <a:prstClr val="black"/>
                </a:solidFill>
                <a:latin typeface="Arial"/>
                <a:cs typeface="Arial"/>
              </a:rPr>
              <a:t> </a:t>
            </a:r>
            <a:r>
              <a:rPr dirty="0">
                <a:solidFill>
                  <a:prstClr val="black"/>
                </a:solidFill>
                <a:latin typeface="Cambria Math"/>
                <a:cs typeface="Cambria Math"/>
              </a:rPr>
              <a:t>¬</a:t>
            </a:r>
            <a:r>
              <a:rPr spc="-210" dirty="0">
                <a:solidFill>
                  <a:prstClr val="black"/>
                </a:solidFill>
                <a:latin typeface="Cambria Math"/>
                <a:cs typeface="Cambria Math"/>
              </a:rPr>
              <a:t> </a:t>
            </a:r>
            <a:r>
              <a:rPr b="1" spc="-145" dirty="0">
                <a:solidFill>
                  <a:prstClr val="black"/>
                </a:solidFill>
                <a:latin typeface="Arial"/>
                <a:cs typeface="Arial"/>
              </a:rPr>
              <a:t>P</a:t>
            </a:r>
            <a:r>
              <a:rPr b="1" spc="-150" baseline="-20833" dirty="0">
                <a:solidFill>
                  <a:prstClr val="black"/>
                </a:solidFill>
                <a:latin typeface="Arial"/>
                <a:cs typeface="Arial"/>
              </a:rPr>
              <a:t>1</a:t>
            </a:r>
            <a:r>
              <a:rPr b="1" spc="-142" baseline="-20833" dirty="0">
                <a:solidFill>
                  <a:prstClr val="black"/>
                </a:solidFill>
                <a:latin typeface="Arial"/>
                <a:cs typeface="Arial"/>
              </a:rPr>
              <a:t>,</a:t>
            </a:r>
            <a:r>
              <a:rPr b="1" spc="-7" baseline="-20833" dirty="0">
                <a:solidFill>
                  <a:prstClr val="black"/>
                </a:solidFill>
                <a:latin typeface="Arial"/>
                <a:cs typeface="Arial"/>
              </a:rPr>
              <a:t>2</a:t>
            </a:r>
            <a:endParaRPr baseline="-20833">
              <a:solidFill>
                <a:prstClr val="black"/>
              </a:solidFill>
              <a:latin typeface="Arial"/>
              <a:cs typeface="Arial"/>
            </a:endParaRPr>
          </a:p>
          <a:p>
            <a:pPr>
              <a:spcBef>
                <a:spcPts val="50"/>
              </a:spcBef>
            </a:pPr>
            <a:endParaRPr sz="2950">
              <a:solidFill>
                <a:prstClr val="black"/>
              </a:solidFill>
              <a:latin typeface="Arial"/>
              <a:cs typeface="Arial"/>
            </a:endParaRPr>
          </a:p>
          <a:p>
            <a:pPr marL="25400"/>
            <a:r>
              <a:rPr spc="-105" dirty="0">
                <a:solidFill>
                  <a:prstClr val="black"/>
                </a:solidFill>
                <a:latin typeface="Arial MT"/>
                <a:cs typeface="Arial MT"/>
              </a:rPr>
              <a:t>To</a:t>
            </a:r>
            <a:r>
              <a:rPr spc="15" dirty="0">
                <a:solidFill>
                  <a:prstClr val="black"/>
                </a:solidFill>
                <a:latin typeface="Arial MT"/>
                <a:cs typeface="Arial MT"/>
              </a:rPr>
              <a:t> </a:t>
            </a:r>
            <a:r>
              <a:rPr dirty="0">
                <a:solidFill>
                  <a:prstClr val="black"/>
                </a:solidFill>
                <a:latin typeface="Arial MT"/>
                <a:cs typeface="Arial MT"/>
              </a:rPr>
              <a:t>find:</a:t>
            </a:r>
            <a:r>
              <a:rPr spc="-10" dirty="0">
                <a:solidFill>
                  <a:prstClr val="black"/>
                </a:solidFill>
                <a:latin typeface="Arial MT"/>
                <a:cs typeface="Arial MT"/>
              </a:rPr>
              <a:t> </a:t>
            </a:r>
            <a:r>
              <a:rPr dirty="0">
                <a:solidFill>
                  <a:prstClr val="black"/>
                </a:solidFill>
                <a:latin typeface="Arial MT"/>
                <a:cs typeface="Arial MT"/>
              </a:rPr>
              <a:t>Is there</a:t>
            </a:r>
            <a:r>
              <a:rPr spc="-35" dirty="0">
                <a:solidFill>
                  <a:prstClr val="black"/>
                </a:solidFill>
                <a:latin typeface="Arial MT"/>
                <a:cs typeface="Arial MT"/>
              </a:rPr>
              <a:t> </a:t>
            </a:r>
            <a:r>
              <a:rPr spc="-5" dirty="0">
                <a:solidFill>
                  <a:prstClr val="black"/>
                </a:solidFill>
                <a:latin typeface="Arial MT"/>
                <a:cs typeface="Arial MT"/>
              </a:rPr>
              <a:t>a</a:t>
            </a:r>
            <a:r>
              <a:rPr spc="10" dirty="0">
                <a:solidFill>
                  <a:prstClr val="black"/>
                </a:solidFill>
                <a:latin typeface="Arial MT"/>
                <a:cs typeface="Arial MT"/>
              </a:rPr>
              <a:t> </a:t>
            </a:r>
            <a:r>
              <a:rPr dirty="0">
                <a:solidFill>
                  <a:prstClr val="black"/>
                </a:solidFill>
                <a:latin typeface="Arial MT"/>
                <a:cs typeface="Arial MT"/>
              </a:rPr>
              <a:t>pit</a:t>
            </a:r>
            <a:r>
              <a:rPr spc="-10" dirty="0">
                <a:solidFill>
                  <a:prstClr val="black"/>
                </a:solidFill>
                <a:latin typeface="Arial MT"/>
                <a:cs typeface="Arial MT"/>
              </a:rPr>
              <a:t> </a:t>
            </a:r>
            <a:r>
              <a:rPr dirty="0">
                <a:solidFill>
                  <a:prstClr val="black"/>
                </a:solidFill>
                <a:latin typeface="Arial MT"/>
                <a:cs typeface="Arial MT"/>
              </a:rPr>
              <a:t>in</a:t>
            </a:r>
            <a:r>
              <a:rPr spc="-10" dirty="0">
                <a:solidFill>
                  <a:prstClr val="black"/>
                </a:solidFill>
                <a:latin typeface="Arial MT"/>
                <a:cs typeface="Arial MT"/>
              </a:rPr>
              <a:t> </a:t>
            </a:r>
            <a:r>
              <a:rPr dirty="0">
                <a:solidFill>
                  <a:prstClr val="black"/>
                </a:solidFill>
                <a:latin typeface="Arial MT"/>
                <a:cs typeface="Arial MT"/>
              </a:rPr>
              <a:t>location</a:t>
            </a:r>
            <a:r>
              <a:rPr spc="-60" dirty="0">
                <a:solidFill>
                  <a:prstClr val="black"/>
                </a:solidFill>
                <a:latin typeface="Arial MT"/>
                <a:cs typeface="Arial MT"/>
              </a:rPr>
              <a:t> </a:t>
            </a:r>
            <a:r>
              <a:rPr dirty="0">
                <a:solidFill>
                  <a:prstClr val="black"/>
                </a:solidFill>
                <a:latin typeface="Arial MT"/>
                <a:cs typeface="Arial MT"/>
              </a:rPr>
              <a:t>(1,2)</a:t>
            </a:r>
            <a:r>
              <a:rPr spc="-15" dirty="0">
                <a:solidFill>
                  <a:prstClr val="black"/>
                </a:solidFill>
                <a:latin typeface="Arial MT"/>
                <a:cs typeface="Arial MT"/>
              </a:rPr>
              <a:t> </a:t>
            </a:r>
            <a:r>
              <a:rPr dirty="0">
                <a:solidFill>
                  <a:prstClr val="black"/>
                </a:solidFill>
                <a:latin typeface="Arial MT"/>
                <a:cs typeface="Arial MT"/>
              </a:rPr>
              <a:t>using</a:t>
            </a:r>
            <a:r>
              <a:rPr spc="-35" dirty="0">
                <a:solidFill>
                  <a:prstClr val="black"/>
                </a:solidFill>
                <a:latin typeface="Arial MT"/>
                <a:cs typeface="Arial MT"/>
              </a:rPr>
              <a:t> </a:t>
            </a:r>
            <a:r>
              <a:rPr dirty="0">
                <a:solidFill>
                  <a:prstClr val="black"/>
                </a:solidFill>
                <a:latin typeface="Arial MT"/>
                <a:cs typeface="Arial MT"/>
              </a:rPr>
              <a:t>the</a:t>
            </a:r>
            <a:r>
              <a:rPr spc="-10" dirty="0">
                <a:solidFill>
                  <a:prstClr val="black"/>
                </a:solidFill>
                <a:latin typeface="Arial MT"/>
                <a:cs typeface="Arial MT"/>
              </a:rPr>
              <a:t> </a:t>
            </a:r>
            <a:r>
              <a:rPr dirty="0">
                <a:solidFill>
                  <a:prstClr val="black"/>
                </a:solidFill>
                <a:latin typeface="Arial MT"/>
                <a:cs typeface="Arial MT"/>
              </a:rPr>
              <a:t>CNF</a:t>
            </a:r>
            <a:r>
              <a:rPr spc="10" dirty="0">
                <a:solidFill>
                  <a:prstClr val="black"/>
                </a:solidFill>
                <a:latin typeface="Arial MT"/>
                <a:cs typeface="Arial MT"/>
              </a:rPr>
              <a:t> </a:t>
            </a:r>
            <a:r>
              <a:rPr dirty="0">
                <a:solidFill>
                  <a:prstClr val="black"/>
                </a:solidFill>
                <a:latin typeface="Arial MT"/>
                <a:cs typeface="Arial MT"/>
              </a:rPr>
              <a:t>obtained</a:t>
            </a:r>
            <a:r>
              <a:rPr spc="-30" dirty="0">
                <a:solidFill>
                  <a:prstClr val="black"/>
                </a:solidFill>
                <a:latin typeface="Arial MT"/>
                <a:cs typeface="Arial MT"/>
              </a:rPr>
              <a:t> </a:t>
            </a:r>
            <a:r>
              <a:rPr dirty="0">
                <a:solidFill>
                  <a:prstClr val="black"/>
                </a:solidFill>
                <a:latin typeface="Arial MT"/>
                <a:cs typeface="Arial MT"/>
              </a:rPr>
              <a:t>in</a:t>
            </a:r>
            <a:r>
              <a:rPr spc="-10" dirty="0">
                <a:solidFill>
                  <a:prstClr val="black"/>
                </a:solidFill>
                <a:latin typeface="Arial MT"/>
                <a:cs typeface="Arial MT"/>
              </a:rPr>
              <a:t> </a:t>
            </a:r>
            <a:r>
              <a:rPr dirty="0">
                <a:solidFill>
                  <a:prstClr val="black"/>
                </a:solidFill>
                <a:latin typeface="Arial MT"/>
                <a:cs typeface="Arial MT"/>
              </a:rPr>
              <a:t>previous</a:t>
            </a:r>
            <a:r>
              <a:rPr spc="-30" dirty="0">
                <a:solidFill>
                  <a:prstClr val="black"/>
                </a:solidFill>
                <a:latin typeface="Arial MT"/>
                <a:cs typeface="Arial MT"/>
              </a:rPr>
              <a:t> </a:t>
            </a:r>
            <a:r>
              <a:rPr dirty="0">
                <a:solidFill>
                  <a:prstClr val="black"/>
                </a:solidFill>
                <a:latin typeface="Arial MT"/>
                <a:cs typeface="Arial MT"/>
              </a:rPr>
              <a:t>slide</a:t>
            </a:r>
            <a:endParaRPr>
              <a:solidFill>
                <a:prstClr val="black"/>
              </a:solidFill>
              <a:latin typeface="Arial MT"/>
              <a:cs typeface="Arial MT"/>
            </a:endParaRPr>
          </a:p>
        </p:txBody>
      </p:sp>
      <p:sp>
        <p:nvSpPr>
          <p:cNvPr id="3" name="object 3"/>
          <p:cNvSpPr txBox="1"/>
          <p:nvPr/>
        </p:nvSpPr>
        <p:spPr>
          <a:xfrm>
            <a:off x="1484630" y="3472941"/>
            <a:ext cx="608330" cy="270510"/>
          </a:xfrm>
          <a:prstGeom prst="rect">
            <a:avLst/>
          </a:prstGeom>
        </p:spPr>
        <p:txBody>
          <a:bodyPr vert="horz" wrap="square" lIns="0" tIns="13335" rIns="0" bIns="0" rtlCol="0">
            <a:spAutoFit/>
          </a:bodyPr>
          <a:lstStyle/>
          <a:p>
            <a:pPr marL="38100">
              <a:spcBef>
                <a:spcPts val="105"/>
              </a:spcBef>
            </a:pPr>
            <a:r>
              <a:rPr sz="2400" spc="7" baseline="13888" dirty="0">
                <a:solidFill>
                  <a:prstClr val="black"/>
                </a:solidFill>
                <a:latin typeface="Cambria Math"/>
                <a:cs typeface="Cambria Math"/>
              </a:rPr>
              <a:t>¬</a:t>
            </a:r>
            <a:r>
              <a:rPr sz="2400" spc="67" baseline="13888" dirty="0">
                <a:solidFill>
                  <a:prstClr val="black"/>
                </a:solidFill>
                <a:latin typeface="Cambria Math"/>
                <a:cs typeface="Cambria Math"/>
              </a:rPr>
              <a:t> </a:t>
            </a:r>
            <a:r>
              <a:rPr sz="2400" spc="-7" baseline="13888" dirty="0">
                <a:solidFill>
                  <a:prstClr val="black"/>
                </a:solidFill>
                <a:latin typeface="Arial MT"/>
                <a:cs typeface="Arial MT"/>
              </a:rPr>
              <a:t>B</a:t>
            </a:r>
            <a:r>
              <a:rPr sz="1050" spc="-5" dirty="0">
                <a:solidFill>
                  <a:prstClr val="black"/>
                </a:solidFill>
                <a:latin typeface="Arial MT"/>
                <a:cs typeface="Arial MT"/>
              </a:rPr>
              <a:t>1,1</a:t>
            </a:r>
            <a:endParaRPr sz="1050">
              <a:solidFill>
                <a:prstClr val="black"/>
              </a:solidFill>
              <a:latin typeface="Arial MT"/>
              <a:cs typeface="Arial MT"/>
            </a:endParaRPr>
          </a:p>
        </p:txBody>
      </p:sp>
      <p:sp>
        <p:nvSpPr>
          <p:cNvPr id="4" name="object 4"/>
          <p:cNvSpPr txBox="1"/>
          <p:nvPr/>
        </p:nvSpPr>
        <p:spPr>
          <a:xfrm>
            <a:off x="3350640" y="3472941"/>
            <a:ext cx="1120775" cy="270510"/>
          </a:xfrm>
          <a:prstGeom prst="rect">
            <a:avLst/>
          </a:prstGeom>
        </p:spPr>
        <p:txBody>
          <a:bodyPr vert="horz" wrap="square" lIns="0" tIns="13335" rIns="0" bIns="0" rtlCol="0">
            <a:spAutoFit/>
          </a:bodyPr>
          <a:lstStyle/>
          <a:p>
            <a:pPr marL="38100">
              <a:spcBef>
                <a:spcPts val="105"/>
              </a:spcBef>
            </a:pPr>
            <a:r>
              <a:rPr sz="2400" spc="-7" baseline="13888" dirty="0">
                <a:solidFill>
                  <a:prstClr val="black"/>
                </a:solidFill>
                <a:latin typeface="Cambria Math"/>
                <a:cs typeface="Cambria Math"/>
              </a:rPr>
              <a:t>¬</a:t>
            </a:r>
            <a:r>
              <a:rPr sz="2400" spc="-7" baseline="13888" dirty="0">
                <a:solidFill>
                  <a:prstClr val="black"/>
                </a:solidFill>
                <a:latin typeface="Arial MT"/>
                <a:cs typeface="Arial MT"/>
              </a:rPr>
              <a:t>P</a:t>
            </a:r>
            <a:r>
              <a:rPr sz="1050" spc="-5" dirty="0">
                <a:solidFill>
                  <a:prstClr val="black"/>
                </a:solidFill>
                <a:latin typeface="Arial MT"/>
                <a:cs typeface="Arial MT"/>
              </a:rPr>
              <a:t>1,2</a:t>
            </a:r>
            <a:r>
              <a:rPr sz="1050" spc="125" dirty="0">
                <a:solidFill>
                  <a:prstClr val="black"/>
                </a:solidFill>
                <a:latin typeface="Arial MT"/>
                <a:cs typeface="Arial MT"/>
              </a:rPr>
              <a:t> </a:t>
            </a:r>
            <a:r>
              <a:rPr sz="2400" spc="7" baseline="13888" dirty="0">
                <a:solidFill>
                  <a:prstClr val="black"/>
                </a:solidFill>
                <a:latin typeface="Cambria Math"/>
                <a:cs typeface="Cambria Math"/>
              </a:rPr>
              <a:t>⋁</a:t>
            </a:r>
            <a:r>
              <a:rPr sz="2400" spc="97" baseline="13888" dirty="0">
                <a:solidFill>
                  <a:prstClr val="black"/>
                </a:solidFill>
                <a:latin typeface="Cambria Math"/>
                <a:cs typeface="Cambria Math"/>
              </a:rPr>
              <a:t> </a:t>
            </a:r>
            <a:r>
              <a:rPr sz="2400" spc="-7" baseline="13888" dirty="0">
                <a:solidFill>
                  <a:prstClr val="black"/>
                </a:solidFill>
                <a:latin typeface="Arial MT"/>
                <a:cs typeface="Arial MT"/>
              </a:rPr>
              <a:t>B</a:t>
            </a:r>
            <a:r>
              <a:rPr sz="1050" spc="-5" dirty="0">
                <a:solidFill>
                  <a:prstClr val="black"/>
                </a:solidFill>
                <a:latin typeface="Arial MT"/>
                <a:cs typeface="Arial MT"/>
              </a:rPr>
              <a:t>1,1</a:t>
            </a:r>
            <a:endParaRPr sz="1050">
              <a:solidFill>
                <a:prstClr val="black"/>
              </a:solidFill>
              <a:latin typeface="Arial MT"/>
              <a:cs typeface="Arial MT"/>
            </a:endParaRPr>
          </a:p>
        </p:txBody>
      </p:sp>
      <p:sp>
        <p:nvSpPr>
          <p:cNvPr id="5" name="object 5"/>
          <p:cNvSpPr txBox="1"/>
          <p:nvPr/>
        </p:nvSpPr>
        <p:spPr>
          <a:xfrm>
            <a:off x="1618741" y="4351147"/>
            <a:ext cx="398145" cy="270510"/>
          </a:xfrm>
          <a:prstGeom prst="rect">
            <a:avLst/>
          </a:prstGeom>
        </p:spPr>
        <p:txBody>
          <a:bodyPr vert="horz" wrap="square" lIns="0" tIns="13335" rIns="0" bIns="0" rtlCol="0">
            <a:spAutoFit/>
          </a:bodyPr>
          <a:lstStyle/>
          <a:p>
            <a:pPr marL="38100">
              <a:spcBef>
                <a:spcPts val="105"/>
              </a:spcBef>
            </a:pPr>
            <a:r>
              <a:rPr sz="2400" b="1" spc="-7" baseline="13888" dirty="0">
                <a:solidFill>
                  <a:srgbClr val="6F2F9F"/>
                </a:solidFill>
                <a:latin typeface="Arial"/>
                <a:cs typeface="Arial"/>
              </a:rPr>
              <a:t>P</a:t>
            </a:r>
            <a:r>
              <a:rPr sz="1050" b="1" spc="-5" dirty="0">
                <a:solidFill>
                  <a:srgbClr val="6F2F9F"/>
                </a:solidFill>
                <a:latin typeface="Arial"/>
                <a:cs typeface="Arial"/>
              </a:rPr>
              <a:t>1,2</a:t>
            </a:r>
            <a:endParaRPr sz="1050">
              <a:solidFill>
                <a:prstClr val="black"/>
              </a:solidFill>
              <a:latin typeface="Arial"/>
              <a:cs typeface="Arial"/>
            </a:endParaRPr>
          </a:p>
        </p:txBody>
      </p:sp>
      <p:sp>
        <p:nvSpPr>
          <p:cNvPr id="6" name="object 6"/>
          <p:cNvSpPr txBox="1"/>
          <p:nvPr/>
        </p:nvSpPr>
        <p:spPr>
          <a:xfrm>
            <a:off x="2853817" y="4351147"/>
            <a:ext cx="550545" cy="270510"/>
          </a:xfrm>
          <a:prstGeom prst="rect">
            <a:avLst/>
          </a:prstGeom>
        </p:spPr>
        <p:txBody>
          <a:bodyPr vert="horz" wrap="square" lIns="0" tIns="13335" rIns="0" bIns="0" rtlCol="0">
            <a:spAutoFit/>
          </a:bodyPr>
          <a:lstStyle/>
          <a:p>
            <a:pPr marL="38100">
              <a:spcBef>
                <a:spcPts val="105"/>
              </a:spcBef>
            </a:pPr>
            <a:r>
              <a:rPr sz="2400" spc="-7" baseline="13888" dirty="0">
                <a:solidFill>
                  <a:prstClr val="black"/>
                </a:solidFill>
                <a:latin typeface="Cambria Math"/>
                <a:cs typeface="Cambria Math"/>
              </a:rPr>
              <a:t>¬</a:t>
            </a:r>
            <a:r>
              <a:rPr sz="2400" spc="-7" baseline="13888" dirty="0">
                <a:solidFill>
                  <a:prstClr val="black"/>
                </a:solidFill>
                <a:latin typeface="Arial MT"/>
                <a:cs typeface="Arial MT"/>
              </a:rPr>
              <a:t>P</a:t>
            </a:r>
            <a:r>
              <a:rPr sz="1050" spc="-5" dirty="0">
                <a:solidFill>
                  <a:prstClr val="black"/>
                </a:solidFill>
                <a:latin typeface="Arial MT"/>
                <a:cs typeface="Arial MT"/>
              </a:rPr>
              <a:t>1,2</a:t>
            </a:r>
            <a:endParaRPr sz="1050">
              <a:solidFill>
                <a:prstClr val="black"/>
              </a:solidFill>
              <a:latin typeface="Arial MT"/>
              <a:cs typeface="Arial MT"/>
            </a:endParaRPr>
          </a:p>
        </p:txBody>
      </p:sp>
      <p:sp>
        <p:nvSpPr>
          <p:cNvPr id="7" name="object 7"/>
          <p:cNvSpPr txBox="1"/>
          <p:nvPr/>
        </p:nvSpPr>
        <p:spPr>
          <a:xfrm>
            <a:off x="2388235" y="5253304"/>
            <a:ext cx="219075" cy="271145"/>
          </a:xfrm>
          <a:prstGeom prst="rect">
            <a:avLst/>
          </a:prstGeom>
        </p:spPr>
        <p:txBody>
          <a:bodyPr vert="horz" wrap="square" lIns="0" tIns="13970" rIns="0" bIns="0" rtlCol="0">
            <a:spAutoFit/>
          </a:bodyPr>
          <a:lstStyle/>
          <a:p>
            <a:pPr marL="12700">
              <a:spcBef>
                <a:spcPts val="110"/>
              </a:spcBef>
            </a:pPr>
            <a:r>
              <a:rPr sz="1600" dirty="0">
                <a:solidFill>
                  <a:prstClr val="black"/>
                </a:solidFill>
                <a:latin typeface="Arial MT"/>
                <a:cs typeface="Arial MT"/>
              </a:rPr>
              <a:t>{</a:t>
            </a:r>
            <a:r>
              <a:rPr sz="1600" spc="-80" dirty="0">
                <a:solidFill>
                  <a:prstClr val="black"/>
                </a:solidFill>
                <a:latin typeface="Arial MT"/>
                <a:cs typeface="Arial MT"/>
              </a:rPr>
              <a:t> </a:t>
            </a:r>
            <a:r>
              <a:rPr sz="1600" dirty="0">
                <a:solidFill>
                  <a:prstClr val="black"/>
                </a:solidFill>
                <a:latin typeface="Arial MT"/>
                <a:cs typeface="Arial MT"/>
              </a:rPr>
              <a:t>}</a:t>
            </a:r>
            <a:endParaRPr sz="1600">
              <a:solidFill>
                <a:prstClr val="black"/>
              </a:solidFill>
              <a:latin typeface="Arial MT"/>
              <a:cs typeface="Arial MT"/>
            </a:endParaRPr>
          </a:p>
        </p:txBody>
      </p:sp>
      <p:sp>
        <p:nvSpPr>
          <p:cNvPr id="8" name="object 8"/>
          <p:cNvSpPr txBox="1">
            <a:spLocks noGrp="1"/>
          </p:cNvSpPr>
          <p:nvPr>
            <p:ph type="title"/>
          </p:nvPr>
        </p:nvSpPr>
        <p:spPr>
          <a:xfrm>
            <a:off x="383540" y="293878"/>
            <a:ext cx="1870075" cy="391160"/>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PL-Resolution</a:t>
            </a:r>
            <a:endParaRPr sz="2400">
              <a:latin typeface="Arial"/>
              <a:cs typeface="Arial"/>
            </a:endParaRPr>
          </a:p>
        </p:txBody>
      </p:sp>
      <p:sp>
        <p:nvSpPr>
          <p:cNvPr id="9" name="object 9"/>
          <p:cNvSpPr/>
          <p:nvPr/>
        </p:nvSpPr>
        <p:spPr>
          <a:xfrm>
            <a:off x="1830832" y="3708146"/>
            <a:ext cx="1278255" cy="556895"/>
          </a:xfrm>
          <a:custGeom>
            <a:avLst/>
            <a:gdLst/>
            <a:ahLst/>
            <a:cxnLst/>
            <a:rect l="l" t="t" r="r" b="b"/>
            <a:pathLst>
              <a:path w="1278255" h="556895">
                <a:moveTo>
                  <a:pt x="1205745" y="527389"/>
                </a:moveTo>
                <a:lnTo>
                  <a:pt x="1193292" y="556640"/>
                </a:lnTo>
                <a:lnTo>
                  <a:pt x="1278255" y="551560"/>
                </a:lnTo>
                <a:lnTo>
                  <a:pt x="1261999" y="532383"/>
                </a:lnTo>
                <a:lnTo>
                  <a:pt x="1217422" y="532383"/>
                </a:lnTo>
                <a:lnTo>
                  <a:pt x="1205745" y="527389"/>
                </a:lnTo>
                <a:close/>
              </a:path>
              <a:path w="1278255" h="556895">
                <a:moveTo>
                  <a:pt x="1210716" y="515712"/>
                </a:moveTo>
                <a:lnTo>
                  <a:pt x="1205745" y="527389"/>
                </a:lnTo>
                <a:lnTo>
                  <a:pt x="1217422" y="532383"/>
                </a:lnTo>
                <a:lnTo>
                  <a:pt x="1222375" y="520699"/>
                </a:lnTo>
                <a:lnTo>
                  <a:pt x="1210716" y="515712"/>
                </a:lnTo>
                <a:close/>
              </a:path>
              <a:path w="1278255" h="556895">
                <a:moveTo>
                  <a:pt x="1223137" y="486536"/>
                </a:moveTo>
                <a:lnTo>
                  <a:pt x="1210716" y="515712"/>
                </a:lnTo>
                <a:lnTo>
                  <a:pt x="1222375" y="520699"/>
                </a:lnTo>
                <a:lnTo>
                  <a:pt x="1217422" y="532383"/>
                </a:lnTo>
                <a:lnTo>
                  <a:pt x="1261999" y="532383"/>
                </a:lnTo>
                <a:lnTo>
                  <a:pt x="1223137" y="486536"/>
                </a:lnTo>
                <a:close/>
              </a:path>
              <a:path w="1278255" h="556895">
                <a:moveTo>
                  <a:pt x="5080" y="0"/>
                </a:moveTo>
                <a:lnTo>
                  <a:pt x="0" y="11683"/>
                </a:lnTo>
                <a:lnTo>
                  <a:pt x="1205745" y="527389"/>
                </a:lnTo>
                <a:lnTo>
                  <a:pt x="1210716" y="515712"/>
                </a:lnTo>
                <a:lnTo>
                  <a:pt x="5080" y="0"/>
                </a:lnTo>
                <a:close/>
              </a:path>
            </a:pathLst>
          </a:custGeom>
          <a:solidFill>
            <a:srgbClr val="000000"/>
          </a:solidFill>
        </p:spPr>
        <p:txBody>
          <a:bodyPr wrap="square" lIns="0" tIns="0" rIns="0" bIns="0" rtlCol="0"/>
          <a:lstStyle/>
          <a:p>
            <a:endParaRPr>
              <a:solidFill>
                <a:prstClr val="black"/>
              </a:solidFill>
            </a:endParaRPr>
          </a:p>
        </p:txBody>
      </p:sp>
      <p:sp>
        <p:nvSpPr>
          <p:cNvPr id="10" name="object 10"/>
          <p:cNvSpPr/>
          <p:nvPr/>
        </p:nvSpPr>
        <p:spPr>
          <a:xfrm>
            <a:off x="3445764" y="3767328"/>
            <a:ext cx="579755" cy="550545"/>
          </a:xfrm>
          <a:custGeom>
            <a:avLst/>
            <a:gdLst/>
            <a:ahLst/>
            <a:cxnLst/>
            <a:rect l="l" t="t" r="r" b="b"/>
            <a:pathLst>
              <a:path w="579754" h="550545">
                <a:moveTo>
                  <a:pt x="29083" y="470154"/>
                </a:moveTo>
                <a:lnTo>
                  <a:pt x="0" y="550291"/>
                </a:lnTo>
                <a:lnTo>
                  <a:pt x="81534" y="525399"/>
                </a:lnTo>
                <a:lnTo>
                  <a:pt x="68029" y="511175"/>
                </a:lnTo>
                <a:lnTo>
                  <a:pt x="50419" y="511175"/>
                </a:lnTo>
                <a:lnTo>
                  <a:pt x="41656" y="501904"/>
                </a:lnTo>
                <a:lnTo>
                  <a:pt x="50901" y="493135"/>
                </a:lnTo>
                <a:lnTo>
                  <a:pt x="29083" y="470154"/>
                </a:lnTo>
                <a:close/>
              </a:path>
              <a:path w="579754" h="550545">
                <a:moveTo>
                  <a:pt x="50901" y="493135"/>
                </a:moveTo>
                <a:lnTo>
                  <a:pt x="41656" y="501904"/>
                </a:lnTo>
                <a:lnTo>
                  <a:pt x="50419" y="511175"/>
                </a:lnTo>
                <a:lnTo>
                  <a:pt x="59683" y="502384"/>
                </a:lnTo>
                <a:lnTo>
                  <a:pt x="50901" y="493135"/>
                </a:lnTo>
                <a:close/>
              </a:path>
              <a:path w="579754" h="550545">
                <a:moveTo>
                  <a:pt x="59683" y="502384"/>
                </a:moveTo>
                <a:lnTo>
                  <a:pt x="50419" y="511175"/>
                </a:lnTo>
                <a:lnTo>
                  <a:pt x="68029" y="511175"/>
                </a:lnTo>
                <a:lnTo>
                  <a:pt x="59683" y="502384"/>
                </a:lnTo>
                <a:close/>
              </a:path>
              <a:path w="579754" h="550545">
                <a:moveTo>
                  <a:pt x="570864" y="0"/>
                </a:moveTo>
                <a:lnTo>
                  <a:pt x="50901" y="493135"/>
                </a:lnTo>
                <a:lnTo>
                  <a:pt x="59683" y="502384"/>
                </a:lnTo>
                <a:lnTo>
                  <a:pt x="579501" y="9144"/>
                </a:lnTo>
                <a:lnTo>
                  <a:pt x="570864" y="0"/>
                </a:lnTo>
                <a:close/>
              </a:path>
            </a:pathLst>
          </a:custGeom>
          <a:solidFill>
            <a:srgbClr val="000000"/>
          </a:solidFill>
        </p:spPr>
        <p:txBody>
          <a:bodyPr wrap="square" lIns="0" tIns="0" rIns="0" bIns="0" rtlCol="0"/>
          <a:lstStyle/>
          <a:p>
            <a:endParaRPr>
              <a:solidFill>
                <a:prstClr val="black"/>
              </a:solidFill>
            </a:endParaRPr>
          </a:p>
        </p:txBody>
      </p:sp>
      <p:sp>
        <p:nvSpPr>
          <p:cNvPr id="11" name="object 11"/>
          <p:cNvSpPr/>
          <p:nvPr/>
        </p:nvSpPr>
        <p:spPr>
          <a:xfrm>
            <a:off x="2647188" y="4669535"/>
            <a:ext cx="579755" cy="550545"/>
          </a:xfrm>
          <a:custGeom>
            <a:avLst/>
            <a:gdLst/>
            <a:ahLst/>
            <a:cxnLst/>
            <a:rect l="l" t="t" r="r" b="b"/>
            <a:pathLst>
              <a:path w="579755" h="550545">
                <a:moveTo>
                  <a:pt x="29082" y="470153"/>
                </a:moveTo>
                <a:lnTo>
                  <a:pt x="0" y="550290"/>
                </a:lnTo>
                <a:lnTo>
                  <a:pt x="81534" y="525399"/>
                </a:lnTo>
                <a:lnTo>
                  <a:pt x="68029" y="511175"/>
                </a:lnTo>
                <a:lnTo>
                  <a:pt x="50418" y="511175"/>
                </a:lnTo>
                <a:lnTo>
                  <a:pt x="41656" y="501903"/>
                </a:lnTo>
                <a:lnTo>
                  <a:pt x="50901" y="493135"/>
                </a:lnTo>
                <a:lnTo>
                  <a:pt x="29082" y="470153"/>
                </a:lnTo>
                <a:close/>
              </a:path>
              <a:path w="579755" h="550545">
                <a:moveTo>
                  <a:pt x="50901" y="493135"/>
                </a:moveTo>
                <a:lnTo>
                  <a:pt x="41656" y="501903"/>
                </a:lnTo>
                <a:lnTo>
                  <a:pt x="50418" y="511175"/>
                </a:lnTo>
                <a:lnTo>
                  <a:pt x="59683" y="502384"/>
                </a:lnTo>
                <a:lnTo>
                  <a:pt x="50901" y="493135"/>
                </a:lnTo>
                <a:close/>
              </a:path>
              <a:path w="579755" h="550545">
                <a:moveTo>
                  <a:pt x="59683" y="502384"/>
                </a:moveTo>
                <a:lnTo>
                  <a:pt x="50418" y="511175"/>
                </a:lnTo>
                <a:lnTo>
                  <a:pt x="68029" y="511175"/>
                </a:lnTo>
                <a:lnTo>
                  <a:pt x="59683" y="502384"/>
                </a:lnTo>
                <a:close/>
              </a:path>
              <a:path w="579755" h="550545">
                <a:moveTo>
                  <a:pt x="570864" y="0"/>
                </a:moveTo>
                <a:lnTo>
                  <a:pt x="50901" y="493135"/>
                </a:lnTo>
                <a:lnTo>
                  <a:pt x="59683" y="502384"/>
                </a:lnTo>
                <a:lnTo>
                  <a:pt x="579501" y="9143"/>
                </a:lnTo>
                <a:lnTo>
                  <a:pt x="570864" y="0"/>
                </a:lnTo>
                <a:close/>
              </a:path>
            </a:pathLst>
          </a:custGeom>
          <a:solidFill>
            <a:srgbClr val="000000"/>
          </a:solidFill>
        </p:spPr>
        <p:txBody>
          <a:bodyPr wrap="square" lIns="0" tIns="0" rIns="0" bIns="0" rtlCol="0"/>
          <a:lstStyle/>
          <a:p>
            <a:endParaRPr>
              <a:solidFill>
                <a:prstClr val="black"/>
              </a:solidFill>
            </a:endParaRPr>
          </a:p>
        </p:txBody>
      </p:sp>
      <p:sp>
        <p:nvSpPr>
          <p:cNvPr id="12" name="object 12"/>
          <p:cNvSpPr/>
          <p:nvPr/>
        </p:nvSpPr>
        <p:spPr>
          <a:xfrm>
            <a:off x="1704467" y="4669154"/>
            <a:ext cx="704850" cy="551180"/>
          </a:xfrm>
          <a:custGeom>
            <a:avLst/>
            <a:gdLst/>
            <a:ahLst/>
            <a:cxnLst/>
            <a:rect l="l" t="t" r="r" b="b"/>
            <a:pathLst>
              <a:path w="704850" h="551179">
                <a:moveTo>
                  <a:pt x="640443" y="508806"/>
                </a:moveTo>
                <a:lnTo>
                  <a:pt x="620902" y="533908"/>
                </a:lnTo>
                <a:lnTo>
                  <a:pt x="704469" y="550672"/>
                </a:lnTo>
                <a:lnTo>
                  <a:pt x="688237" y="516636"/>
                </a:lnTo>
                <a:lnTo>
                  <a:pt x="650494" y="516636"/>
                </a:lnTo>
                <a:lnTo>
                  <a:pt x="640443" y="508806"/>
                </a:lnTo>
                <a:close/>
              </a:path>
              <a:path w="704850" h="551179">
                <a:moveTo>
                  <a:pt x="648230" y="498804"/>
                </a:moveTo>
                <a:lnTo>
                  <a:pt x="640443" y="508806"/>
                </a:lnTo>
                <a:lnTo>
                  <a:pt x="650494" y="516636"/>
                </a:lnTo>
                <a:lnTo>
                  <a:pt x="658240" y="506603"/>
                </a:lnTo>
                <a:lnTo>
                  <a:pt x="648230" y="498804"/>
                </a:lnTo>
                <a:close/>
              </a:path>
              <a:path w="704850" h="551179">
                <a:moveTo>
                  <a:pt x="667765" y="473710"/>
                </a:moveTo>
                <a:lnTo>
                  <a:pt x="648230" y="498804"/>
                </a:lnTo>
                <a:lnTo>
                  <a:pt x="658240" y="506603"/>
                </a:lnTo>
                <a:lnTo>
                  <a:pt x="650494" y="516636"/>
                </a:lnTo>
                <a:lnTo>
                  <a:pt x="688237" y="516636"/>
                </a:lnTo>
                <a:lnTo>
                  <a:pt x="667765" y="473710"/>
                </a:lnTo>
                <a:close/>
              </a:path>
              <a:path w="704850" h="551179">
                <a:moveTo>
                  <a:pt x="7874" y="0"/>
                </a:moveTo>
                <a:lnTo>
                  <a:pt x="0" y="9906"/>
                </a:lnTo>
                <a:lnTo>
                  <a:pt x="640443" y="508806"/>
                </a:lnTo>
                <a:lnTo>
                  <a:pt x="648230" y="498804"/>
                </a:lnTo>
                <a:lnTo>
                  <a:pt x="7874" y="0"/>
                </a:lnTo>
                <a:close/>
              </a:path>
            </a:pathLst>
          </a:custGeom>
          <a:solidFill>
            <a:srgbClr val="000000"/>
          </a:solidFill>
        </p:spPr>
        <p:txBody>
          <a:bodyPr wrap="square" lIns="0" tIns="0" rIns="0" bIns="0" rtlCol="0"/>
          <a:lstStyle/>
          <a:p>
            <a:endParaRPr>
              <a:solidFill>
                <a:prstClr val="black"/>
              </a:solidFill>
            </a:endParaRPr>
          </a:p>
        </p:txBody>
      </p:sp>
      <p:pic>
        <p:nvPicPr>
          <p:cNvPr id="13" name="object 13"/>
          <p:cNvPicPr/>
          <p:nvPr/>
        </p:nvPicPr>
        <p:blipFill>
          <a:blip r:embed="rId2" cstate="print"/>
          <a:stretch>
            <a:fillRect/>
          </a:stretch>
        </p:blipFill>
        <p:spPr>
          <a:xfrm>
            <a:off x="5879937" y="2422689"/>
            <a:ext cx="2793901" cy="2738044"/>
          </a:xfrm>
          <a:prstGeom prst="rect">
            <a:avLst/>
          </a:prstGeom>
        </p:spPr>
      </p:pic>
      <p:sp>
        <p:nvSpPr>
          <p:cNvPr id="14" name="object 14"/>
          <p:cNvSpPr/>
          <p:nvPr/>
        </p:nvSpPr>
        <p:spPr>
          <a:xfrm>
            <a:off x="213359" y="2078735"/>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5"/>
                </a:lnTo>
                <a:lnTo>
                  <a:pt x="0" y="543178"/>
                </a:lnTo>
                <a:lnTo>
                  <a:pt x="4743" y="566642"/>
                </a:lnTo>
                <a:lnTo>
                  <a:pt x="17678" y="585819"/>
                </a:lnTo>
                <a:lnTo>
                  <a:pt x="36861" y="598757"/>
                </a:lnTo>
                <a:lnTo>
                  <a:pt x="60350" y="603503"/>
                </a:lnTo>
                <a:lnTo>
                  <a:pt x="1027785" y="603503"/>
                </a:lnTo>
                <a:lnTo>
                  <a:pt x="1051263" y="598757"/>
                </a:lnTo>
                <a:lnTo>
                  <a:pt x="1070448" y="585819"/>
                </a:lnTo>
                <a:lnTo>
                  <a:pt x="1083388" y="566642"/>
                </a:lnTo>
                <a:lnTo>
                  <a:pt x="1088136" y="543178"/>
                </a:lnTo>
                <a:lnTo>
                  <a:pt x="1088136" y="60325"/>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sp>
        <p:nvSpPr>
          <p:cNvPr id="15" name="object 15"/>
          <p:cNvSpPr txBox="1"/>
          <p:nvPr/>
        </p:nvSpPr>
        <p:spPr>
          <a:xfrm>
            <a:off x="421030" y="2191257"/>
            <a:ext cx="668020" cy="346075"/>
          </a:xfrm>
          <a:prstGeom prst="rect">
            <a:avLst/>
          </a:prstGeom>
        </p:spPr>
        <p:txBody>
          <a:bodyPr vert="horz" wrap="square" lIns="0" tIns="30480" rIns="0" bIns="0" rtlCol="0">
            <a:spAutoFit/>
          </a:bodyPr>
          <a:lstStyle/>
          <a:p>
            <a:pPr marL="168275" marR="5080" indent="-156210">
              <a:lnSpc>
                <a:spcPts val="1200"/>
              </a:lnSpc>
              <a:spcBef>
                <a:spcPts val="240"/>
              </a:spcBef>
            </a:pPr>
            <a:r>
              <a:rPr sz="1100" spc="5" dirty="0">
                <a:solidFill>
                  <a:srgbClr val="FFFFFF"/>
                </a:solidFill>
                <a:cs typeface="Calibri"/>
              </a:rPr>
              <a:t>I</a:t>
            </a:r>
            <a:r>
              <a:rPr sz="1100" spc="-5" dirty="0">
                <a:solidFill>
                  <a:srgbClr val="FFFFFF"/>
                </a:solidFill>
                <a:cs typeface="Calibri"/>
              </a:rPr>
              <a:t>nferen</a:t>
            </a:r>
            <a:r>
              <a:rPr sz="1100" spc="-15" dirty="0">
                <a:solidFill>
                  <a:srgbClr val="FFFFFF"/>
                </a:solidFill>
                <a:cs typeface="Calibri"/>
              </a:rPr>
              <a:t>c</a:t>
            </a:r>
            <a:r>
              <a:rPr sz="1100" dirty="0">
                <a:solidFill>
                  <a:srgbClr val="FFFFFF"/>
                </a:solidFill>
                <a:cs typeface="Calibri"/>
              </a:rPr>
              <a:t>e</a:t>
            </a:r>
            <a:r>
              <a:rPr sz="1100" spc="-10" dirty="0">
                <a:solidFill>
                  <a:srgbClr val="FFFFFF"/>
                </a:solidFill>
                <a:cs typeface="Calibri"/>
              </a:rPr>
              <a:t> </a:t>
            </a:r>
            <a:r>
              <a:rPr sz="1100" dirty="0">
                <a:solidFill>
                  <a:srgbClr val="FFFFFF"/>
                </a:solidFill>
                <a:cs typeface="Calibri"/>
              </a:rPr>
              <a:t>=  </a:t>
            </a:r>
            <a:r>
              <a:rPr sz="1100" spc="-5" dirty="0">
                <a:solidFill>
                  <a:srgbClr val="FFFFFF"/>
                </a:solidFill>
                <a:cs typeface="Calibri"/>
              </a:rPr>
              <a:t>FALSE</a:t>
            </a:r>
            <a:endParaRPr sz="1100">
              <a:solidFill>
                <a:prstClr val="black"/>
              </a:solidFill>
              <a:cs typeface="Calibri"/>
            </a:endParaRPr>
          </a:p>
        </p:txBody>
      </p:sp>
      <p:grpSp>
        <p:nvGrpSpPr>
          <p:cNvPr id="16" name="object 16"/>
          <p:cNvGrpSpPr/>
          <p:nvPr/>
        </p:nvGrpSpPr>
        <p:grpSpPr>
          <a:xfrm>
            <a:off x="213359" y="2721864"/>
            <a:ext cx="1088390" cy="868680"/>
            <a:chOff x="213359" y="2721864"/>
            <a:chExt cx="1088390" cy="868680"/>
          </a:xfrm>
        </p:grpSpPr>
        <p:sp>
          <p:nvSpPr>
            <p:cNvPr id="17" name="object 17"/>
            <p:cNvSpPr/>
            <p:nvPr/>
          </p:nvSpPr>
          <p:spPr>
            <a:xfrm>
              <a:off x="621791" y="2721864"/>
              <a:ext cx="271780" cy="226060"/>
            </a:xfrm>
            <a:custGeom>
              <a:avLst/>
              <a:gdLst/>
              <a:ahLst/>
              <a:cxnLst/>
              <a:rect l="l" t="t" r="r" b="b"/>
              <a:pathLst>
                <a:path w="271780" h="226060">
                  <a:moveTo>
                    <a:pt x="217017" y="0"/>
                  </a:moveTo>
                  <a:lnTo>
                    <a:pt x="54254" y="0"/>
                  </a:lnTo>
                  <a:lnTo>
                    <a:pt x="54254" y="112775"/>
                  </a:lnTo>
                  <a:lnTo>
                    <a:pt x="0" y="112775"/>
                  </a:lnTo>
                  <a:lnTo>
                    <a:pt x="135636" y="225551"/>
                  </a:lnTo>
                  <a:lnTo>
                    <a:pt x="271271" y="112775"/>
                  </a:lnTo>
                  <a:lnTo>
                    <a:pt x="217017" y="112775"/>
                  </a:lnTo>
                  <a:lnTo>
                    <a:pt x="217017" y="0"/>
                  </a:lnTo>
                  <a:close/>
                </a:path>
              </a:pathLst>
            </a:custGeom>
            <a:solidFill>
              <a:srgbClr val="B1C1DB"/>
            </a:solidFill>
          </p:spPr>
          <p:txBody>
            <a:bodyPr wrap="square" lIns="0" tIns="0" rIns="0" bIns="0" rtlCol="0"/>
            <a:lstStyle/>
            <a:p>
              <a:endParaRPr>
                <a:solidFill>
                  <a:prstClr val="black"/>
                </a:solidFill>
              </a:endParaRPr>
            </a:p>
          </p:txBody>
        </p:sp>
        <p:sp>
          <p:nvSpPr>
            <p:cNvPr id="18" name="object 18"/>
            <p:cNvSpPr/>
            <p:nvPr/>
          </p:nvSpPr>
          <p:spPr>
            <a:xfrm>
              <a:off x="213359" y="2987040"/>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5"/>
                  </a:lnTo>
                  <a:lnTo>
                    <a:pt x="0" y="543179"/>
                  </a:lnTo>
                  <a:lnTo>
                    <a:pt x="4743" y="566642"/>
                  </a:lnTo>
                  <a:lnTo>
                    <a:pt x="17678" y="585819"/>
                  </a:lnTo>
                  <a:lnTo>
                    <a:pt x="36861" y="598757"/>
                  </a:lnTo>
                  <a:lnTo>
                    <a:pt x="60350" y="603504"/>
                  </a:lnTo>
                  <a:lnTo>
                    <a:pt x="1027785" y="603504"/>
                  </a:lnTo>
                  <a:lnTo>
                    <a:pt x="1051263" y="598757"/>
                  </a:lnTo>
                  <a:lnTo>
                    <a:pt x="1070448" y="585819"/>
                  </a:lnTo>
                  <a:lnTo>
                    <a:pt x="1083388" y="566642"/>
                  </a:lnTo>
                  <a:lnTo>
                    <a:pt x="1088136" y="543179"/>
                  </a:lnTo>
                  <a:lnTo>
                    <a:pt x="1088136" y="60325"/>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grpSp>
      <p:sp>
        <p:nvSpPr>
          <p:cNvPr id="19" name="object 19"/>
          <p:cNvSpPr txBox="1"/>
          <p:nvPr/>
        </p:nvSpPr>
        <p:spPr>
          <a:xfrm>
            <a:off x="344830" y="3099943"/>
            <a:ext cx="821055" cy="346075"/>
          </a:xfrm>
          <a:prstGeom prst="rect">
            <a:avLst/>
          </a:prstGeom>
        </p:spPr>
        <p:txBody>
          <a:bodyPr vert="horz" wrap="square" lIns="0" tIns="30480" rIns="0" bIns="0" rtlCol="0">
            <a:spAutoFit/>
          </a:bodyPr>
          <a:lstStyle/>
          <a:p>
            <a:pPr marL="265430" marR="5080" indent="-253365">
              <a:lnSpc>
                <a:spcPts val="1200"/>
              </a:lnSpc>
              <a:spcBef>
                <a:spcPts val="240"/>
              </a:spcBef>
            </a:pPr>
            <a:r>
              <a:rPr sz="1100" spc="5" dirty="0">
                <a:solidFill>
                  <a:srgbClr val="FFFFFF"/>
                </a:solidFill>
                <a:cs typeface="Calibri"/>
              </a:rPr>
              <a:t>A</a:t>
            </a:r>
            <a:r>
              <a:rPr sz="1100" spc="-5" dirty="0">
                <a:solidFill>
                  <a:srgbClr val="FFFFFF"/>
                </a:solidFill>
                <a:cs typeface="Calibri"/>
              </a:rPr>
              <a:t>ssump</a:t>
            </a:r>
            <a:r>
              <a:rPr sz="1100" spc="-15" dirty="0">
                <a:solidFill>
                  <a:srgbClr val="FFFFFF"/>
                </a:solidFill>
                <a:cs typeface="Calibri"/>
              </a:rPr>
              <a:t>t</a:t>
            </a:r>
            <a:r>
              <a:rPr sz="1100" spc="5" dirty="0">
                <a:solidFill>
                  <a:srgbClr val="FFFFFF"/>
                </a:solidFill>
                <a:cs typeface="Calibri"/>
              </a:rPr>
              <a:t>i</a:t>
            </a:r>
            <a:r>
              <a:rPr sz="1100" spc="-10" dirty="0">
                <a:solidFill>
                  <a:srgbClr val="FFFFFF"/>
                </a:solidFill>
                <a:cs typeface="Calibri"/>
              </a:rPr>
              <a:t>o</a:t>
            </a:r>
            <a:r>
              <a:rPr sz="1100" dirty="0">
                <a:solidFill>
                  <a:srgbClr val="FFFFFF"/>
                </a:solidFill>
                <a:cs typeface="Calibri"/>
              </a:rPr>
              <a:t>n</a:t>
            </a:r>
            <a:r>
              <a:rPr sz="1100" spc="-15" dirty="0">
                <a:solidFill>
                  <a:srgbClr val="FFFFFF"/>
                </a:solidFill>
                <a:cs typeface="Calibri"/>
              </a:rPr>
              <a:t> </a:t>
            </a:r>
            <a:r>
              <a:rPr sz="1100" spc="5" dirty="0">
                <a:solidFill>
                  <a:srgbClr val="FFFFFF"/>
                </a:solidFill>
                <a:cs typeface="Calibri"/>
              </a:rPr>
              <a:t>i</a:t>
            </a:r>
            <a:r>
              <a:rPr sz="1100" dirty="0">
                <a:solidFill>
                  <a:srgbClr val="FFFFFF"/>
                </a:solidFill>
                <a:cs typeface="Calibri"/>
              </a:rPr>
              <a:t>s  </a:t>
            </a:r>
            <a:r>
              <a:rPr sz="1100" spc="-5" dirty="0">
                <a:solidFill>
                  <a:srgbClr val="FFFFFF"/>
                </a:solidFill>
                <a:cs typeface="Calibri"/>
              </a:rPr>
              <a:t>False</a:t>
            </a:r>
            <a:endParaRPr sz="1100">
              <a:solidFill>
                <a:prstClr val="black"/>
              </a:solidFill>
              <a:cs typeface="Calibri"/>
            </a:endParaRPr>
          </a:p>
        </p:txBody>
      </p:sp>
      <p:grpSp>
        <p:nvGrpSpPr>
          <p:cNvPr id="20" name="object 20"/>
          <p:cNvGrpSpPr/>
          <p:nvPr/>
        </p:nvGrpSpPr>
        <p:grpSpPr>
          <a:xfrm>
            <a:off x="213359" y="3630167"/>
            <a:ext cx="1088390" cy="868680"/>
            <a:chOff x="213359" y="3630167"/>
            <a:chExt cx="1088390" cy="868680"/>
          </a:xfrm>
        </p:grpSpPr>
        <p:sp>
          <p:nvSpPr>
            <p:cNvPr id="21" name="object 21"/>
            <p:cNvSpPr/>
            <p:nvPr/>
          </p:nvSpPr>
          <p:spPr>
            <a:xfrm>
              <a:off x="621791" y="3630167"/>
              <a:ext cx="271780" cy="226060"/>
            </a:xfrm>
            <a:custGeom>
              <a:avLst/>
              <a:gdLst/>
              <a:ahLst/>
              <a:cxnLst/>
              <a:rect l="l" t="t" r="r" b="b"/>
              <a:pathLst>
                <a:path w="271780" h="226060">
                  <a:moveTo>
                    <a:pt x="217017" y="0"/>
                  </a:moveTo>
                  <a:lnTo>
                    <a:pt x="54254" y="0"/>
                  </a:lnTo>
                  <a:lnTo>
                    <a:pt x="54254" y="112775"/>
                  </a:lnTo>
                  <a:lnTo>
                    <a:pt x="0" y="112775"/>
                  </a:lnTo>
                  <a:lnTo>
                    <a:pt x="135636" y="225551"/>
                  </a:lnTo>
                  <a:lnTo>
                    <a:pt x="271271" y="112775"/>
                  </a:lnTo>
                  <a:lnTo>
                    <a:pt x="217017" y="112775"/>
                  </a:lnTo>
                  <a:lnTo>
                    <a:pt x="217017" y="0"/>
                  </a:lnTo>
                  <a:close/>
                </a:path>
              </a:pathLst>
            </a:custGeom>
            <a:solidFill>
              <a:srgbClr val="B1C1DB"/>
            </a:solidFill>
          </p:spPr>
          <p:txBody>
            <a:bodyPr wrap="square" lIns="0" tIns="0" rIns="0" bIns="0" rtlCol="0"/>
            <a:lstStyle/>
            <a:p>
              <a:endParaRPr>
                <a:solidFill>
                  <a:prstClr val="black"/>
                </a:solidFill>
              </a:endParaRPr>
            </a:p>
          </p:txBody>
        </p:sp>
        <p:sp>
          <p:nvSpPr>
            <p:cNvPr id="22" name="object 22"/>
            <p:cNvSpPr/>
            <p:nvPr/>
          </p:nvSpPr>
          <p:spPr>
            <a:xfrm>
              <a:off x="213359" y="3895343"/>
              <a:ext cx="1088390" cy="603885"/>
            </a:xfrm>
            <a:custGeom>
              <a:avLst/>
              <a:gdLst/>
              <a:ahLst/>
              <a:cxnLst/>
              <a:rect l="l" t="t" r="r" b="b"/>
              <a:pathLst>
                <a:path w="1088390" h="603885">
                  <a:moveTo>
                    <a:pt x="1027785" y="0"/>
                  </a:moveTo>
                  <a:lnTo>
                    <a:pt x="60350" y="0"/>
                  </a:lnTo>
                  <a:lnTo>
                    <a:pt x="36861" y="4746"/>
                  </a:lnTo>
                  <a:lnTo>
                    <a:pt x="17678" y="17684"/>
                  </a:lnTo>
                  <a:lnTo>
                    <a:pt x="4743" y="36861"/>
                  </a:lnTo>
                  <a:lnTo>
                    <a:pt x="0" y="60324"/>
                  </a:lnTo>
                  <a:lnTo>
                    <a:pt x="0" y="543178"/>
                  </a:lnTo>
                  <a:lnTo>
                    <a:pt x="4743" y="566642"/>
                  </a:lnTo>
                  <a:lnTo>
                    <a:pt x="17678" y="585819"/>
                  </a:lnTo>
                  <a:lnTo>
                    <a:pt x="36861" y="598757"/>
                  </a:lnTo>
                  <a:lnTo>
                    <a:pt x="60350" y="603503"/>
                  </a:lnTo>
                  <a:lnTo>
                    <a:pt x="1027785" y="603503"/>
                  </a:lnTo>
                  <a:lnTo>
                    <a:pt x="1051263" y="598757"/>
                  </a:lnTo>
                  <a:lnTo>
                    <a:pt x="1070448" y="585819"/>
                  </a:lnTo>
                  <a:lnTo>
                    <a:pt x="1083388" y="566642"/>
                  </a:lnTo>
                  <a:lnTo>
                    <a:pt x="1088136" y="543178"/>
                  </a:lnTo>
                  <a:lnTo>
                    <a:pt x="1088136" y="60324"/>
                  </a:lnTo>
                  <a:lnTo>
                    <a:pt x="1083388" y="36861"/>
                  </a:lnTo>
                  <a:lnTo>
                    <a:pt x="1070448" y="17684"/>
                  </a:lnTo>
                  <a:lnTo>
                    <a:pt x="1051263" y="4746"/>
                  </a:lnTo>
                  <a:lnTo>
                    <a:pt x="1027785" y="0"/>
                  </a:lnTo>
                  <a:close/>
                </a:path>
              </a:pathLst>
            </a:custGeom>
            <a:solidFill>
              <a:srgbClr val="4F81BC"/>
            </a:solidFill>
          </p:spPr>
          <p:txBody>
            <a:bodyPr wrap="square" lIns="0" tIns="0" rIns="0" bIns="0" rtlCol="0"/>
            <a:lstStyle/>
            <a:p>
              <a:endParaRPr>
                <a:solidFill>
                  <a:prstClr val="black"/>
                </a:solidFill>
              </a:endParaRPr>
            </a:p>
          </p:txBody>
        </p:sp>
      </p:grpSp>
      <p:sp>
        <p:nvSpPr>
          <p:cNvPr id="23" name="object 23"/>
          <p:cNvSpPr txBox="1"/>
          <p:nvPr/>
        </p:nvSpPr>
        <p:spPr>
          <a:xfrm>
            <a:off x="329590" y="4008501"/>
            <a:ext cx="851535" cy="346710"/>
          </a:xfrm>
          <a:prstGeom prst="rect">
            <a:avLst/>
          </a:prstGeom>
        </p:spPr>
        <p:txBody>
          <a:bodyPr vert="horz" wrap="square" lIns="0" tIns="12700" rIns="0" bIns="0" rtlCol="0">
            <a:spAutoFit/>
          </a:bodyPr>
          <a:lstStyle/>
          <a:p>
            <a:pPr algn="ctr">
              <a:lnSpc>
                <a:spcPts val="1260"/>
              </a:lnSpc>
              <a:spcBef>
                <a:spcPts val="100"/>
              </a:spcBef>
            </a:pPr>
            <a:r>
              <a:rPr sz="1100" dirty="0">
                <a:solidFill>
                  <a:srgbClr val="FFFFFF"/>
                </a:solidFill>
                <a:cs typeface="Calibri"/>
              </a:rPr>
              <a:t>Given</a:t>
            </a:r>
            <a:r>
              <a:rPr sz="1100" spc="-60" dirty="0">
                <a:solidFill>
                  <a:srgbClr val="FFFFFF"/>
                </a:solidFill>
                <a:cs typeface="Calibri"/>
              </a:rPr>
              <a:t> </a:t>
            </a:r>
            <a:r>
              <a:rPr sz="1100" dirty="0">
                <a:solidFill>
                  <a:srgbClr val="FFFFFF"/>
                </a:solidFill>
                <a:cs typeface="Calibri"/>
              </a:rPr>
              <a:t>Query</a:t>
            </a:r>
            <a:r>
              <a:rPr sz="1100" spc="-35" dirty="0">
                <a:solidFill>
                  <a:srgbClr val="FFFFFF"/>
                </a:solidFill>
                <a:cs typeface="Calibri"/>
              </a:rPr>
              <a:t> </a:t>
            </a:r>
            <a:r>
              <a:rPr sz="1100" dirty="0">
                <a:solidFill>
                  <a:srgbClr val="FFFFFF"/>
                </a:solidFill>
                <a:cs typeface="Calibri"/>
              </a:rPr>
              <a:t>is</a:t>
            </a:r>
            <a:endParaRPr sz="1100">
              <a:solidFill>
                <a:prstClr val="black"/>
              </a:solidFill>
              <a:cs typeface="Calibri"/>
            </a:endParaRPr>
          </a:p>
          <a:p>
            <a:pPr marL="1905" algn="ctr">
              <a:lnSpc>
                <a:spcPts val="1260"/>
              </a:lnSpc>
            </a:pPr>
            <a:r>
              <a:rPr sz="1100" dirty="0">
                <a:solidFill>
                  <a:srgbClr val="FFFFFF"/>
                </a:solidFill>
                <a:cs typeface="Calibri"/>
              </a:rPr>
              <a:t>TRUE</a:t>
            </a:r>
            <a:endParaRPr sz="1100">
              <a:solidFill>
                <a:prstClr val="black"/>
              </a:solidFill>
              <a:cs typeface="Calibri"/>
            </a:endParaRPr>
          </a:p>
        </p:txBody>
      </p:sp>
      <p:sp>
        <p:nvSpPr>
          <p:cNvPr id="24" name="object 24"/>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Tree>
    <p:extLst>
      <p:ext uri="{BB962C8B-B14F-4D97-AF65-F5344CB8AC3E}">
        <p14:creationId xmlns:p14="http://schemas.microsoft.com/office/powerpoint/2010/main" val="36140869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21714"/>
            <a:ext cx="7809865" cy="2440305"/>
          </a:xfrm>
          <a:prstGeom prst="rect">
            <a:avLst/>
          </a:prstGeom>
        </p:spPr>
        <p:txBody>
          <a:bodyPr vert="horz" wrap="square" lIns="0" tIns="12700" rIns="0" bIns="0" rtlCol="0">
            <a:spAutoFit/>
          </a:bodyPr>
          <a:lstStyle/>
          <a:p>
            <a:pPr marL="12700" marR="5080" indent="8890">
              <a:spcBef>
                <a:spcPts val="100"/>
              </a:spcBef>
            </a:pPr>
            <a:r>
              <a:rPr dirty="0">
                <a:solidFill>
                  <a:srgbClr val="212121"/>
                </a:solidFill>
                <a:latin typeface="Arial MT"/>
                <a:cs typeface="Arial MT"/>
              </a:rPr>
              <a:t>In logic and computer </a:t>
            </a:r>
            <a:r>
              <a:rPr spc="5" dirty="0">
                <a:solidFill>
                  <a:srgbClr val="212121"/>
                </a:solidFill>
                <a:latin typeface="Arial MT"/>
                <a:cs typeface="Arial MT"/>
              </a:rPr>
              <a:t>science, </a:t>
            </a:r>
            <a:r>
              <a:rPr dirty="0">
                <a:solidFill>
                  <a:srgbClr val="212121"/>
                </a:solidFill>
                <a:latin typeface="Arial MT"/>
                <a:cs typeface="Arial MT"/>
              </a:rPr>
              <a:t>the Davis–Putnam–Logemann–Loveland </a:t>
            </a:r>
            <a:r>
              <a:rPr spc="5" dirty="0">
                <a:solidFill>
                  <a:srgbClr val="212121"/>
                </a:solidFill>
                <a:latin typeface="Arial MT"/>
                <a:cs typeface="Arial MT"/>
              </a:rPr>
              <a:t> </a:t>
            </a:r>
            <a:r>
              <a:rPr dirty="0">
                <a:solidFill>
                  <a:srgbClr val="212121"/>
                </a:solidFill>
                <a:latin typeface="Arial MT"/>
                <a:cs typeface="Arial MT"/>
              </a:rPr>
              <a:t>(</a:t>
            </a:r>
            <a:r>
              <a:rPr b="1" dirty="0">
                <a:solidFill>
                  <a:srgbClr val="212121"/>
                </a:solidFill>
                <a:latin typeface="Arial"/>
                <a:cs typeface="Arial"/>
              </a:rPr>
              <a:t>DPLL</a:t>
            </a:r>
            <a:r>
              <a:rPr dirty="0">
                <a:solidFill>
                  <a:srgbClr val="212121"/>
                </a:solidFill>
                <a:latin typeface="Arial MT"/>
                <a:cs typeface="Arial MT"/>
              </a:rPr>
              <a:t>) </a:t>
            </a:r>
            <a:r>
              <a:rPr b="1" dirty="0">
                <a:solidFill>
                  <a:srgbClr val="212121"/>
                </a:solidFill>
                <a:latin typeface="Arial"/>
                <a:cs typeface="Arial"/>
              </a:rPr>
              <a:t>algorithm </a:t>
            </a:r>
            <a:r>
              <a:rPr dirty="0">
                <a:solidFill>
                  <a:srgbClr val="212121"/>
                </a:solidFill>
                <a:latin typeface="Arial MT"/>
                <a:cs typeface="Arial MT"/>
              </a:rPr>
              <a:t>is a complete, backtracking-based search </a:t>
            </a:r>
            <a:r>
              <a:rPr b="1" dirty="0">
                <a:solidFill>
                  <a:srgbClr val="212121"/>
                </a:solidFill>
                <a:latin typeface="Arial"/>
                <a:cs typeface="Arial"/>
              </a:rPr>
              <a:t>algorithm </a:t>
            </a:r>
            <a:r>
              <a:rPr dirty="0">
                <a:solidFill>
                  <a:srgbClr val="212121"/>
                </a:solidFill>
                <a:latin typeface="Arial MT"/>
                <a:cs typeface="Arial MT"/>
              </a:rPr>
              <a:t>for </a:t>
            </a:r>
            <a:r>
              <a:rPr spc="5" dirty="0">
                <a:solidFill>
                  <a:srgbClr val="212121"/>
                </a:solidFill>
                <a:latin typeface="Arial MT"/>
                <a:cs typeface="Arial MT"/>
              </a:rPr>
              <a:t> </a:t>
            </a:r>
            <a:r>
              <a:rPr dirty="0">
                <a:solidFill>
                  <a:srgbClr val="212121"/>
                </a:solidFill>
                <a:latin typeface="Arial MT"/>
                <a:cs typeface="Arial MT"/>
              </a:rPr>
              <a:t>deciding</a:t>
            </a:r>
            <a:r>
              <a:rPr spc="-45" dirty="0">
                <a:solidFill>
                  <a:srgbClr val="212121"/>
                </a:solidFill>
                <a:latin typeface="Arial MT"/>
                <a:cs typeface="Arial MT"/>
              </a:rPr>
              <a:t> </a:t>
            </a:r>
            <a:r>
              <a:rPr dirty="0">
                <a:solidFill>
                  <a:srgbClr val="212121"/>
                </a:solidFill>
                <a:latin typeface="Arial MT"/>
                <a:cs typeface="Arial MT"/>
              </a:rPr>
              <a:t>the satisfiability</a:t>
            </a:r>
            <a:r>
              <a:rPr spc="-65" dirty="0">
                <a:solidFill>
                  <a:srgbClr val="212121"/>
                </a:solidFill>
                <a:latin typeface="Arial MT"/>
                <a:cs typeface="Arial MT"/>
              </a:rPr>
              <a:t> </a:t>
            </a:r>
            <a:r>
              <a:rPr dirty="0">
                <a:solidFill>
                  <a:srgbClr val="212121"/>
                </a:solidFill>
                <a:latin typeface="Arial MT"/>
                <a:cs typeface="Arial MT"/>
              </a:rPr>
              <a:t>of</a:t>
            </a:r>
            <a:r>
              <a:rPr spc="20" dirty="0">
                <a:solidFill>
                  <a:srgbClr val="212121"/>
                </a:solidFill>
                <a:latin typeface="Arial MT"/>
                <a:cs typeface="Arial MT"/>
              </a:rPr>
              <a:t> </a:t>
            </a:r>
            <a:r>
              <a:rPr dirty="0">
                <a:solidFill>
                  <a:srgbClr val="212121"/>
                </a:solidFill>
                <a:latin typeface="Arial MT"/>
                <a:cs typeface="Arial MT"/>
              </a:rPr>
              <a:t>propositional</a:t>
            </a:r>
            <a:r>
              <a:rPr spc="-70" dirty="0">
                <a:solidFill>
                  <a:srgbClr val="212121"/>
                </a:solidFill>
                <a:latin typeface="Arial MT"/>
                <a:cs typeface="Arial MT"/>
              </a:rPr>
              <a:t> </a:t>
            </a:r>
            <a:r>
              <a:rPr dirty="0">
                <a:solidFill>
                  <a:srgbClr val="212121"/>
                </a:solidFill>
                <a:latin typeface="Arial MT"/>
                <a:cs typeface="Arial MT"/>
              </a:rPr>
              <a:t>logic</a:t>
            </a:r>
            <a:r>
              <a:rPr spc="-15" dirty="0">
                <a:solidFill>
                  <a:srgbClr val="212121"/>
                </a:solidFill>
                <a:latin typeface="Arial MT"/>
                <a:cs typeface="Arial MT"/>
              </a:rPr>
              <a:t> </a:t>
            </a:r>
            <a:r>
              <a:rPr dirty="0">
                <a:solidFill>
                  <a:srgbClr val="212121"/>
                </a:solidFill>
                <a:latin typeface="Arial MT"/>
                <a:cs typeface="Arial MT"/>
              </a:rPr>
              <a:t>formulae</a:t>
            </a:r>
            <a:r>
              <a:rPr spc="-20" dirty="0">
                <a:solidFill>
                  <a:srgbClr val="212121"/>
                </a:solidFill>
                <a:latin typeface="Arial MT"/>
                <a:cs typeface="Arial MT"/>
              </a:rPr>
              <a:t> </a:t>
            </a:r>
            <a:r>
              <a:rPr dirty="0">
                <a:solidFill>
                  <a:srgbClr val="212121"/>
                </a:solidFill>
                <a:latin typeface="Arial MT"/>
                <a:cs typeface="Arial MT"/>
              </a:rPr>
              <a:t>in</a:t>
            </a:r>
            <a:r>
              <a:rPr spc="5" dirty="0">
                <a:solidFill>
                  <a:srgbClr val="212121"/>
                </a:solidFill>
                <a:latin typeface="Arial MT"/>
                <a:cs typeface="Arial MT"/>
              </a:rPr>
              <a:t> </a:t>
            </a:r>
            <a:r>
              <a:rPr dirty="0">
                <a:solidFill>
                  <a:srgbClr val="212121"/>
                </a:solidFill>
                <a:latin typeface="Arial MT"/>
                <a:cs typeface="Arial MT"/>
              </a:rPr>
              <a:t>conjunctive</a:t>
            </a:r>
            <a:r>
              <a:rPr spc="-45" dirty="0">
                <a:solidFill>
                  <a:srgbClr val="212121"/>
                </a:solidFill>
                <a:latin typeface="Arial MT"/>
                <a:cs typeface="Arial MT"/>
              </a:rPr>
              <a:t> </a:t>
            </a:r>
            <a:r>
              <a:rPr dirty="0">
                <a:solidFill>
                  <a:srgbClr val="212121"/>
                </a:solidFill>
                <a:latin typeface="Arial MT"/>
                <a:cs typeface="Arial MT"/>
              </a:rPr>
              <a:t>normal </a:t>
            </a:r>
            <a:r>
              <a:rPr spc="-484" dirty="0">
                <a:solidFill>
                  <a:srgbClr val="212121"/>
                </a:solidFill>
                <a:latin typeface="Arial MT"/>
                <a:cs typeface="Arial MT"/>
              </a:rPr>
              <a:t> </a:t>
            </a:r>
            <a:r>
              <a:rPr dirty="0">
                <a:solidFill>
                  <a:srgbClr val="212121"/>
                </a:solidFill>
                <a:latin typeface="Arial MT"/>
                <a:cs typeface="Arial MT"/>
              </a:rPr>
              <a:t>form</a:t>
            </a:r>
            <a:endParaRPr dirty="0">
              <a:solidFill>
                <a:prstClr val="black"/>
              </a:solidFill>
              <a:latin typeface="Arial MT"/>
              <a:cs typeface="Arial MT"/>
            </a:endParaRPr>
          </a:p>
          <a:p>
            <a:pPr marL="21590">
              <a:spcBef>
                <a:spcPts val="430"/>
              </a:spcBef>
            </a:pPr>
            <a:r>
              <a:rPr b="1" dirty="0">
                <a:solidFill>
                  <a:srgbClr val="212121"/>
                </a:solidFill>
                <a:latin typeface="Arial"/>
                <a:cs typeface="Arial"/>
              </a:rPr>
              <a:t>Improvements:</a:t>
            </a:r>
            <a:endParaRPr dirty="0">
              <a:solidFill>
                <a:prstClr val="black"/>
              </a:solidFill>
              <a:latin typeface="Arial"/>
              <a:cs typeface="Arial"/>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Early</a:t>
            </a:r>
            <a:r>
              <a:rPr spc="-80" dirty="0">
                <a:solidFill>
                  <a:srgbClr val="212121"/>
                </a:solidFill>
                <a:latin typeface="Arial MT"/>
                <a:cs typeface="Arial MT"/>
              </a:rPr>
              <a:t> </a:t>
            </a:r>
            <a:r>
              <a:rPr spc="-20" dirty="0">
                <a:solidFill>
                  <a:srgbClr val="212121"/>
                </a:solidFill>
                <a:latin typeface="Arial MT"/>
                <a:cs typeface="Arial MT"/>
              </a:rPr>
              <a:t>Termination</a:t>
            </a:r>
            <a:endParaRPr dirty="0">
              <a:solidFill>
                <a:prstClr val="black"/>
              </a:solidFill>
              <a:latin typeface="Arial MT"/>
              <a:cs typeface="Arial MT"/>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Pure</a:t>
            </a:r>
            <a:r>
              <a:rPr spc="-35" dirty="0">
                <a:solidFill>
                  <a:srgbClr val="212121"/>
                </a:solidFill>
                <a:latin typeface="Arial MT"/>
                <a:cs typeface="Arial MT"/>
              </a:rPr>
              <a:t> </a:t>
            </a:r>
            <a:r>
              <a:rPr dirty="0">
                <a:solidFill>
                  <a:srgbClr val="212121"/>
                </a:solidFill>
                <a:latin typeface="Arial MT"/>
                <a:cs typeface="Arial MT"/>
              </a:rPr>
              <a:t>Symbolic</a:t>
            </a:r>
            <a:r>
              <a:rPr spc="-60" dirty="0">
                <a:solidFill>
                  <a:srgbClr val="212121"/>
                </a:solidFill>
                <a:latin typeface="Arial MT"/>
                <a:cs typeface="Arial MT"/>
              </a:rPr>
              <a:t> </a:t>
            </a:r>
            <a:r>
              <a:rPr dirty="0">
                <a:solidFill>
                  <a:srgbClr val="212121"/>
                </a:solidFill>
                <a:latin typeface="Arial MT"/>
                <a:cs typeface="Arial MT"/>
              </a:rPr>
              <a:t>Heuristic</a:t>
            </a:r>
            <a:endParaRPr dirty="0">
              <a:solidFill>
                <a:prstClr val="black"/>
              </a:solidFill>
              <a:latin typeface="Arial MT"/>
              <a:cs typeface="Arial MT"/>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Unit</a:t>
            </a:r>
            <a:r>
              <a:rPr spc="-35" dirty="0">
                <a:solidFill>
                  <a:srgbClr val="212121"/>
                </a:solidFill>
                <a:latin typeface="Arial MT"/>
                <a:cs typeface="Arial MT"/>
              </a:rPr>
              <a:t> </a:t>
            </a:r>
            <a:r>
              <a:rPr dirty="0">
                <a:solidFill>
                  <a:srgbClr val="212121"/>
                </a:solidFill>
                <a:latin typeface="Arial MT"/>
                <a:cs typeface="Arial MT"/>
              </a:rPr>
              <a:t>Clause</a:t>
            </a:r>
            <a:r>
              <a:rPr spc="-50" dirty="0">
                <a:solidFill>
                  <a:srgbClr val="212121"/>
                </a:solidFill>
                <a:latin typeface="Arial MT"/>
                <a:cs typeface="Arial MT"/>
              </a:rPr>
              <a:t> </a:t>
            </a:r>
            <a:r>
              <a:rPr dirty="0">
                <a:solidFill>
                  <a:srgbClr val="212121"/>
                </a:solidFill>
                <a:latin typeface="Arial MT"/>
                <a:cs typeface="Arial MT"/>
              </a:rPr>
              <a:t>Heuristic</a:t>
            </a:r>
            <a:endParaRPr dirty="0">
              <a:solidFill>
                <a:prstClr val="black"/>
              </a:solidFill>
              <a:latin typeface="Arial MT"/>
              <a:cs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3" name="object 3"/>
          <p:cNvSpPr txBox="1">
            <a:spLocks noGrp="1"/>
          </p:cNvSpPr>
          <p:nvPr>
            <p:ph type="title"/>
          </p:nvPr>
        </p:nvSpPr>
        <p:spPr>
          <a:xfrm>
            <a:off x="383540" y="522173"/>
            <a:ext cx="2080260"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D</a:t>
            </a:r>
            <a:r>
              <a:rPr sz="2400" b="1" spc="-140" dirty="0">
                <a:solidFill>
                  <a:srgbClr val="C00000"/>
                </a:solidFill>
                <a:latin typeface="Arial"/>
                <a:cs typeface="Arial"/>
              </a:rPr>
              <a:t>P</a:t>
            </a:r>
            <a:r>
              <a:rPr sz="2400" b="1" spc="-150" dirty="0">
                <a:solidFill>
                  <a:srgbClr val="C00000"/>
                </a:solidFill>
                <a:latin typeface="Arial"/>
                <a:cs typeface="Arial"/>
              </a:rPr>
              <a:t>L</a:t>
            </a:r>
            <a:r>
              <a:rPr sz="2400" b="1" dirty="0">
                <a:solidFill>
                  <a:srgbClr val="C00000"/>
                </a:solidFill>
                <a:latin typeface="Arial"/>
                <a:cs typeface="Arial"/>
              </a:rPr>
              <a:t>L</a:t>
            </a:r>
            <a:r>
              <a:rPr sz="2400" b="1" spc="-455" dirty="0">
                <a:solidFill>
                  <a:srgbClr val="C00000"/>
                </a:solidFill>
                <a:latin typeface="Arial"/>
                <a:cs typeface="Arial"/>
              </a:rPr>
              <a:t> </a:t>
            </a:r>
            <a:r>
              <a:rPr sz="2400" b="1" spc="-225" dirty="0">
                <a:solidFill>
                  <a:srgbClr val="C00000"/>
                </a:solidFill>
                <a:latin typeface="Arial"/>
                <a:cs typeface="Arial"/>
              </a:rPr>
              <a:t>A</a:t>
            </a:r>
            <a:r>
              <a:rPr sz="2400" b="1" spc="-140" dirty="0">
                <a:solidFill>
                  <a:srgbClr val="C00000"/>
                </a:solidFill>
                <a:latin typeface="Arial"/>
                <a:cs typeface="Arial"/>
              </a:rPr>
              <a:t>l</a:t>
            </a:r>
            <a:r>
              <a:rPr sz="2400" b="1" spc="-150" dirty="0">
                <a:solidFill>
                  <a:srgbClr val="C00000"/>
                </a:solidFill>
                <a:latin typeface="Arial"/>
                <a:cs typeface="Arial"/>
              </a:rPr>
              <a:t>go</a:t>
            </a:r>
            <a:r>
              <a:rPr sz="2400" b="1" spc="-140" dirty="0">
                <a:solidFill>
                  <a:srgbClr val="C00000"/>
                </a:solidFill>
                <a:latin typeface="Arial"/>
                <a:cs typeface="Arial"/>
              </a:rPr>
              <a:t>ri</a:t>
            </a:r>
            <a:r>
              <a:rPr sz="2400" b="1" spc="-150" dirty="0">
                <a:solidFill>
                  <a:srgbClr val="C00000"/>
                </a:solidFill>
                <a:latin typeface="Arial"/>
                <a:cs typeface="Arial"/>
              </a:rPr>
              <a:t>th</a:t>
            </a:r>
            <a:r>
              <a:rPr sz="2400" b="1" dirty="0">
                <a:solidFill>
                  <a:srgbClr val="C00000"/>
                </a:solidFill>
                <a:latin typeface="Arial"/>
                <a:cs typeface="Arial"/>
              </a:rPr>
              <a:t>m</a:t>
            </a:r>
            <a:endParaRPr sz="2400">
              <a:latin typeface="Arial"/>
              <a:cs typeface="Arial"/>
            </a:endParaRPr>
          </a:p>
        </p:txBody>
      </p:sp>
    </p:spTree>
    <p:extLst>
      <p:ext uri="{BB962C8B-B14F-4D97-AF65-F5344CB8AC3E}">
        <p14:creationId xmlns:p14="http://schemas.microsoft.com/office/powerpoint/2010/main" val="12911671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21714"/>
            <a:ext cx="7809865" cy="2440305"/>
          </a:xfrm>
          <a:prstGeom prst="rect">
            <a:avLst/>
          </a:prstGeom>
        </p:spPr>
        <p:txBody>
          <a:bodyPr vert="horz" wrap="square" lIns="0" tIns="12700" rIns="0" bIns="0" rtlCol="0">
            <a:spAutoFit/>
          </a:bodyPr>
          <a:lstStyle/>
          <a:p>
            <a:pPr marL="12700" marR="5080" indent="8890">
              <a:spcBef>
                <a:spcPts val="100"/>
              </a:spcBef>
            </a:pPr>
            <a:r>
              <a:rPr dirty="0">
                <a:solidFill>
                  <a:srgbClr val="212121"/>
                </a:solidFill>
                <a:latin typeface="Arial MT"/>
                <a:cs typeface="Arial MT"/>
              </a:rPr>
              <a:t>In logic and computer </a:t>
            </a:r>
            <a:r>
              <a:rPr spc="5" dirty="0">
                <a:solidFill>
                  <a:srgbClr val="212121"/>
                </a:solidFill>
                <a:latin typeface="Arial MT"/>
                <a:cs typeface="Arial MT"/>
              </a:rPr>
              <a:t>science, </a:t>
            </a:r>
            <a:r>
              <a:rPr dirty="0">
                <a:solidFill>
                  <a:srgbClr val="212121"/>
                </a:solidFill>
                <a:latin typeface="Arial MT"/>
                <a:cs typeface="Arial MT"/>
              </a:rPr>
              <a:t>the Davis–Putnam–Logemann–Loveland </a:t>
            </a:r>
            <a:r>
              <a:rPr spc="5" dirty="0">
                <a:solidFill>
                  <a:srgbClr val="212121"/>
                </a:solidFill>
                <a:latin typeface="Arial MT"/>
                <a:cs typeface="Arial MT"/>
              </a:rPr>
              <a:t> </a:t>
            </a:r>
            <a:r>
              <a:rPr dirty="0">
                <a:solidFill>
                  <a:srgbClr val="212121"/>
                </a:solidFill>
                <a:latin typeface="Arial MT"/>
                <a:cs typeface="Arial MT"/>
              </a:rPr>
              <a:t>(</a:t>
            </a:r>
            <a:r>
              <a:rPr b="1" dirty="0">
                <a:solidFill>
                  <a:srgbClr val="212121"/>
                </a:solidFill>
                <a:latin typeface="Arial"/>
                <a:cs typeface="Arial"/>
              </a:rPr>
              <a:t>DPLL</a:t>
            </a:r>
            <a:r>
              <a:rPr dirty="0">
                <a:solidFill>
                  <a:srgbClr val="212121"/>
                </a:solidFill>
                <a:latin typeface="Arial MT"/>
                <a:cs typeface="Arial MT"/>
              </a:rPr>
              <a:t>) </a:t>
            </a:r>
            <a:r>
              <a:rPr b="1" dirty="0">
                <a:solidFill>
                  <a:srgbClr val="212121"/>
                </a:solidFill>
                <a:latin typeface="Arial"/>
                <a:cs typeface="Arial"/>
              </a:rPr>
              <a:t>algorithm </a:t>
            </a:r>
            <a:r>
              <a:rPr dirty="0">
                <a:solidFill>
                  <a:srgbClr val="212121"/>
                </a:solidFill>
                <a:latin typeface="Arial MT"/>
                <a:cs typeface="Arial MT"/>
              </a:rPr>
              <a:t>is a complete, backtracking-based search </a:t>
            </a:r>
            <a:r>
              <a:rPr b="1" dirty="0">
                <a:solidFill>
                  <a:srgbClr val="212121"/>
                </a:solidFill>
                <a:latin typeface="Arial"/>
                <a:cs typeface="Arial"/>
              </a:rPr>
              <a:t>algorithm </a:t>
            </a:r>
            <a:r>
              <a:rPr dirty="0">
                <a:solidFill>
                  <a:srgbClr val="212121"/>
                </a:solidFill>
                <a:latin typeface="Arial MT"/>
                <a:cs typeface="Arial MT"/>
              </a:rPr>
              <a:t>for </a:t>
            </a:r>
            <a:r>
              <a:rPr spc="5" dirty="0">
                <a:solidFill>
                  <a:srgbClr val="212121"/>
                </a:solidFill>
                <a:latin typeface="Arial MT"/>
                <a:cs typeface="Arial MT"/>
              </a:rPr>
              <a:t> </a:t>
            </a:r>
            <a:r>
              <a:rPr dirty="0">
                <a:solidFill>
                  <a:srgbClr val="212121"/>
                </a:solidFill>
                <a:latin typeface="Arial MT"/>
                <a:cs typeface="Arial MT"/>
              </a:rPr>
              <a:t>deciding</a:t>
            </a:r>
            <a:r>
              <a:rPr spc="-45" dirty="0">
                <a:solidFill>
                  <a:srgbClr val="212121"/>
                </a:solidFill>
                <a:latin typeface="Arial MT"/>
                <a:cs typeface="Arial MT"/>
              </a:rPr>
              <a:t> </a:t>
            </a:r>
            <a:r>
              <a:rPr dirty="0">
                <a:solidFill>
                  <a:srgbClr val="212121"/>
                </a:solidFill>
                <a:latin typeface="Arial MT"/>
                <a:cs typeface="Arial MT"/>
              </a:rPr>
              <a:t>the satisfiability</a:t>
            </a:r>
            <a:r>
              <a:rPr spc="-65" dirty="0">
                <a:solidFill>
                  <a:srgbClr val="212121"/>
                </a:solidFill>
                <a:latin typeface="Arial MT"/>
                <a:cs typeface="Arial MT"/>
              </a:rPr>
              <a:t> </a:t>
            </a:r>
            <a:r>
              <a:rPr dirty="0">
                <a:solidFill>
                  <a:srgbClr val="212121"/>
                </a:solidFill>
                <a:latin typeface="Arial MT"/>
                <a:cs typeface="Arial MT"/>
              </a:rPr>
              <a:t>of</a:t>
            </a:r>
            <a:r>
              <a:rPr spc="20" dirty="0">
                <a:solidFill>
                  <a:srgbClr val="212121"/>
                </a:solidFill>
                <a:latin typeface="Arial MT"/>
                <a:cs typeface="Arial MT"/>
              </a:rPr>
              <a:t> </a:t>
            </a:r>
            <a:r>
              <a:rPr dirty="0">
                <a:solidFill>
                  <a:srgbClr val="212121"/>
                </a:solidFill>
                <a:latin typeface="Arial MT"/>
                <a:cs typeface="Arial MT"/>
              </a:rPr>
              <a:t>propositional</a:t>
            </a:r>
            <a:r>
              <a:rPr spc="-70" dirty="0">
                <a:solidFill>
                  <a:srgbClr val="212121"/>
                </a:solidFill>
                <a:latin typeface="Arial MT"/>
                <a:cs typeface="Arial MT"/>
              </a:rPr>
              <a:t> </a:t>
            </a:r>
            <a:r>
              <a:rPr dirty="0">
                <a:solidFill>
                  <a:srgbClr val="212121"/>
                </a:solidFill>
                <a:latin typeface="Arial MT"/>
                <a:cs typeface="Arial MT"/>
              </a:rPr>
              <a:t>logic</a:t>
            </a:r>
            <a:r>
              <a:rPr spc="-15" dirty="0">
                <a:solidFill>
                  <a:srgbClr val="212121"/>
                </a:solidFill>
                <a:latin typeface="Arial MT"/>
                <a:cs typeface="Arial MT"/>
              </a:rPr>
              <a:t> </a:t>
            </a:r>
            <a:r>
              <a:rPr dirty="0">
                <a:solidFill>
                  <a:srgbClr val="212121"/>
                </a:solidFill>
                <a:latin typeface="Arial MT"/>
                <a:cs typeface="Arial MT"/>
              </a:rPr>
              <a:t>formulae</a:t>
            </a:r>
            <a:r>
              <a:rPr spc="-20" dirty="0">
                <a:solidFill>
                  <a:srgbClr val="212121"/>
                </a:solidFill>
                <a:latin typeface="Arial MT"/>
                <a:cs typeface="Arial MT"/>
              </a:rPr>
              <a:t> </a:t>
            </a:r>
            <a:r>
              <a:rPr dirty="0">
                <a:solidFill>
                  <a:srgbClr val="212121"/>
                </a:solidFill>
                <a:latin typeface="Arial MT"/>
                <a:cs typeface="Arial MT"/>
              </a:rPr>
              <a:t>in</a:t>
            </a:r>
            <a:r>
              <a:rPr spc="5" dirty="0">
                <a:solidFill>
                  <a:srgbClr val="212121"/>
                </a:solidFill>
                <a:latin typeface="Arial MT"/>
                <a:cs typeface="Arial MT"/>
              </a:rPr>
              <a:t> </a:t>
            </a:r>
            <a:r>
              <a:rPr dirty="0">
                <a:solidFill>
                  <a:srgbClr val="212121"/>
                </a:solidFill>
                <a:latin typeface="Arial MT"/>
                <a:cs typeface="Arial MT"/>
              </a:rPr>
              <a:t>conjunctive</a:t>
            </a:r>
            <a:r>
              <a:rPr spc="-45" dirty="0">
                <a:solidFill>
                  <a:srgbClr val="212121"/>
                </a:solidFill>
                <a:latin typeface="Arial MT"/>
                <a:cs typeface="Arial MT"/>
              </a:rPr>
              <a:t> </a:t>
            </a:r>
            <a:r>
              <a:rPr dirty="0">
                <a:solidFill>
                  <a:srgbClr val="212121"/>
                </a:solidFill>
                <a:latin typeface="Arial MT"/>
                <a:cs typeface="Arial MT"/>
              </a:rPr>
              <a:t>normal </a:t>
            </a:r>
            <a:r>
              <a:rPr spc="-484" dirty="0">
                <a:solidFill>
                  <a:srgbClr val="212121"/>
                </a:solidFill>
                <a:latin typeface="Arial MT"/>
                <a:cs typeface="Arial MT"/>
              </a:rPr>
              <a:t> </a:t>
            </a:r>
            <a:r>
              <a:rPr dirty="0">
                <a:solidFill>
                  <a:srgbClr val="212121"/>
                </a:solidFill>
                <a:latin typeface="Arial MT"/>
                <a:cs typeface="Arial MT"/>
              </a:rPr>
              <a:t>form</a:t>
            </a:r>
            <a:endParaRPr dirty="0">
              <a:solidFill>
                <a:prstClr val="black"/>
              </a:solidFill>
              <a:latin typeface="Arial MT"/>
              <a:cs typeface="Arial MT"/>
            </a:endParaRPr>
          </a:p>
          <a:p>
            <a:pPr marL="21590">
              <a:spcBef>
                <a:spcPts val="430"/>
              </a:spcBef>
            </a:pPr>
            <a:r>
              <a:rPr b="1" dirty="0">
                <a:solidFill>
                  <a:srgbClr val="212121"/>
                </a:solidFill>
                <a:latin typeface="Arial"/>
                <a:cs typeface="Arial"/>
              </a:rPr>
              <a:t>Improvements:</a:t>
            </a:r>
            <a:endParaRPr dirty="0">
              <a:solidFill>
                <a:prstClr val="black"/>
              </a:solidFill>
              <a:latin typeface="Arial"/>
              <a:cs typeface="Arial"/>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Early</a:t>
            </a:r>
            <a:r>
              <a:rPr spc="-80" dirty="0">
                <a:solidFill>
                  <a:srgbClr val="212121"/>
                </a:solidFill>
                <a:latin typeface="Arial MT"/>
                <a:cs typeface="Arial MT"/>
              </a:rPr>
              <a:t> </a:t>
            </a:r>
            <a:r>
              <a:rPr spc="-20" dirty="0">
                <a:solidFill>
                  <a:srgbClr val="212121"/>
                </a:solidFill>
                <a:latin typeface="Arial MT"/>
                <a:cs typeface="Arial MT"/>
              </a:rPr>
              <a:t>Termination</a:t>
            </a:r>
            <a:endParaRPr dirty="0">
              <a:solidFill>
                <a:prstClr val="black"/>
              </a:solidFill>
              <a:latin typeface="Arial MT"/>
              <a:cs typeface="Arial MT"/>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Pure</a:t>
            </a:r>
            <a:r>
              <a:rPr spc="-35" dirty="0">
                <a:solidFill>
                  <a:srgbClr val="212121"/>
                </a:solidFill>
                <a:latin typeface="Arial MT"/>
                <a:cs typeface="Arial MT"/>
              </a:rPr>
              <a:t> </a:t>
            </a:r>
            <a:r>
              <a:rPr dirty="0">
                <a:solidFill>
                  <a:srgbClr val="212121"/>
                </a:solidFill>
                <a:latin typeface="Arial MT"/>
                <a:cs typeface="Arial MT"/>
              </a:rPr>
              <a:t>Symbolic</a:t>
            </a:r>
            <a:r>
              <a:rPr spc="-60" dirty="0">
                <a:solidFill>
                  <a:srgbClr val="212121"/>
                </a:solidFill>
                <a:latin typeface="Arial MT"/>
                <a:cs typeface="Arial MT"/>
              </a:rPr>
              <a:t> </a:t>
            </a:r>
            <a:r>
              <a:rPr dirty="0">
                <a:solidFill>
                  <a:srgbClr val="212121"/>
                </a:solidFill>
                <a:latin typeface="Arial MT"/>
                <a:cs typeface="Arial MT"/>
              </a:rPr>
              <a:t>Heuristic</a:t>
            </a:r>
            <a:endParaRPr dirty="0">
              <a:solidFill>
                <a:prstClr val="black"/>
              </a:solidFill>
              <a:latin typeface="Arial MT"/>
              <a:cs typeface="Arial MT"/>
            </a:endParaRPr>
          </a:p>
          <a:p>
            <a:pPr marL="356870" indent="-344805">
              <a:spcBef>
                <a:spcPts val="434"/>
              </a:spcBef>
              <a:buClr>
                <a:srgbClr val="0F1141"/>
              </a:buClr>
              <a:buFontTx/>
              <a:buAutoNum type="arabicPeriod"/>
              <a:tabLst>
                <a:tab pos="356870" algn="l"/>
                <a:tab pos="357505" algn="l"/>
              </a:tabLst>
            </a:pPr>
            <a:r>
              <a:rPr dirty="0">
                <a:solidFill>
                  <a:srgbClr val="212121"/>
                </a:solidFill>
                <a:latin typeface="Arial MT"/>
                <a:cs typeface="Arial MT"/>
              </a:rPr>
              <a:t>Unit</a:t>
            </a:r>
            <a:r>
              <a:rPr spc="-35" dirty="0">
                <a:solidFill>
                  <a:srgbClr val="212121"/>
                </a:solidFill>
                <a:latin typeface="Arial MT"/>
                <a:cs typeface="Arial MT"/>
              </a:rPr>
              <a:t> </a:t>
            </a:r>
            <a:r>
              <a:rPr dirty="0">
                <a:solidFill>
                  <a:srgbClr val="212121"/>
                </a:solidFill>
                <a:latin typeface="Arial MT"/>
                <a:cs typeface="Arial MT"/>
              </a:rPr>
              <a:t>Clause</a:t>
            </a:r>
            <a:r>
              <a:rPr spc="-50" dirty="0">
                <a:solidFill>
                  <a:srgbClr val="212121"/>
                </a:solidFill>
                <a:latin typeface="Arial MT"/>
                <a:cs typeface="Arial MT"/>
              </a:rPr>
              <a:t> </a:t>
            </a:r>
            <a:r>
              <a:rPr dirty="0">
                <a:solidFill>
                  <a:srgbClr val="212121"/>
                </a:solidFill>
                <a:latin typeface="Arial MT"/>
                <a:cs typeface="Arial MT"/>
              </a:rPr>
              <a:t>Heuristic</a:t>
            </a:r>
            <a:endParaRPr dirty="0">
              <a:solidFill>
                <a:prstClr val="black"/>
              </a:solidFill>
              <a:latin typeface="Arial MT"/>
              <a:cs typeface="Arial MT"/>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p:sp>
        <p:nvSpPr>
          <p:cNvPr id="3" name="object 3"/>
          <p:cNvSpPr txBox="1">
            <a:spLocks noGrp="1"/>
          </p:cNvSpPr>
          <p:nvPr>
            <p:ph type="title"/>
          </p:nvPr>
        </p:nvSpPr>
        <p:spPr>
          <a:xfrm>
            <a:off x="383540" y="522173"/>
            <a:ext cx="2080260"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D</a:t>
            </a:r>
            <a:r>
              <a:rPr sz="2400" b="1" spc="-140" dirty="0">
                <a:solidFill>
                  <a:srgbClr val="C00000"/>
                </a:solidFill>
                <a:latin typeface="Arial"/>
                <a:cs typeface="Arial"/>
              </a:rPr>
              <a:t>P</a:t>
            </a:r>
            <a:r>
              <a:rPr sz="2400" b="1" spc="-150" dirty="0">
                <a:solidFill>
                  <a:srgbClr val="C00000"/>
                </a:solidFill>
                <a:latin typeface="Arial"/>
                <a:cs typeface="Arial"/>
              </a:rPr>
              <a:t>L</a:t>
            </a:r>
            <a:r>
              <a:rPr sz="2400" b="1" dirty="0">
                <a:solidFill>
                  <a:srgbClr val="C00000"/>
                </a:solidFill>
                <a:latin typeface="Arial"/>
                <a:cs typeface="Arial"/>
              </a:rPr>
              <a:t>L</a:t>
            </a:r>
            <a:r>
              <a:rPr sz="2400" b="1" spc="-455" dirty="0">
                <a:solidFill>
                  <a:srgbClr val="C00000"/>
                </a:solidFill>
                <a:latin typeface="Arial"/>
                <a:cs typeface="Arial"/>
              </a:rPr>
              <a:t> </a:t>
            </a:r>
            <a:r>
              <a:rPr sz="2400" b="1" spc="-225" dirty="0">
                <a:solidFill>
                  <a:srgbClr val="C00000"/>
                </a:solidFill>
                <a:latin typeface="Arial"/>
                <a:cs typeface="Arial"/>
              </a:rPr>
              <a:t>A</a:t>
            </a:r>
            <a:r>
              <a:rPr sz="2400" b="1" spc="-140" dirty="0">
                <a:solidFill>
                  <a:srgbClr val="C00000"/>
                </a:solidFill>
                <a:latin typeface="Arial"/>
                <a:cs typeface="Arial"/>
              </a:rPr>
              <a:t>l</a:t>
            </a:r>
            <a:r>
              <a:rPr sz="2400" b="1" spc="-150" dirty="0">
                <a:solidFill>
                  <a:srgbClr val="C00000"/>
                </a:solidFill>
                <a:latin typeface="Arial"/>
                <a:cs typeface="Arial"/>
              </a:rPr>
              <a:t>go</a:t>
            </a:r>
            <a:r>
              <a:rPr sz="2400" b="1" spc="-140" dirty="0">
                <a:solidFill>
                  <a:srgbClr val="C00000"/>
                </a:solidFill>
                <a:latin typeface="Arial"/>
                <a:cs typeface="Arial"/>
              </a:rPr>
              <a:t>ri</a:t>
            </a:r>
            <a:r>
              <a:rPr sz="2400" b="1" spc="-150" dirty="0">
                <a:solidFill>
                  <a:srgbClr val="C00000"/>
                </a:solidFill>
                <a:latin typeface="Arial"/>
                <a:cs typeface="Arial"/>
              </a:rPr>
              <a:t>th</a:t>
            </a:r>
            <a:r>
              <a:rPr sz="2400" b="1" dirty="0">
                <a:solidFill>
                  <a:srgbClr val="C00000"/>
                </a:solidFill>
                <a:latin typeface="Arial"/>
                <a:cs typeface="Arial"/>
              </a:rPr>
              <a:t>m</a:t>
            </a:r>
            <a:endParaRPr sz="2400">
              <a:latin typeface="Arial"/>
              <a:cs typeface="Arial"/>
            </a:endParaRPr>
          </a:p>
        </p:txBody>
      </p:sp>
    </p:spTree>
    <p:extLst>
      <p:ext uri="{BB962C8B-B14F-4D97-AF65-F5344CB8AC3E}">
        <p14:creationId xmlns:p14="http://schemas.microsoft.com/office/powerpoint/2010/main" val="22538517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0518" y="0"/>
            <a:ext cx="9144000" cy="6598920"/>
            <a:chOff x="0" y="0"/>
            <a:chExt cx="9144000" cy="6598920"/>
          </a:xfrm>
        </p:grpSpPr>
        <p:sp>
          <p:nvSpPr>
            <p:cNvPr id="3" name="object 3"/>
            <p:cNvSpPr/>
            <p:nvPr/>
          </p:nvSpPr>
          <p:spPr>
            <a:xfrm>
              <a:off x="4629912" y="6550152"/>
              <a:ext cx="2329180" cy="48895"/>
            </a:xfrm>
            <a:custGeom>
              <a:avLst/>
              <a:gdLst/>
              <a:ahLst/>
              <a:cxnLst/>
              <a:rect l="l" t="t" r="r" b="b"/>
              <a:pathLst>
                <a:path w="2329179" h="48895">
                  <a:moveTo>
                    <a:pt x="2328672" y="0"/>
                  </a:moveTo>
                  <a:lnTo>
                    <a:pt x="0" y="0"/>
                  </a:lnTo>
                  <a:lnTo>
                    <a:pt x="0" y="36576"/>
                  </a:lnTo>
                  <a:lnTo>
                    <a:pt x="0" y="48768"/>
                  </a:lnTo>
                  <a:lnTo>
                    <a:pt x="2328672" y="48768"/>
                  </a:lnTo>
                  <a:lnTo>
                    <a:pt x="2328672" y="36576"/>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4" name="object 4"/>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solidFill>
                  <a:prstClr val="black"/>
                </a:solidFill>
              </a:endParaRPr>
            </a:p>
          </p:txBody>
        </p:sp>
        <p:sp>
          <p:nvSpPr>
            <p:cNvPr id="5" name="object 5"/>
            <p:cNvSpPr/>
            <p:nvPr/>
          </p:nvSpPr>
          <p:spPr>
            <a:xfrm>
              <a:off x="2084832" y="6550152"/>
              <a:ext cx="2581910" cy="48895"/>
            </a:xfrm>
            <a:custGeom>
              <a:avLst/>
              <a:gdLst/>
              <a:ahLst/>
              <a:cxnLst/>
              <a:rect l="l" t="t" r="r" b="b"/>
              <a:pathLst>
                <a:path w="2581910" h="48895">
                  <a:moveTo>
                    <a:pt x="2581656" y="0"/>
                  </a:moveTo>
                  <a:lnTo>
                    <a:pt x="0" y="0"/>
                  </a:lnTo>
                  <a:lnTo>
                    <a:pt x="0" y="36576"/>
                  </a:lnTo>
                  <a:lnTo>
                    <a:pt x="0" y="48768"/>
                  </a:lnTo>
                  <a:lnTo>
                    <a:pt x="2581656" y="48768"/>
                  </a:lnTo>
                  <a:lnTo>
                    <a:pt x="2581656" y="36576"/>
                  </a:lnTo>
                  <a:lnTo>
                    <a:pt x="2581656" y="0"/>
                  </a:lnTo>
                  <a:close/>
                </a:path>
              </a:pathLst>
            </a:custGeom>
            <a:solidFill>
              <a:srgbClr val="FBAF17"/>
            </a:solidFill>
          </p:spPr>
          <p:txBody>
            <a:bodyPr wrap="square" lIns="0" tIns="0" rIns="0" bIns="0" rtlCol="0"/>
            <a:lstStyle/>
            <a:p>
              <a:endParaRPr>
                <a:solidFill>
                  <a:prstClr val="black"/>
                </a:solidFill>
              </a:endParaRPr>
            </a:p>
          </p:txBody>
        </p:sp>
        <p:sp>
          <p:nvSpPr>
            <p:cNvPr id="6" name="object 6"/>
            <p:cNvSpPr/>
            <p:nvPr/>
          </p:nvSpPr>
          <p:spPr>
            <a:xfrm>
              <a:off x="4495800" y="6553200"/>
              <a:ext cx="2329180" cy="45720"/>
            </a:xfrm>
            <a:custGeom>
              <a:avLst/>
              <a:gdLst/>
              <a:ahLst/>
              <a:cxnLst/>
              <a:rect l="l" t="t" r="r" b="b"/>
              <a:pathLst>
                <a:path w="2329179" h="45720">
                  <a:moveTo>
                    <a:pt x="2328672" y="0"/>
                  </a:moveTo>
                  <a:lnTo>
                    <a:pt x="0" y="0"/>
                  </a:lnTo>
                  <a:lnTo>
                    <a:pt x="0" y="33528"/>
                  </a:lnTo>
                  <a:lnTo>
                    <a:pt x="0" y="45720"/>
                  </a:lnTo>
                  <a:lnTo>
                    <a:pt x="2328672" y="45720"/>
                  </a:lnTo>
                  <a:lnTo>
                    <a:pt x="2328672" y="33528"/>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7" name="object 7"/>
            <p:cNvSpPr/>
            <p:nvPr/>
          </p:nvSpPr>
          <p:spPr>
            <a:xfrm>
              <a:off x="2133600" y="6553200"/>
              <a:ext cx="2362200" cy="45720"/>
            </a:xfrm>
            <a:custGeom>
              <a:avLst/>
              <a:gdLst/>
              <a:ahLst/>
              <a:cxnLst/>
              <a:rect l="l" t="t" r="r" b="b"/>
              <a:pathLst>
                <a:path w="2362200" h="45720">
                  <a:moveTo>
                    <a:pt x="2362200" y="0"/>
                  </a:moveTo>
                  <a:lnTo>
                    <a:pt x="0" y="0"/>
                  </a:lnTo>
                  <a:lnTo>
                    <a:pt x="0" y="33528"/>
                  </a:lnTo>
                  <a:lnTo>
                    <a:pt x="0" y="45720"/>
                  </a:lnTo>
                  <a:lnTo>
                    <a:pt x="2362200" y="45720"/>
                  </a:lnTo>
                  <a:lnTo>
                    <a:pt x="2362200" y="33528"/>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8" name="object 8"/>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pic>
          <p:nvPicPr>
            <p:cNvPr id="9" name="object 9"/>
            <p:cNvPicPr/>
            <p:nvPr/>
          </p:nvPicPr>
          <p:blipFill>
            <a:blip r:embed="rId2" cstate="print"/>
            <a:stretch>
              <a:fillRect/>
            </a:stretch>
          </p:blipFill>
          <p:spPr>
            <a:xfrm>
              <a:off x="6629400" y="0"/>
              <a:ext cx="2194559" cy="691896"/>
            </a:xfrm>
            <a:prstGeom prst="rect">
              <a:avLst/>
            </a:prstGeom>
          </p:spPr>
        </p:pic>
        <p:sp>
          <p:nvSpPr>
            <p:cNvPr id="10" name="object 1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solidFill>
                  <a:prstClr val="black"/>
                </a:solidFill>
              </a:endParaRPr>
            </a:p>
          </p:txBody>
        </p:sp>
        <p:sp>
          <p:nvSpPr>
            <p:cNvPr id="11" name="object 1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solidFill>
                  <a:prstClr val="black"/>
                </a:solidFill>
              </a:endParaRPr>
            </a:p>
          </p:txBody>
        </p:sp>
        <p:sp>
          <p:nvSpPr>
            <p:cNvPr id="12" name="object 1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solidFill>
                  <a:prstClr val="black"/>
                </a:solidFill>
              </a:endParaRPr>
            </a:p>
          </p:txBody>
        </p:sp>
        <p:pic>
          <p:nvPicPr>
            <p:cNvPr id="13" name="object 13"/>
            <p:cNvPicPr/>
            <p:nvPr/>
          </p:nvPicPr>
          <p:blipFill>
            <a:blip r:embed="rId3" cstate="print"/>
            <a:stretch>
              <a:fillRect/>
            </a:stretch>
          </p:blipFill>
          <p:spPr>
            <a:xfrm>
              <a:off x="12191" y="12191"/>
              <a:ext cx="8991600" cy="6376416"/>
            </a:xfrm>
            <a:prstGeom prst="rect">
              <a:avLst/>
            </a:prstGeom>
          </p:spPr>
        </p:pic>
        <p:sp>
          <p:nvSpPr>
            <p:cNvPr id="14" name="object 14"/>
            <p:cNvSpPr/>
            <p:nvPr/>
          </p:nvSpPr>
          <p:spPr>
            <a:xfrm>
              <a:off x="3468623" y="1633727"/>
              <a:ext cx="853440" cy="707390"/>
            </a:xfrm>
            <a:custGeom>
              <a:avLst/>
              <a:gdLst/>
              <a:ahLst/>
              <a:cxnLst/>
              <a:rect l="l" t="t" r="r" b="b"/>
              <a:pathLst>
                <a:path w="853439" h="707389">
                  <a:moveTo>
                    <a:pt x="426720" y="0"/>
                  </a:moveTo>
                  <a:lnTo>
                    <a:pt x="373185" y="2753"/>
                  </a:lnTo>
                  <a:lnTo>
                    <a:pt x="321636" y="10794"/>
                  </a:lnTo>
                  <a:lnTo>
                    <a:pt x="272474" y="23792"/>
                  </a:lnTo>
                  <a:lnTo>
                    <a:pt x="226098" y="41415"/>
                  </a:lnTo>
                  <a:lnTo>
                    <a:pt x="182907" y="63332"/>
                  </a:lnTo>
                  <a:lnTo>
                    <a:pt x="143301" y="89213"/>
                  </a:lnTo>
                  <a:lnTo>
                    <a:pt x="107680" y="118727"/>
                  </a:lnTo>
                  <a:lnTo>
                    <a:pt x="76442" y="151542"/>
                  </a:lnTo>
                  <a:lnTo>
                    <a:pt x="49988" y="187329"/>
                  </a:lnTo>
                  <a:lnTo>
                    <a:pt x="28718" y="225755"/>
                  </a:lnTo>
                  <a:lnTo>
                    <a:pt x="13029" y="266491"/>
                  </a:lnTo>
                  <a:lnTo>
                    <a:pt x="3324" y="309206"/>
                  </a:lnTo>
                  <a:lnTo>
                    <a:pt x="0" y="353568"/>
                  </a:lnTo>
                  <a:lnTo>
                    <a:pt x="3324" y="397929"/>
                  </a:lnTo>
                  <a:lnTo>
                    <a:pt x="13029" y="440644"/>
                  </a:lnTo>
                  <a:lnTo>
                    <a:pt x="28718" y="481380"/>
                  </a:lnTo>
                  <a:lnTo>
                    <a:pt x="49988" y="519806"/>
                  </a:lnTo>
                  <a:lnTo>
                    <a:pt x="76442" y="555593"/>
                  </a:lnTo>
                  <a:lnTo>
                    <a:pt x="107680" y="588408"/>
                  </a:lnTo>
                  <a:lnTo>
                    <a:pt x="143301" y="617922"/>
                  </a:lnTo>
                  <a:lnTo>
                    <a:pt x="182907" y="643803"/>
                  </a:lnTo>
                  <a:lnTo>
                    <a:pt x="226098" y="665720"/>
                  </a:lnTo>
                  <a:lnTo>
                    <a:pt x="272474" y="683343"/>
                  </a:lnTo>
                  <a:lnTo>
                    <a:pt x="321636" y="696341"/>
                  </a:lnTo>
                  <a:lnTo>
                    <a:pt x="373185" y="704382"/>
                  </a:lnTo>
                  <a:lnTo>
                    <a:pt x="426720" y="707136"/>
                  </a:lnTo>
                  <a:lnTo>
                    <a:pt x="480254" y="704382"/>
                  </a:lnTo>
                  <a:lnTo>
                    <a:pt x="531803" y="696341"/>
                  </a:lnTo>
                  <a:lnTo>
                    <a:pt x="580965" y="683343"/>
                  </a:lnTo>
                  <a:lnTo>
                    <a:pt x="627341" y="665720"/>
                  </a:lnTo>
                  <a:lnTo>
                    <a:pt x="670532" y="643803"/>
                  </a:lnTo>
                  <a:lnTo>
                    <a:pt x="710138" y="617922"/>
                  </a:lnTo>
                  <a:lnTo>
                    <a:pt x="745759" y="588408"/>
                  </a:lnTo>
                  <a:lnTo>
                    <a:pt x="776997" y="555593"/>
                  </a:lnTo>
                  <a:lnTo>
                    <a:pt x="803451" y="519806"/>
                  </a:lnTo>
                  <a:lnTo>
                    <a:pt x="824721" y="481380"/>
                  </a:lnTo>
                  <a:lnTo>
                    <a:pt x="840410" y="440644"/>
                  </a:lnTo>
                  <a:lnTo>
                    <a:pt x="850115" y="397929"/>
                  </a:lnTo>
                  <a:lnTo>
                    <a:pt x="853439" y="353568"/>
                  </a:lnTo>
                  <a:lnTo>
                    <a:pt x="850115" y="309206"/>
                  </a:lnTo>
                  <a:lnTo>
                    <a:pt x="840410" y="266491"/>
                  </a:lnTo>
                  <a:lnTo>
                    <a:pt x="824721" y="225755"/>
                  </a:lnTo>
                  <a:lnTo>
                    <a:pt x="803451" y="187329"/>
                  </a:lnTo>
                  <a:lnTo>
                    <a:pt x="776997" y="151542"/>
                  </a:lnTo>
                  <a:lnTo>
                    <a:pt x="745759" y="118727"/>
                  </a:lnTo>
                  <a:lnTo>
                    <a:pt x="710138" y="89213"/>
                  </a:lnTo>
                  <a:lnTo>
                    <a:pt x="670532" y="63332"/>
                  </a:lnTo>
                  <a:lnTo>
                    <a:pt x="627341" y="41415"/>
                  </a:lnTo>
                  <a:lnTo>
                    <a:pt x="580965" y="23792"/>
                  </a:lnTo>
                  <a:lnTo>
                    <a:pt x="531803" y="10794"/>
                  </a:lnTo>
                  <a:lnTo>
                    <a:pt x="480254" y="2753"/>
                  </a:lnTo>
                  <a:lnTo>
                    <a:pt x="426720" y="0"/>
                  </a:lnTo>
                  <a:close/>
                </a:path>
              </a:pathLst>
            </a:custGeom>
            <a:solidFill>
              <a:srgbClr val="4F81BC"/>
            </a:solidFill>
          </p:spPr>
          <p:txBody>
            <a:bodyPr wrap="square" lIns="0" tIns="0" rIns="0" bIns="0" rtlCol="0"/>
            <a:lstStyle/>
            <a:p>
              <a:endParaRPr>
                <a:solidFill>
                  <a:prstClr val="black"/>
                </a:solidFill>
              </a:endParaRPr>
            </a:p>
          </p:txBody>
        </p:sp>
        <p:sp>
          <p:nvSpPr>
            <p:cNvPr id="15" name="object 15"/>
            <p:cNvSpPr/>
            <p:nvPr/>
          </p:nvSpPr>
          <p:spPr>
            <a:xfrm>
              <a:off x="3468623" y="1633727"/>
              <a:ext cx="853440" cy="707390"/>
            </a:xfrm>
            <a:custGeom>
              <a:avLst/>
              <a:gdLst/>
              <a:ahLst/>
              <a:cxnLst/>
              <a:rect l="l" t="t" r="r" b="b"/>
              <a:pathLst>
                <a:path w="853439" h="707389">
                  <a:moveTo>
                    <a:pt x="0" y="353568"/>
                  </a:moveTo>
                  <a:lnTo>
                    <a:pt x="3324" y="309206"/>
                  </a:lnTo>
                  <a:lnTo>
                    <a:pt x="13029" y="266491"/>
                  </a:lnTo>
                  <a:lnTo>
                    <a:pt x="28718" y="225755"/>
                  </a:lnTo>
                  <a:lnTo>
                    <a:pt x="49988" y="187329"/>
                  </a:lnTo>
                  <a:lnTo>
                    <a:pt x="76442" y="151542"/>
                  </a:lnTo>
                  <a:lnTo>
                    <a:pt x="107680" y="118727"/>
                  </a:lnTo>
                  <a:lnTo>
                    <a:pt x="143301" y="89213"/>
                  </a:lnTo>
                  <a:lnTo>
                    <a:pt x="182907" y="63332"/>
                  </a:lnTo>
                  <a:lnTo>
                    <a:pt x="226098" y="41415"/>
                  </a:lnTo>
                  <a:lnTo>
                    <a:pt x="272474" y="23792"/>
                  </a:lnTo>
                  <a:lnTo>
                    <a:pt x="321636" y="10794"/>
                  </a:lnTo>
                  <a:lnTo>
                    <a:pt x="373185" y="2753"/>
                  </a:lnTo>
                  <a:lnTo>
                    <a:pt x="426720" y="0"/>
                  </a:lnTo>
                  <a:lnTo>
                    <a:pt x="480254" y="2753"/>
                  </a:lnTo>
                  <a:lnTo>
                    <a:pt x="531803" y="10794"/>
                  </a:lnTo>
                  <a:lnTo>
                    <a:pt x="580965" y="23792"/>
                  </a:lnTo>
                  <a:lnTo>
                    <a:pt x="627341" y="41415"/>
                  </a:lnTo>
                  <a:lnTo>
                    <a:pt x="670532" y="63332"/>
                  </a:lnTo>
                  <a:lnTo>
                    <a:pt x="710138" y="89213"/>
                  </a:lnTo>
                  <a:lnTo>
                    <a:pt x="745759" y="118727"/>
                  </a:lnTo>
                  <a:lnTo>
                    <a:pt x="776997" y="151542"/>
                  </a:lnTo>
                  <a:lnTo>
                    <a:pt x="803451" y="187329"/>
                  </a:lnTo>
                  <a:lnTo>
                    <a:pt x="824721" y="225755"/>
                  </a:lnTo>
                  <a:lnTo>
                    <a:pt x="840410" y="266491"/>
                  </a:lnTo>
                  <a:lnTo>
                    <a:pt x="850115" y="309206"/>
                  </a:lnTo>
                  <a:lnTo>
                    <a:pt x="853439" y="353568"/>
                  </a:lnTo>
                  <a:lnTo>
                    <a:pt x="850115" y="397929"/>
                  </a:lnTo>
                  <a:lnTo>
                    <a:pt x="840410" y="440644"/>
                  </a:lnTo>
                  <a:lnTo>
                    <a:pt x="824721" y="481380"/>
                  </a:lnTo>
                  <a:lnTo>
                    <a:pt x="803451" y="519806"/>
                  </a:lnTo>
                  <a:lnTo>
                    <a:pt x="776997" y="555593"/>
                  </a:lnTo>
                  <a:lnTo>
                    <a:pt x="745759" y="588408"/>
                  </a:lnTo>
                  <a:lnTo>
                    <a:pt x="710138" y="617922"/>
                  </a:lnTo>
                  <a:lnTo>
                    <a:pt x="670532" y="643803"/>
                  </a:lnTo>
                  <a:lnTo>
                    <a:pt x="627341" y="665720"/>
                  </a:lnTo>
                  <a:lnTo>
                    <a:pt x="580965" y="683343"/>
                  </a:lnTo>
                  <a:lnTo>
                    <a:pt x="531803" y="696341"/>
                  </a:lnTo>
                  <a:lnTo>
                    <a:pt x="480254" y="704382"/>
                  </a:lnTo>
                  <a:lnTo>
                    <a:pt x="426720" y="707136"/>
                  </a:lnTo>
                  <a:lnTo>
                    <a:pt x="373185" y="704382"/>
                  </a:lnTo>
                  <a:lnTo>
                    <a:pt x="321636" y="696341"/>
                  </a:lnTo>
                  <a:lnTo>
                    <a:pt x="272474" y="683343"/>
                  </a:lnTo>
                  <a:lnTo>
                    <a:pt x="226098" y="665720"/>
                  </a:lnTo>
                  <a:lnTo>
                    <a:pt x="182907" y="643803"/>
                  </a:lnTo>
                  <a:lnTo>
                    <a:pt x="143301" y="617922"/>
                  </a:lnTo>
                  <a:lnTo>
                    <a:pt x="107680" y="588408"/>
                  </a:lnTo>
                  <a:lnTo>
                    <a:pt x="76442" y="555593"/>
                  </a:lnTo>
                  <a:lnTo>
                    <a:pt x="49988" y="519806"/>
                  </a:lnTo>
                  <a:lnTo>
                    <a:pt x="28718" y="481380"/>
                  </a:lnTo>
                  <a:lnTo>
                    <a:pt x="13029" y="440644"/>
                  </a:lnTo>
                  <a:lnTo>
                    <a:pt x="3324" y="397929"/>
                  </a:lnTo>
                  <a:lnTo>
                    <a:pt x="0" y="353568"/>
                  </a:lnTo>
                  <a:close/>
                </a:path>
              </a:pathLst>
            </a:custGeom>
            <a:ln w="24383">
              <a:solidFill>
                <a:srgbClr val="385D89"/>
              </a:solidFill>
            </a:ln>
          </p:spPr>
          <p:txBody>
            <a:bodyPr wrap="square" lIns="0" tIns="0" rIns="0" bIns="0" rtlCol="0"/>
            <a:lstStyle/>
            <a:p>
              <a:endParaRPr>
                <a:solidFill>
                  <a:prstClr val="black"/>
                </a:solidFill>
              </a:endParaRPr>
            </a:p>
          </p:txBody>
        </p:sp>
      </p:grpSp>
      <p:sp>
        <p:nvSpPr>
          <p:cNvPr id="16" name="object 16"/>
          <p:cNvSpPr txBox="1"/>
          <p:nvPr/>
        </p:nvSpPr>
        <p:spPr>
          <a:xfrm>
            <a:off x="3728084" y="1860550"/>
            <a:ext cx="337820" cy="238125"/>
          </a:xfrm>
          <a:prstGeom prst="rect">
            <a:avLst/>
          </a:prstGeom>
        </p:spPr>
        <p:txBody>
          <a:bodyPr vert="horz" wrap="square" lIns="0" tIns="11430" rIns="0" bIns="0" rtlCol="0">
            <a:spAutoFit/>
          </a:bodyPr>
          <a:lstStyle/>
          <a:p>
            <a:pPr marL="12700">
              <a:spcBef>
                <a:spcPts val="90"/>
              </a:spcBef>
            </a:pPr>
            <a:r>
              <a:rPr sz="1400" spc="-5" dirty="0">
                <a:solidFill>
                  <a:srgbClr val="FFFFFF"/>
                </a:solidFill>
                <a:cs typeface="Calibri"/>
              </a:rPr>
              <a:t>P</a:t>
            </a:r>
            <a:r>
              <a:rPr sz="1400" spc="-15" dirty="0">
                <a:solidFill>
                  <a:srgbClr val="FFFFFF"/>
                </a:solidFill>
                <a:cs typeface="Calibri"/>
              </a:rPr>
              <a:t>1</a:t>
            </a:r>
            <a:r>
              <a:rPr sz="1400" spc="-20" dirty="0">
                <a:solidFill>
                  <a:srgbClr val="FFFFFF"/>
                </a:solidFill>
                <a:cs typeface="Calibri"/>
              </a:rPr>
              <a:t>,</a:t>
            </a:r>
            <a:r>
              <a:rPr sz="1400" spc="-5" dirty="0">
                <a:solidFill>
                  <a:srgbClr val="FFFFFF"/>
                </a:solidFill>
                <a:cs typeface="Calibri"/>
              </a:rPr>
              <a:t>2</a:t>
            </a:r>
            <a:endParaRPr sz="1400" dirty="0">
              <a:solidFill>
                <a:prstClr val="black"/>
              </a:solidFill>
              <a:cs typeface="Calibri"/>
            </a:endParaRPr>
          </a:p>
        </p:txBody>
      </p:sp>
      <p:sp>
        <p:nvSpPr>
          <p:cNvPr id="17" name="object 17"/>
          <p:cNvSpPr/>
          <p:nvPr/>
        </p:nvSpPr>
        <p:spPr>
          <a:xfrm>
            <a:off x="3284220" y="2337053"/>
            <a:ext cx="1303655" cy="545465"/>
          </a:xfrm>
          <a:custGeom>
            <a:avLst/>
            <a:gdLst/>
            <a:ahLst/>
            <a:cxnLst/>
            <a:rect l="l" t="t" r="r" b="b"/>
            <a:pathLst>
              <a:path w="1303654" h="545464">
                <a:moveTo>
                  <a:pt x="1303655" y="440309"/>
                </a:moveTo>
                <a:lnTo>
                  <a:pt x="1286395" y="411861"/>
                </a:lnTo>
                <a:lnTo>
                  <a:pt x="1259459" y="367411"/>
                </a:lnTo>
                <a:lnTo>
                  <a:pt x="1242504" y="394322"/>
                </a:lnTo>
                <a:lnTo>
                  <a:pt x="616077" y="0"/>
                </a:lnTo>
                <a:lnTo>
                  <a:pt x="609219" y="10668"/>
                </a:lnTo>
                <a:lnTo>
                  <a:pt x="642416" y="31572"/>
                </a:lnTo>
                <a:lnTo>
                  <a:pt x="55981" y="493268"/>
                </a:lnTo>
                <a:lnTo>
                  <a:pt x="36309" y="468249"/>
                </a:lnTo>
                <a:lnTo>
                  <a:pt x="0" y="545338"/>
                </a:lnTo>
                <a:lnTo>
                  <a:pt x="83439" y="528193"/>
                </a:lnTo>
                <a:lnTo>
                  <a:pt x="69951" y="511048"/>
                </a:lnTo>
                <a:lnTo>
                  <a:pt x="63792" y="503212"/>
                </a:lnTo>
                <a:lnTo>
                  <a:pt x="653783" y="38735"/>
                </a:lnTo>
                <a:lnTo>
                  <a:pt x="1235722" y="405079"/>
                </a:lnTo>
                <a:lnTo>
                  <a:pt x="1218819" y="431927"/>
                </a:lnTo>
                <a:lnTo>
                  <a:pt x="1303655" y="440309"/>
                </a:lnTo>
                <a:close/>
              </a:path>
            </a:pathLst>
          </a:custGeom>
          <a:solidFill>
            <a:srgbClr val="497DBA"/>
          </a:solidFill>
        </p:spPr>
        <p:txBody>
          <a:bodyPr wrap="square" lIns="0" tIns="0" rIns="0" bIns="0" rtlCol="0"/>
          <a:lstStyle/>
          <a:p>
            <a:endParaRPr>
              <a:solidFill>
                <a:prstClr val="black"/>
              </a:solidFill>
            </a:endParaRPr>
          </a:p>
        </p:txBody>
      </p:sp>
      <p:sp>
        <p:nvSpPr>
          <p:cNvPr id="18" name="object 18"/>
          <p:cNvSpPr txBox="1"/>
          <p:nvPr/>
        </p:nvSpPr>
        <p:spPr>
          <a:xfrm>
            <a:off x="3165094" y="2340356"/>
            <a:ext cx="389255" cy="238125"/>
          </a:xfrm>
          <a:prstGeom prst="rect">
            <a:avLst/>
          </a:prstGeom>
        </p:spPr>
        <p:txBody>
          <a:bodyPr vert="horz" wrap="square" lIns="0" tIns="11430" rIns="0" bIns="0" rtlCol="0">
            <a:spAutoFit/>
          </a:bodyPr>
          <a:lstStyle/>
          <a:p>
            <a:pPr marL="12700">
              <a:spcBef>
                <a:spcPts val="90"/>
              </a:spcBef>
            </a:pPr>
            <a:r>
              <a:rPr sz="1400" spc="5" dirty="0">
                <a:solidFill>
                  <a:prstClr val="black"/>
                </a:solidFill>
                <a:latin typeface="Arial MT"/>
                <a:cs typeface="Arial MT"/>
              </a:rPr>
              <a:t>T</a:t>
            </a:r>
            <a:r>
              <a:rPr sz="1400" spc="-15" dirty="0">
                <a:solidFill>
                  <a:prstClr val="black"/>
                </a:solidFill>
                <a:latin typeface="Arial MT"/>
                <a:cs typeface="Arial MT"/>
              </a:rPr>
              <a:t>ru</a:t>
            </a:r>
            <a:r>
              <a:rPr sz="1400" spc="-5" dirty="0">
                <a:solidFill>
                  <a:prstClr val="black"/>
                </a:solidFill>
                <a:latin typeface="Arial MT"/>
                <a:cs typeface="Arial MT"/>
              </a:rPr>
              <a:t>e</a:t>
            </a:r>
            <a:endParaRPr sz="1400">
              <a:solidFill>
                <a:prstClr val="black"/>
              </a:solidFill>
              <a:latin typeface="Arial MT"/>
              <a:cs typeface="Arial MT"/>
            </a:endParaRPr>
          </a:p>
        </p:txBody>
      </p:sp>
      <p:sp>
        <p:nvSpPr>
          <p:cNvPr id="19" name="object 19"/>
          <p:cNvSpPr txBox="1"/>
          <p:nvPr/>
        </p:nvSpPr>
        <p:spPr>
          <a:xfrm>
            <a:off x="4424553" y="2340356"/>
            <a:ext cx="455930" cy="238125"/>
          </a:xfrm>
          <a:prstGeom prst="rect">
            <a:avLst/>
          </a:prstGeom>
        </p:spPr>
        <p:txBody>
          <a:bodyPr vert="horz" wrap="square" lIns="0" tIns="11430" rIns="0" bIns="0" rtlCol="0">
            <a:spAutoFit/>
          </a:bodyPr>
          <a:lstStyle/>
          <a:p>
            <a:pPr marL="12700">
              <a:spcBef>
                <a:spcPts val="90"/>
              </a:spcBef>
            </a:pPr>
            <a:r>
              <a:rPr sz="1400" spc="-20" dirty="0">
                <a:solidFill>
                  <a:prstClr val="black"/>
                </a:solidFill>
                <a:latin typeface="Arial MT"/>
                <a:cs typeface="Arial MT"/>
              </a:rPr>
              <a:t>F</a:t>
            </a:r>
            <a:r>
              <a:rPr sz="1400" spc="-15" dirty="0">
                <a:solidFill>
                  <a:prstClr val="black"/>
                </a:solidFill>
                <a:latin typeface="Arial MT"/>
                <a:cs typeface="Arial MT"/>
              </a:rPr>
              <a:t>a</a:t>
            </a:r>
            <a:r>
              <a:rPr sz="1400" spc="-5" dirty="0">
                <a:solidFill>
                  <a:prstClr val="black"/>
                </a:solidFill>
                <a:latin typeface="Arial MT"/>
                <a:cs typeface="Arial MT"/>
              </a:rPr>
              <a:t>lse</a:t>
            </a:r>
            <a:endParaRPr sz="1400">
              <a:solidFill>
                <a:prstClr val="black"/>
              </a:solidFill>
              <a:latin typeface="Arial MT"/>
              <a:cs typeface="Arial MT"/>
            </a:endParaRPr>
          </a:p>
        </p:txBody>
      </p:sp>
      <p:sp>
        <p:nvSpPr>
          <p:cNvPr id="20" name="object 20"/>
          <p:cNvSpPr txBox="1"/>
          <p:nvPr/>
        </p:nvSpPr>
        <p:spPr>
          <a:xfrm>
            <a:off x="2250439" y="3621151"/>
            <a:ext cx="455930" cy="238125"/>
          </a:xfrm>
          <a:prstGeom prst="rect">
            <a:avLst/>
          </a:prstGeom>
        </p:spPr>
        <p:txBody>
          <a:bodyPr vert="horz" wrap="square" lIns="0" tIns="11430" rIns="0" bIns="0" rtlCol="0">
            <a:spAutoFit/>
          </a:bodyPr>
          <a:lstStyle/>
          <a:p>
            <a:pPr marL="12700">
              <a:spcBef>
                <a:spcPts val="90"/>
              </a:spcBef>
            </a:pPr>
            <a:r>
              <a:rPr sz="1400" spc="-20" dirty="0">
                <a:solidFill>
                  <a:prstClr val="black"/>
                </a:solidFill>
                <a:latin typeface="Arial MT"/>
                <a:cs typeface="Arial MT"/>
              </a:rPr>
              <a:t>F</a:t>
            </a:r>
            <a:r>
              <a:rPr sz="1400" spc="-15" dirty="0">
                <a:solidFill>
                  <a:prstClr val="black"/>
                </a:solidFill>
                <a:latin typeface="Arial MT"/>
                <a:cs typeface="Arial MT"/>
              </a:rPr>
              <a:t>a</a:t>
            </a:r>
            <a:r>
              <a:rPr sz="1400" spc="-5" dirty="0">
                <a:solidFill>
                  <a:prstClr val="black"/>
                </a:solidFill>
                <a:latin typeface="Arial MT"/>
                <a:cs typeface="Arial MT"/>
              </a:rPr>
              <a:t>lse</a:t>
            </a:r>
            <a:endParaRPr sz="1400">
              <a:solidFill>
                <a:prstClr val="black"/>
              </a:solidFill>
              <a:latin typeface="Arial MT"/>
              <a:cs typeface="Arial MT"/>
            </a:endParaRPr>
          </a:p>
        </p:txBody>
      </p:sp>
      <p:sp>
        <p:nvSpPr>
          <p:cNvPr id="21" name="object 21"/>
          <p:cNvSpPr txBox="1"/>
          <p:nvPr/>
        </p:nvSpPr>
        <p:spPr>
          <a:xfrm>
            <a:off x="3262629" y="3621151"/>
            <a:ext cx="389255" cy="238125"/>
          </a:xfrm>
          <a:prstGeom prst="rect">
            <a:avLst/>
          </a:prstGeom>
        </p:spPr>
        <p:txBody>
          <a:bodyPr vert="horz" wrap="square" lIns="0" tIns="11430" rIns="0" bIns="0" rtlCol="0">
            <a:spAutoFit/>
          </a:bodyPr>
          <a:lstStyle/>
          <a:p>
            <a:pPr marL="12700">
              <a:spcBef>
                <a:spcPts val="90"/>
              </a:spcBef>
            </a:pPr>
            <a:r>
              <a:rPr sz="1400" spc="5" dirty="0">
                <a:solidFill>
                  <a:prstClr val="black"/>
                </a:solidFill>
                <a:latin typeface="Arial MT"/>
                <a:cs typeface="Arial MT"/>
              </a:rPr>
              <a:t>T</a:t>
            </a:r>
            <a:r>
              <a:rPr sz="1400" spc="-15" dirty="0">
                <a:solidFill>
                  <a:prstClr val="black"/>
                </a:solidFill>
                <a:latin typeface="Arial MT"/>
                <a:cs typeface="Arial MT"/>
              </a:rPr>
              <a:t>ru</a:t>
            </a:r>
            <a:r>
              <a:rPr sz="1400" spc="-5" dirty="0">
                <a:solidFill>
                  <a:prstClr val="black"/>
                </a:solidFill>
                <a:latin typeface="Arial MT"/>
                <a:cs typeface="Arial MT"/>
              </a:rPr>
              <a:t>e</a:t>
            </a:r>
            <a:endParaRPr sz="1400">
              <a:solidFill>
                <a:prstClr val="black"/>
              </a:solidFill>
              <a:latin typeface="Arial MT"/>
              <a:cs typeface="Arial MT"/>
            </a:endParaRPr>
          </a:p>
        </p:txBody>
      </p:sp>
      <p:grpSp>
        <p:nvGrpSpPr>
          <p:cNvPr id="22" name="object 22"/>
          <p:cNvGrpSpPr/>
          <p:nvPr/>
        </p:nvGrpSpPr>
        <p:grpSpPr>
          <a:xfrm>
            <a:off x="2782189" y="2859265"/>
            <a:ext cx="765810" cy="823594"/>
            <a:chOff x="2715577" y="2831401"/>
            <a:chExt cx="765810" cy="823594"/>
          </a:xfrm>
        </p:grpSpPr>
        <p:sp>
          <p:nvSpPr>
            <p:cNvPr id="23" name="object 23"/>
            <p:cNvSpPr/>
            <p:nvPr/>
          </p:nvSpPr>
          <p:spPr>
            <a:xfrm>
              <a:off x="2727959" y="2843784"/>
              <a:ext cx="741045" cy="798830"/>
            </a:xfrm>
            <a:custGeom>
              <a:avLst/>
              <a:gdLst/>
              <a:ahLst/>
              <a:cxnLst/>
              <a:rect l="l" t="t" r="r" b="b"/>
              <a:pathLst>
                <a:path w="741045" h="798829">
                  <a:moveTo>
                    <a:pt x="370331" y="0"/>
                  </a:moveTo>
                  <a:lnTo>
                    <a:pt x="323889" y="3111"/>
                  </a:lnTo>
                  <a:lnTo>
                    <a:pt x="279166" y="12197"/>
                  </a:lnTo>
                  <a:lnTo>
                    <a:pt x="236507" y="26882"/>
                  </a:lnTo>
                  <a:lnTo>
                    <a:pt x="196263" y="46792"/>
                  </a:lnTo>
                  <a:lnTo>
                    <a:pt x="158779" y="71552"/>
                  </a:lnTo>
                  <a:lnTo>
                    <a:pt x="124403" y="100787"/>
                  </a:lnTo>
                  <a:lnTo>
                    <a:pt x="93483" y="134124"/>
                  </a:lnTo>
                  <a:lnTo>
                    <a:pt x="66367" y="171187"/>
                  </a:lnTo>
                  <a:lnTo>
                    <a:pt x="43401" y="211602"/>
                  </a:lnTo>
                  <a:lnTo>
                    <a:pt x="24934" y="254994"/>
                  </a:lnTo>
                  <a:lnTo>
                    <a:pt x="11313" y="300988"/>
                  </a:lnTo>
                  <a:lnTo>
                    <a:pt x="2886" y="349211"/>
                  </a:lnTo>
                  <a:lnTo>
                    <a:pt x="0" y="399288"/>
                  </a:lnTo>
                  <a:lnTo>
                    <a:pt x="2886" y="449364"/>
                  </a:lnTo>
                  <a:lnTo>
                    <a:pt x="11313" y="497587"/>
                  </a:lnTo>
                  <a:lnTo>
                    <a:pt x="24934" y="543581"/>
                  </a:lnTo>
                  <a:lnTo>
                    <a:pt x="43401" y="586973"/>
                  </a:lnTo>
                  <a:lnTo>
                    <a:pt x="66367" y="627388"/>
                  </a:lnTo>
                  <a:lnTo>
                    <a:pt x="93483" y="664451"/>
                  </a:lnTo>
                  <a:lnTo>
                    <a:pt x="124403" y="697788"/>
                  </a:lnTo>
                  <a:lnTo>
                    <a:pt x="158779" y="727023"/>
                  </a:lnTo>
                  <a:lnTo>
                    <a:pt x="196263" y="751783"/>
                  </a:lnTo>
                  <a:lnTo>
                    <a:pt x="236507" y="771693"/>
                  </a:lnTo>
                  <a:lnTo>
                    <a:pt x="279166" y="786378"/>
                  </a:lnTo>
                  <a:lnTo>
                    <a:pt x="323889" y="795464"/>
                  </a:lnTo>
                  <a:lnTo>
                    <a:pt x="370331" y="798576"/>
                  </a:lnTo>
                  <a:lnTo>
                    <a:pt x="416774" y="795464"/>
                  </a:lnTo>
                  <a:lnTo>
                    <a:pt x="461497" y="786378"/>
                  </a:lnTo>
                  <a:lnTo>
                    <a:pt x="504156" y="771693"/>
                  </a:lnTo>
                  <a:lnTo>
                    <a:pt x="544400" y="751783"/>
                  </a:lnTo>
                  <a:lnTo>
                    <a:pt x="581884" y="727023"/>
                  </a:lnTo>
                  <a:lnTo>
                    <a:pt x="616260" y="697788"/>
                  </a:lnTo>
                  <a:lnTo>
                    <a:pt x="647180" y="664451"/>
                  </a:lnTo>
                  <a:lnTo>
                    <a:pt x="674296" y="627388"/>
                  </a:lnTo>
                  <a:lnTo>
                    <a:pt x="697262" y="586973"/>
                  </a:lnTo>
                  <a:lnTo>
                    <a:pt x="715729" y="543581"/>
                  </a:lnTo>
                  <a:lnTo>
                    <a:pt x="729350" y="497587"/>
                  </a:lnTo>
                  <a:lnTo>
                    <a:pt x="737777" y="449364"/>
                  </a:lnTo>
                  <a:lnTo>
                    <a:pt x="740663" y="399288"/>
                  </a:lnTo>
                  <a:lnTo>
                    <a:pt x="737777" y="349211"/>
                  </a:lnTo>
                  <a:lnTo>
                    <a:pt x="729350" y="300988"/>
                  </a:lnTo>
                  <a:lnTo>
                    <a:pt x="715729" y="254994"/>
                  </a:lnTo>
                  <a:lnTo>
                    <a:pt x="697262" y="211602"/>
                  </a:lnTo>
                  <a:lnTo>
                    <a:pt x="674296" y="171187"/>
                  </a:lnTo>
                  <a:lnTo>
                    <a:pt x="647180" y="134124"/>
                  </a:lnTo>
                  <a:lnTo>
                    <a:pt x="616260" y="100787"/>
                  </a:lnTo>
                  <a:lnTo>
                    <a:pt x="581884" y="71552"/>
                  </a:lnTo>
                  <a:lnTo>
                    <a:pt x="544400" y="46792"/>
                  </a:lnTo>
                  <a:lnTo>
                    <a:pt x="504156" y="26882"/>
                  </a:lnTo>
                  <a:lnTo>
                    <a:pt x="461497" y="12197"/>
                  </a:lnTo>
                  <a:lnTo>
                    <a:pt x="416774" y="3111"/>
                  </a:lnTo>
                  <a:lnTo>
                    <a:pt x="370331" y="0"/>
                  </a:lnTo>
                  <a:close/>
                </a:path>
              </a:pathLst>
            </a:custGeom>
            <a:solidFill>
              <a:srgbClr val="4F81BC"/>
            </a:solidFill>
          </p:spPr>
          <p:txBody>
            <a:bodyPr wrap="square" lIns="0" tIns="0" rIns="0" bIns="0" rtlCol="0"/>
            <a:lstStyle/>
            <a:p>
              <a:endParaRPr>
                <a:solidFill>
                  <a:prstClr val="black"/>
                </a:solidFill>
              </a:endParaRPr>
            </a:p>
          </p:txBody>
        </p:sp>
        <p:sp>
          <p:nvSpPr>
            <p:cNvPr id="24" name="object 24"/>
            <p:cNvSpPr/>
            <p:nvPr/>
          </p:nvSpPr>
          <p:spPr>
            <a:xfrm>
              <a:off x="2727959" y="2843784"/>
              <a:ext cx="741045" cy="798830"/>
            </a:xfrm>
            <a:custGeom>
              <a:avLst/>
              <a:gdLst/>
              <a:ahLst/>
              <a:cxnLst/>
              <a:rect l="l" t="t" r="r" b="b"/>
              <a:pathLst>
                <a:path w="741045" h="798829">
                  <a:moveTo>
                    <a:pt x="0" y="399288"/>
                  </a:moveTo>
                  <a:lnTo>
                    <a:pt x="2886" y="349211"/>
                  </a:lnTo>
                  <a:lnTo>
                    <a:pt x="11313" y="300988"/>
                  </a:lnTo>
                  <a:lnTo>
                    <a:pt x="24934" y="254994"/>
                  </a:lnTo>
                  <a:lnTo>
                    <a:pt x="43401" y="211602"/>
                  </a:lnTo>
                  <a:lnTo>
                    <a:pt x="66367" y="171187"/>
                  </a:lnTo>
                  <a:lnTo>
                    <a:pt x="93483" y="134124"/>
                  </a:lnTo>
                  <a:lnTo>
                    <a:pt x="124403" y="100787"/>
                  </a:lnTo>
                  <a:lnTo>
                    <a:pt x="158779" y="71552"/>
                  </a:lnTo>
                  <a:lnTo>
                    <a:pt x="196263" y="46792"/>
                  </a:lnTo>
                  <a:lnTo>
                    <a:pt x="236507" y="26882"/>
                  </a:lnTo>
                  <a:lnTo>
                    <a:pt x="279166" y="12197"/>
                  </a:lnTo>
                  <a:lnTo>
                    <a:pt x="323889" y="3111"/>
                  </a:lnTo>
                  <a:lnTo>
                    <a:pt x="370331" y="0"/>
                  </a:lnTo>
                  <a:lnTo>
                    <a:pt x="416774" y="3111"/>
                  </a:lnTo>
                  <a:lnTo>
                    <a:pt x="461497" y="12197"/>
                  </a:lnTo>
                  <a:lnTo>
                    <a:pt x="504156" y="26882"/>
                  </a:lnTo>
                  <a:lnTo>
                    <a:pt x="544400" y="46792"/>
                  </a:lnTo>
                  <a:lnTo>
                    <a:pt x="581884" y="71552"/>
                  </a:lnTo>
                  <a:lnTo>
                    <a:pt x="616260" y="100787"/>
                  </a:lnTo>
                  <a:lnTo>
                    <a:pt x="647180" y="134124"/>
                  </a:lnTo>
                  <a:lnTo>
                    <a:pt x="674296" y="171187"/>
                  </a:lnTo>
                  <a:lnTo>
                    <a:pt x="697262" y="211602"/>
                  </a:lnTo>
                  <a:lnTo>
                    <a:pt x="715729" y="254994"/>
                  </a:lnTo>
                  <a:lnTo>
                    <a:pt x="729350" y="300988"/>
                  </a:lnTo>
                  <a:lnTo>
                    <a:pt x="737777" y="349211"/>
                  </a:lnTo>
                  <a:lnTo>
                    <a:pt x="740663" y="399288"/>
                  </a:lnTo>
                  <a:lnTo>
                    <a:pt x="737777" y="449364"/>
                  </a:lnTo>
                  <a:lnTo>
                    <a:pt x="729350" y="497587"/>
                  </a:lnTo>
                  <a:lnTo>
                    <a:pt x="715729" y="543581"/>
                  </a:lnTo>
                  <a:lnTo>
                    <a:pt x="697262" y="586973"/>
                  </a:lnTo>
                  <a:lnTo>
                    <a:pt x="674296" y="627388"/>
                  </a:lnTo>
                  <a:lnTo>
                    <a:pt x="647180" y="664451"/>
                  </a:lnTo>
                  <a:lnTo>
                    <a:pt x="616260" y="697788"/>
                  </a:lnTo>
                  <a:lnTo>
                    <a:pt x="581884" y="727023"/>
                  </a:lnTo>
                  <a:lnTo>
                    <a:pt x="544400" y="751783"/>
                  </a:lnTo>
                  <a:lnTo>
                    <a:pt x="504156" y="771693"/>
                  </a:lnTo>
                  <a:lnTo>
                    <a:pt x="461497" y="786378"/>
                  </a:lnTo>
                  <a:lnTo>
                    <a:pt x="416774" y="795464"/>
                  </a:lnTo>
                  <a:lnTo>
                    <a:pt x="370331" y="798576"/>
                  </a:lnTo>
                  <a:lnTo>
                    <a:pt x="323889" y="795464"/>
                  </a:lnTo>
                  <a:lnTo>
                    <a:pt x="279166" y="786378"/>
                  </a:lnTo>
                  <a:lnTo>
                    <a:pt x="236507" y="771693"/>
                  </a:lnTo>
                  <a:lnTo>
                    <a:pt x="196263" y="751783"/>
                  </a:lnTo>
                  <a:lnTo>
                    <a:pt x="158779" y="727023"/>
                  </a:lnTo>
                  <a:lnTo>
                    <a:pt x="124403" y="697788"/>
                  </a:lnTo>
                  <a:lnTo>
                    <a:pt x="93483" y="664451"/>
                  </a:lnTo>
                  <a:lnTo>
                    <a:pt x="66367" y="627388"/>
                  </a:lnTo>
                  <a:lnTo>
                    <a:pt x="43401" y="586973"/>
                  </a:lnTo>
                  <a:lnTo>
                    <a:pt x="24934" y="543581"/>
                  </a:lnTo>
                  <a:lnTo>
                    <a:pt x="11313" y="497587"/>
                  </a:lnTo>
                  <a:lnTo>
                    <a:pt x="2886" y="449364"/>
                  </a:lnTo>
                  <a:lnTo>
                    <a:pt x="0" y="399288"/>
                  </a:lnTo>
                  <a:close/>
                </a:path>
              </a:pathLst>
            </a:custGeom>
            <a:ln w="24384">
              <a:solidFill>
                <a:srgbClr val="385D89"/>
              </a:solidFill>
            </a:ln>
          </p:spPr>
          <p:txBody>
            <a:bodyPr wrap="square" lIns="0" tIns="0" rIns="0" bIns="0" rtlCol="0"/>
            <a:lstStyle/>
            <a:p>
              <a:endParaRPr>
                <a:solidFill>
                  <a:prstClr val="black"/>
                </a:solidFill>
              </a:endParaRPr>
            </a:p>
          </p:txBody>
        </p:sp>
      </p:grpSp>
      <p:sp>
        <p:nvSpPr>
          <p:cNvPr id="25" name="object 25"/>
          <p:cNvSpPr txBox="1"/>
          <p:nvPr/>
        </p:nvSpPr>
        <p:spPr>
          <a:xfrm>
            <a:off x="2925317" y="3115437"/>
            <a:ext cx="343535" cy="238125"/>
          </a:xfrm>
          <a:prstGeom prst="rect">
            <a:avLst/>
          </a:prstGeom>
        </p:spPr>
        <p:txBody>
          <a:bodyPr vert="horz" wrap="square" lIns="0" tIns="11430" rIns="0" bIns="0" rtlCol="0">
            <a:spAutoFit/>
          </a:bodyPr>
          <a:lstStyle/>
          <a:p>
            <a:pPr marL="12700">
              <a:spcBef>
                <a:spcPts val="90"/>
              </a:spcBef>
            </a:pPr>
            <a:r>
              <a:rPr sz="1400" dirty="0">
                <a:solidFill>
                  <a:srgbClr val="FFFFFF"/>
                </a:solidFill>
                <a:cs typeface="Calibri"/>
              </a:rPr>
              <a:t>B</a:t>
            </a:r>
            <a:r>
              <a:rPr sz="1400" spc="-15" dirty="0">
                <a:solidFill>
                  <a:srgbClr val="FFFFFF"/>
                </a:solidFill>
                <a:cs typeface="Calibri"/>
              </a:rPr>
              <a:t>1</a:t>
            </a:r>
            <a:r>
              <a:rPr sz="1400" spc="-20" dirty="0">
                <a:solidFill>
                  <a:srgbClr val="FFFFFF"/>
                </a:solidFill>
                <a:cs typeface="Calibri"/>
              </a:rPr>
              <a:t>,</a:t>
            </a:r>
            <a:r>
              <a:rPr sz="1400" spc="-5" dirty="0">
                <a:solidFill>
                  <a:srgbClr val="FFFFFF"/>
                </a:solidFill>
                <a:cs typeface="Calibri"/>
              </a:rPr>
              <a:t>1</a:t>
            </a:r>
            <a:endParaRPr sz="1400">
              <a:solidFill>
                <a:prstClr val="black"/>
              </a:solidFill>
              <a:cs typeface="Calibri"/>
            </a:endParaRPr>
          </a:p>
        </p:txBody>
      </p:sp>
      <p:grpSp>
        <p:nvGrpSpPr>
          <p:cNvPr id="26" name="object 26"/>
          <p:cNvGrpSpPr/>
          <p:nvPr/>
        </p:nvGrpSpPr>
        <p:grpSpPr>
          <a:xfrm>
            <a:off x="1600009" y="3638677"/>
            <a:ext cx="3035300" cy="1339215"/>
            <a:chOff x="1600009" y="3638677"/>
            <a:chExt cx="3035300" cy="1339215"/>
          </a:xfrm>
        </p:grpSpPr>
        <p:sp>
          <p:nvSpPr>
            <p:cNvPr id="27" name="object 27"/>
            <p:cNvSpPr/>
            <p:nvPr/>
          </p:nvSpPr>
          <p:spPr>
            <a:xfrm>
              <a:off x="2494788" y="3639058"/>
              <a:ext cx="608330" cy="517525"/>
            </a:xfrm>
            <a:custGeom>
              <a:avLst/>
              <a:gdLst/>
              <a:ahLst/>
              <a:cxnLst/>
              <a:rect l="l" t="t" r="r" b="b"/>
              <a:pathLst>
                <a:path w="608330" h="517525">
                  <a:moveTo>
                    <a:pt x="33400" y="439039"/>
                  </a:moveTo>
                  <a:lnTo>
                    <a:pt x="0" y="517398"/>
                  </a:lnTo>
                  <a:lnTo>
                    <a:pt x="82804" y="497205"/>
                  </a:lnTo>
                  <a:lnTo>
                    <a:pt x="69212" y="481203"/>
                  </a:lnTo>
                  <a:lnTo>
                    <a:pt x="52450" y="481203"/>
                  </a:lnTo>
                  <a:lnTo>
                    <a:pt x="44323" y="471551"/>
                  </a:lnTo>
                  <a:lnTo>
                    <a:pt x="54020" y="463315"/>
                  </a:lnTo>
                  <a:lnTo>
                    <a:pt x="33400" y="439039"/>
                  </a:lnTo>
                  <a:close/>
                </a:path>
                <a:path w="608330" h="517525">
                  <a:moveTo>
                    <a:pt x="54020" y="463315"/>
                  </a:moveTo>
                  <a:lnTo>
                    <a:pt x="44323" y="471551"/>
                  </a:lnTo>
                  <a:lnTo>
                    <a:pt x="52450" y="481203"/>
                  </a:lnTo>
                  <a:lnTo>
                    <a:pt x="62189" y="472934"/>
                  </a:lnTo>
                  <a:lnTo>
                    <a:pt x="54020" y="463315"/>
                  </a:lnTo>
                  <a:close/>
                </a:path>
                <a:path w="608330" h="517525">
                  <a:moveTo>
                    <a:pt x="62189" y="472934"/>
                  </a:moveTo>
                  <a:lnTo>
                    <a:pt x="52450" y="481203"/>
                  </a:lnTo>
                  <a:lnTo>
                    <a:pt x="69212" y="481203"/>
                  </a:lnTo>
                  <a:lnTo>
                    <a:pt x="62189" y="472934"/>
                  </a:lnTo>
                  <a:close/>
                </a:path>
                <a:path w="608330" h="517525">
                  <a:moveTo>
                    <a:pt x="599567" y="0"/>
                  </a:moveTo>
                  <a:lnTo>
                    <a:pt x="54020" y="463315"/>
                  </a:lnTo>
                  <a:lnTo>
                    <a:pt x="62189" y="472934"/>
                  </a:lnTo>
                  <a:lnTo>
                    <a:pt x="607822" y="9652"/>
                  </a:lnTo>
                  <a:lnTo>
                    <a:pt x="599567" y="0"/>
                  </a:lnTo>
                  <a:close/>
                </a:path>
              </a:pathLst>
            </a:custGeom>
            <a:solidFill>
              <a:srgbClr val="497DBA"/>
            </a:solidFill>
          </p:spPr>
          <p:txBody>
            <a:bodyPr wrap="square" lIns="0" tIns="0" rIns="0" bIns="0" rtlCol="0"/>
            <a:lstStyle/>
            <a:p>
              <a:endParaRPr>
                <a:solidFill>
                  <a:prstClr val="black"/>
                </a:solidFill>
              </a:endParaRPr>
            </a:p>
          </p:txBody>
        </p:sp>
        <p:sp>
          <p:nvSpPr>
            <p:cNvPr id="28" name="object 28"/>
            <p:cNvSpPr/>
            <p:nvPr/>
          </p:nvSpPr>
          <p:spPr>
            <a:xfrm>
              <a:off x="3094608" y="3638677"/>
              <a:ext cx="1540510" cy="1102995"/>
            </a:xfrm>
            <a:custGeom>
              <a:avLst/>
              <a:gdLst/>
              <a:ahLst/>
              <a:cxnLst/>
              <a:rect l="l" t="t" r="r" b="b"/>
              <a:pathLst>
                <a:path w="1540510" h="1102995">
                  <a:moveTo>
                    <a:pt x="1474695" y="1063876"/>
                  </a:moveTo>
                  <a:lnTo>
                    <a:pt x="1456308" y="1089660"/>
                  </a:lnTo>
                  <a:lnTo>
                    <a:pt x="1540383" y="1102995"/>
                  </a:lnTo>
                  <a:lnTo>
                    <a:pt x="1523571" y="1071245"/>
                  </a:lnTo>
                  <a:lnTo>
                    <a:pt x="1485011" y="1071245"/>
                  </a:lnTo>
                  <a:lnTo>
                    <a:pt x="1474695" y="1063876"/>
                  </a:lnTo>
                  <a:close/>
                </a:path>
                <a:path w="1540510" h="1102995">
                  <a:moveTo>
                    <a:pt x="1482042" y="1053574"/>
                  </a:moveTo>
                  <a:lnTo>
                    <a:pt x="1474695" y="1063876"/>
                  </a:lnTo>
                  <a:lnTo>
                    <a:pt x="1485011" y="1071245"/>
                  </a:lnTo>
                  <a:lnTo>
                    <a:pt x="1492377" y="1060958"/>
                  </a:lnTo>
                  <a:lnTo>
                    <a:pt x="1482042" y="1053574"/>
                  </a:lnTo>
                  <a:close/>
                </a:path>
                <a:path w="1540510" h="1102995">
                  <a:moveTo>
                    <a:pt x="1500505" y="1027684"/>
                  </a:moveTo>
                  <a:lnTo>
                    <a:pt x="1482042" y="1053574"/>
                  </a:lnTo>
                  <a:lnTo>
                    <a:pt x="1492377" y="1060958"/>
                  </a:lnTo>
                  <a:lnTo>
                    <a:pt x="1485011" y="1071245"/>
                  </a:lnTo>
                  <a:lnTo>
                    <a:pt x="1523571" y="1071245"/>
                  </a:lnTo>
                  <a:lnTo>
                    <a:pt x="1500505" y="1027684"/>
                  </a:lnTo>
                  <a:close/>
                </a:path>
                <a:path w="1540510" h="1102995">
                  <a:moveTo>
                    <a:pt x="7366" y="0"/>
                  </a:moveTo>
                  <a:lnTo>
                    <a:pt x="0" y="10414"/>
                  </a:lnTo>
                  <a:lnTo>
                    <a:pt x="1474695" y="1063876"/>
                  </a:lnTo>
                  <a:lnTo>
                    <a:pt x="1482042" y="1053574"/>
                  </a:lnTo>
                  <a:lnTo>
                    <a:pt x="7366" y="0"/>
                  </a:lnTo>
                  <a:close/>
                </a:path>
              </a:pathLst>
            </a:custGeom>
            <a:solidFill>
              <a:srgbClr val="BD4A47"/>
            </a:solidFill>
          </p:spPr>
          <p:txBody>
            <a:bodyPr wrap="square" lIns="0" tIns="0" rIns="0" bIns="0" rtlCol="0"/>
            <a:lstStyle/>
            <a:p>
              <a:endParaRPr>
                <a:solidFill>
                  <a:prstClr val="black"/>
                </a:solidFill>
              </a:endParaRPr>
            </a:p>
          </p:txBody>
        </p:sp>
        <p:sp>
          <p:nvSpPr>
            <p:cNvPr id="29" name="object 29"/>
            <p:cNvSpPr/>
            <p:nvPr/>
          </p:nvSpPr>
          <p:spPr>
            <a:xfrm>
              <a:off x="1612392" y="4166616"/>
              <a:ext cx="1762125" cy="798830"/>
            </a:xfrm>
            <a:custGeom>
              <a:avLst/>
              <a:gdLst/>
              <a:ahLst/>
              <a:cxnLst/>
              <a:rect l="l" t="t" r="r" b="b"/>
              <a:pathLst>
                <a:path w="1762125" h="798829">
                  <a:moveTo>
                    <a:pt x="880872" y="0"/>
                  </a:moveTo>
                  <a:lnTo>
                    <a:pt x="815125" y="1095"/>
                  </a:lnTo>
                  <a:lnTo>
                    <a:pt x="750693" y="4330"/>
                  </a:lnTo>
                  <a:lnTo>
                    <a:pt x="687743" y="9627"/>
                  </a:lnTo>
                  <a:lnTo>
                    <a:pt x="626448" y="16909"/>
                  </a:lnTo>
                  <a:lnTo>
                    <a:pt x="566976" y="26098"/>
                  </a:lnTo>
                  <a:lnTo>
                    <a:pt x="509499" y="37118"/>
                  </a:lnTo>
                  <a:lnTo>
                    <a:pt x="454186" y="49891"/>
                  </a:lnTo>
                  <a:lnTo>
                    <a:pt x="401208" y="64340"/>
                  </a:lnTo>
                  <a:lnTo>
                    <a:pt x="350735" y="80386"/>
                  </a:lnTo>
                  <a:lnTo>
                    <a:pt x="302937" y="97955"/>
                  </a:lnTo>
                  <a:lnTo>
                    <a:pt x="257984" y="116966"/>
                  </a:lnTo>
                  <a:lnTo>
                    <a:pt x="216047" y="137345"/>
                  </a:lnTo>
                  <a:lnTo>
                    <a:pt x="177297" y="159013"/>
                  </a:lnTo>
                  <a:lnTo>
                    <a:pt x="141902" y="181893"/>
                  </a:lnTo>
                  <a:lnTo>
                    <a:pt x="110034" y="205907"/>
                  </a:lnTo>
                  <a:lnTo>
                    <a:pt x="57558" y="257031"/>
                  </a:lnTo>
                  <a:lnTo>
                    <a:pt x="21231" y="311766"/>
                  </a:lnTo>
                  <a:lnTo>
                    <a:pt x="2415" y="369494"/>
                  </a:lnTo>
                  <a:lnTo>
                    <a:pt x="0" y="399287"/>
                  </a:lnTo>
                  <a:lnTo>
                    <a:pt x="2415" y="429081"/>
                  </a:lnTo>
                  <a:lnTo>
                    <a:pt x="21231" y="486809"/>
                  </a:lnTo>
                  <a:lnTo>
                    <a:pt x="57558" y="541544"/>
                  </a:lnTo>
                  <a:lnTo>
                    <a:pt x="110034" y="592668"/>
                  </a:lnTo>
                  <a:lnTo>
                    <a:pt x="141902" y="616682"/>
                  </a:lnTo>
                  <a:lnTo>
                    <a:pt x="177297" y="639562"/>
                  </a:lnTo>
                  <a:lnTo>
                    <a:pt x="216047" y="661230"/>
                  </a:lnTo>
                  <a:lnTo>
                    <a:pt x="257984" y="681608"/>
                  </a:lnTo>
                  <a:lnTo>
                    <a:pt x="302937" y="700620"/>
                  </a:lnTo>
                  <a:lnTo>
                    <a:pt x="350735" y="718189"/>
                  </a:lnTo>
                  <a:lnTo>
                    <a:pt x="401208" y="734235"/>
                  </a:lnTo>
                  <a:lnTo>
                    <a:pt x="454186" y="748684"/>
                  </a:lnTo>
                  <a:lnTo>
                    <a:pt x="509499" y="761457"/>
                  </a:lnTo>
                  <a:lnTo>
                    <a:pt x="566976" y="772477"/>
                  </a:lnTo>
                  <a:lnTo>
                    <a:pt x="626448" y="781666"/>
                  </a:lnTo>
                  <a:lnTo>
                    <a:pt x="687743" y="788948"/>
                  </a:lnTo>
                  <a:lnTo>
                    <a:pt x="750693" y="794245"/>
                  </a:lnTo>
                  <a:lnTo>
                    <a:pt x="815125" y="797480"/>
                  </a:lnTo>
                  <a:lnTo>
                    <a:pt x="880872" y="798575"/>
                  </a:lnTo>
                  <a:lnTo>
                    <a:pt x="946618" y="797480"/>
                  </a:lnTo>
                  <a:lnTo>
                    <a:pt x="1011050" y="794245"/>
                  </a:lnTo>
                  <a:lnTo>
                    <a:pt x="1074000" y="788948"/>
                  </a:lnTo>
                  <a:lnTo>
                    <a:pt x="1135295" y="781666"/>
                  </a:lnTo>
                  <a:lnTo>
                    <a:pt x="1194767" y="772477"/>
                  </a:lnTo>
                  <a:lnTo>
                    <a:pt x="1252244" y="761457"/>
                  </a:lnTo>
                  <a:lnTo>
                    <a:pt x="1307557" y="748684"/>
                  </a:lnTo>
                  <a:lnTo>
                    <a:pt x="1360535" y="734235"/>
                  </a:lnTo>
                  <a:lnTo>
                    <a:pt x="1411008" y="718189"/>
                  </a:lnTo>
                  <a:lnTo>
                    <a:pt x="1458806" y="700620"/>
                  </a:lnTo>
                  <a:lnTo>
                    <a:pt x="1503759" y="681608"/>
                  </a:lnTo>
                  <a:lnTo>
                    <a:pt x="1545696" y="661230"/>
                  </a:lnTo>
                  <a:lnTo>
                    <a:pt x="1584446" y="639562"/>
                  </a:lnTo>
                  <a:lnTo>
                    <a:pt x="1619841" y="616682"/>
                  </a:lnTo>
                  <a:lnTo>
                    <a:pt x="1651709" y="592668"/>
                  </a:lnTo>
                  <a:lnTo>
                    <a:pt x="1704185" y="541544"/>
                  </a:lnTo>
                  <a:lnTo>
                    <a:pt x="1740512" y="486809"/>
                  </a:lnTo>
                  <a:lnTo>
                    <a:pt x="1759328" y="429081"/>
                  </a:lnTo>
                  <a:lnTo>
                    <a:pt x="1761744" y="399287"/>
                  </a:lnTo>
                  <a:lnTo>
                    <a:pt x="1759328" y="369494"/>
                  </a:lnTo>
                  <a:lnTo>
                    <a:pt x="1740512" y="311766"/>
                  </a:lnTo>
                  <a:lnTo>
                    <a:pt x="1704185" y="257031"/>
                  </a:lnTo>
                  <a:lnTo>
                    <a:pt x="1651709" y="205907"/>
                  </a:lnTo>
                  <a:lnTo>
                    <a:pt x="1619841" y="181893"/>
                  </a:lnTo>
                  <a:lnTo>
                    <a:pt x="1584446" y="159013"/>
                  </a:lnTo>
                  <a:lnTo>
                    <a:pt x="1545696" y="137345"/>
                  </a:lnTo>
                  <a:lnTo>
                    <a:pt x="1503759" y="116966"/>
                  </a:lnTo>
                  <a:lnTo>
                    <a:pt x="1458806" y="97955"/>
                  </a:lnTo>
                  <a:lnTo>
                    <a:pt x="1411008" y="80386"/>
                  </a:lnTo>
                  <a:lnTo>
                    <a:pt x="1360535" y="64340"/>
                  </a:lnTo>
                  <a:lnTo>
                    <a:pt x="1307557" y="49891"/>
                  </a:lnTo>
                  <a:lnTo>
                    <a:pt x="1252244" y="37118"/>
                  </a:lnTo>
                  <a:lnTo>
                    <a:pt x="1194767" y="26098"/>
                  </a:lnTo>
                  <a:lnTo>
                    <a:pt x="1135295" y="16909"/>
                  </a:lnTo>
                  <a:lnTo>
                    <a:pt x="1074000" y="9627"/>
                  </a:lnTo>
                  <a:lnTo>
                    <a:pt x="1011050" y="4330"/>
                  </a:lnTo>
                  <a:lnTo>
                    <a:pt x="946618" y="1095"/>
                  </a:lnTo>
                  <a:lnTo>
                    <a:pt x="880872" y="0"/>
                  </a:lnTo>
                  <a:close/>
                </a:path>
              </a:pathLst>
            </a:custGeom>
            <a:solidFill>
              <a:srgbClr val="FFFF00"/>
            </a:solidFill>
          </p:spPr>
          <p:txBody>
            <a:bodyPr wrap="square" lIns="0" tIns="0" rIns="0" bIns="0" rtlCol="0"/>
            <a:lstStyle/>
            <a:p>
              <a:endParaRPr>
                <a:solidFill>
                  <a:prstClr val="black"/>
                </a:solidFill>
              </a:endParaRPr>
            </a:p>
          </p:txBody>
        </p:sp>
        <p:sp>
          <p:nvSpPr>
            <p:cNvPr id="30" name="object 30"/>
            <p:cNvSpPr/>
            <p:nvPr/>
          </p:nvSpPr>
          <p:spPr>
            <a:xfrm>
              <a:off x="1612392" y="4166616"/>
              <a:ext cx="1762125" cy="798830"/>
            </a:xfrm>
            <a:custGeom>
              <a:avLst/>
              <a:gdLst/>
              <a:ahLst/>
              <a:cxnLst/>
              <a:rect l="l" t="t" r="r" b="b"/>
              <a:pathLst>
                <a:path w="1762125" h="798829">
                  <a:moveTo>
                    <a:pt x="0" y="399287"/>
                  </a:moveTo>
                  <a:lnTo>
                    <a:pt x="9549" y="340295"/>
                  </a:lnTo>
                  <a:lnTo>
                    <a:pt x="37291" y="283986"/>
                  </a:lnTo>
                  <a:lnTo>
                    <a:pt x="81863" y="230979"/>
                  </a:lnTo>
                  <a:lnTo>
                    <a:pt x="141902" y="181893"/>
                  </a:lnTo>
                  <a:lnTo>
                    <a:pt x="177297" y="159013"/>
                  </a:lnTo>
                  <a:lnTo>
                    <a:pt x="216047" y="137345"/>
                  </a:lnTo>
                  <a:lnTo>
                    <a:pt x="257984" y="116966"/>
                  </a:lnTo>
                  <a:lnTo>
                    <a:pt x="302937" y="97955"/>
                  </a:lnTo>
                  <a:lnTo>
                    <a:pt x="350735" y="80386"/>
                  </a:lnTo>
                  <a:lnTo>
                    <a:pt x="401208" y="64340"/>
                  </a:lnTo>
                  <a:lnTo>
                    <a:pt x="454186" y="49891"/>
                  </a:lnTo>
                  <a:lnTo>
                    <a:pt x="509499" y="37118"/>
                  </a:lnTo>
                  <a:lnTo>
                    <a:pt x="566976" y="26098"/>
                  </a:lnTo>
                  <a:lnTo>
                    <a:pt x="626448" y="16909"/>
                  </a:lnTo>
                  <a:lnTo>
                    <a:pt x="687743" y="9627"/>
                  </a:lnTo>
                  <a:lnTo>
                    <a:pt x="750693" y="4330"/>
                  </a:lnTo>
                  <a:lnTo>
                    <a:pt x="815125" y="1095"/>
                  </a:lnTo>
                  <a:lnTo>
                    <a:pt x="880872" y="0"/>
                  </a:lnTo>
                  <a:lnTo>
                    <a:pt x="946618" y="1095"/>
                  </a:lnTo>
                  <a:lnTo>
                    <a:pt x="1011050" y="4330"/>
                  </a:lnTo>
                  <a:lnTo>
                    <a:pt x="1074000" y="9627"/>
                  </a:lnTo>
                  <a:lnTo>
                    <a:pt x="1135295" y="16909"/>
                  </a:lnTo>
                  <a:lnTo>
                    <a:pt x="1194767" y="26098"/>
                  </a:lnTo>
                  <a:lnTo>
                    <a:pt x="1252244" y="37118"/>
                  </a:lnTo>
                  <a:lnTo>
                    <a:pt x="1307557" y="49891"/>
                  </a:lnTo>
                  <a:lnTo>
                    <a:pt x="1360535" y="64340"/>
                  </a:lnTo>
                  <a:lnTo>
                    <a:pt x="1411008" y="80386"/>
                  </a:lnTo>
                  <a:lnTo>
                    <a:pt x="1458806" y="97955"/>
                  </a:lnTo>
                  <a:lnTo>
                    <a:pt x="1503759" y="116966"/>
                  </a:lnTo>
                  <a:lnTo>
                    <a:pt x="1545696" y="137345"/>
                  </a:lnTo>
                  <a:lnTo>
                    <a:pt x="1584446" y="159013"/>
                  </a:lnTo>
                  <a:lnTo>
                    <a:pt x="1619841" y="181893"/>
                  </a:lnTo>
                  <a:lnTo>
                    <a:pt x="1651709" y="205907"/>
                  </a:lnTo>
                  <a:lnTo>
                    <a:pt x="1704185" y="257031"/>
                  </a:lnTo>
                  <a:lnTo>
                    <a:pt x="1740512" y="311766"/>
                  </a:lnTo>
                  <a:lnTo>
                    <a:pt x="1759328" y="369494"/>
                  </a:lnTo>
                  <a:lnTo>
                    <a:pt x="1761744" y="399287"/>
                  </a:lnTo>
                  <a:lnTo>
                    <a:pt x="1759328" y="429081"/>
                  </a:lnTo>
                  <a:lnTo>
                    <a:pt x="1740512" y="486809"/>
                  </a:lnTo>
                  <a:lnTo>
                    <a:pt x="1704185" y="541544"/>
                  </a:lnTo>
                  <a:lnTo>
                    <a:pt x="1651709" y="592668"/>
                  </a:lnTo>
                  <a:lnTo>
                    <a:pt x="1619841" y="616682"/>
                  </a:lnTo>
                  <a:lnTo>
                    <a:pt x="1584446" y="639562"/>
                  </a:lnTo>
                  <a:lnTo>
                    <a:pt x="1545696" y="661230"/>
                  </a:lnTo>
                  <a:lnTo>
                    <a:pt x="1503759" y="681608"/>
                  </a:lnTo>
                  <a:lnTo>
                    <a:pt x="1458806" y="700620"/>
                  </a:lnTo>
                  <a:lnTo>
                    <a:pt x="1411008" y="718189"/>
                  </a:lnTo>
                  <a:lnTo>
                    <a:pt x="1360535" y="734235"/>
                  </a:lnTo>
                  <a:lnTo>
                    <a:pt x="1307557" y="748684"/>
                  </a:lnTo>
                  <a:lnTo>
                    <a:pt x="1252244" y="761457"/>
                  </a:lnTo>
                  <a:lnTo>
                    <a:pt x="1194767" y="772477"/>
                  </a:lnTo>
                  <a:lnTo>
                    <a:pt x="1135295" y="781666"/>
                  </a:lnTo>
                  <a:lnTo>
                    <a:pt x="1074000" y="788948"/>
                  </a:lnTo>
                  <a:lnTo>
                    <a:pt x="1011050" y="794245"/>
                  </a:lnTo>
                  <a:lnTo>
                    <a:pt x="946618" y="797480"/>
                  </a:lnTo>
                  <a:lnTo>
                    <a:pt x="880872" y="798575"/>
                  </a:lnTo>
                  <a:lnTo>
                    <a:pt x="815125" y="797480"/>
                  </a:lnTo>
                  <a:lnTo>
                    <a:pt x="750693" y="794245"/>
                  </a:lnTo>
                  <a:lnTo>
                    <a:pt x="687743" y="788948"/>
                  </a:lnTo>
                  <a:lnTo>
                    <a:pt x="626448" y="781666"/>
                  </a:lnTo>
                  <a:lnTo>
                    <a:pt x="566976" y="772477"/>
                  </a:lnTo>
                  <a:lnTo>
                    <a:pt x="509499" y="761457"/>
                  </a:lnTo>
                  <a:lnTo>
                    <a:pt x="454186" y="748684"/>
                  </a:lnTo>
                  <a:lnTo>
                    <a:pt x="401208" y="734235"/>
                  </a:lnTo>
                  <a:lnTo>
                    <a:pt x="350735" y="718189"/>
                  </a:lnTo>
                  <a:lnTo>
                    <a:pt x="302937" y="700620"/>
                  </a:lnTo>
                  <a:lnTo>
                    <a:pt x="257984" y="681608"/>
                  </a:lnTo>
                  <a:lnTo>
                    <a:pt x="216047" y="661230"/>
                  </a:lnTo>
                  <a:lnTo>
                    <a:pt x="177297" y="639562"/>
                  </a:lnTo>
                  <a:lnTo>
                    <a:pt x="141902" y="616682"/>
                  </a:lnTo>
                  <a:lnTo>
                    <a:pt x="110034" y="592668"/>
                  </a:lnTo>
                  <a:lnTo>
                    <a:pt x="57558" y="541544"/>
                  </a:lnTo>
                  <a:lnTo>
                    <a:pt x="21231" y="486809"/>
                  </a:lnTo>
                  <a:lnTo>
                    <a:pt x="2415" y="429081"/>
                  </a:lnTo>
                  <a:lnTo>
                    <a:pt x="0" y="399287"/>
                  </a:lnTo>
                  <a:close/>
                </a:path>
              </a:pathLst>
            </a:custGeom>
            <a:ln w="24384">
              <a:solidFill>
                <a:srgbClr val="385D89"/>
              </a:solidFill>
            </a:ln>
          </p:spPr>
          <p:txBody>
            <a:bodyPr wrap="square" lIns="0" tIns="0" rIns="0" bIns="0" rtlCol="0"/>
            <a:lstStyle/>
            <a:p>
              <a:endParaRPr>
                <a:solidFill>
                  <a:prstClr val="black"/>
                </a:solidFill>
              </a:endParaRPr>
            </a:p>
          </p:txBody>
        </p:sp>
      </p:grpSp>
      <p:sp>
        <p:nvSpPr>
          <p:cNvPr id="31" name="object 31"/>
          <p:cNvSpPr txBox="1"/>
          <p:nvPr/>
        </p:nvSpPr>
        <p:spPr>
          <a:xfrm>
            <a:off x="1953895" y="4226763"/>
            <a:ext cx="1078230" cy="664845"/>
          </a:xfrm>
          <a:prstGeom prst="rect">
            <a:avLst/>
          </a:prstGeom>
        </p:spPr>
        <p:txBody>
          <a:bodyPr vert="horz" wrap="square" lIns="0" tIns="12065" rIns="0" bIns="0" rtlCol="0">
            <a:spAutoFit/>
          </a:bodyPr>
          <a:lstStyle/>
          <a:p>
            <a:pPr algn="ctr">
              <a:spcBef>
                <a:spcPts val="95"/>
              </a:spcBef>
            </a:pPr>
            <a:r>
              <a:rPr sz="1400" spc="-5" dirty="0">
                <a:solidFill>
                  <a:prstClr val="black"/>
                </a:solidFill>
                <a:cs typeface="Calibri"/>
              </a:rPr>
              <a:t>R7</a:t>
            </a:r>
            <a:r>
              <a:rPr sz="1400" spc="-30" dirty="0">
                <a:solidFill>
                  <a:prstClr val="black"/>
                </a:solidFill>
                <a:cs typeface="Calibri"/>
              </a:rPr>
              <a:t> </a:t>
            </a:r>
            <a:r>
              <a:rPr sz="1400" spc="-10" dirty="0">
                <a:solidFill>
                  <a:prstClr val="black"/>
                </a:solidFill>
                <a:cs typeface="Calibri"/>
              </a:rPr>
              <a:t>is</a:t>
            </a:r>
            <a:r>
              <a:rPr sz="1400" spc="5" dirty="0">
                <a:solidFill>
                  <a:prstClr val="black"/>
                </a:solidFill>
                <a:cs typeface="Calibri"/>
              </a:rPr>
              <a:t> </a:t>
            </a:r>
            <a:r>
              <a:rPr sz="1400" spc="-10" dirty="0">
                <a:solidFill>
                  <a:prstClr val="black"/>
                </a:solidFill>
                <a:cs typeface="Calibri"/>
              </a:rPr>
              <a:t>not</a:t>
            </a:r>
            <a:r>
              <a:rPr sz="1400" spc="-5" dirty="0">
                <a:solidFill>
                  <a:prstClr val="black"/>
                </a:solidFill>
                <a:cs typeface="Calibri"/>
              </a:rPr>
              <a:t> </a:t>
            </a:r>
            <a:r>
              <a:rPr sz="1400" spc="-15" dirty="0">
                <a:solidFill>
                  <a:prstClr val="black"/>
                </a:solidFill>
                <a:cs typeface="Calibri"/>
              </a:rPr>
              <a:t>true</a:t>
            </a:r>
            <a:r>
              <a:rPr sz="1400" spc="25" dirty="0">
                <a:solidFill>
                  <a:prstClr val="black"/>
                </a:solidFill>
                <a:cs typeface="Calibri"/>
              </a:rPr>
              <a:t> </a:t>
            </a:r>
            <a:r>
              <a:rPr sz="1400" spc="-5" dirty="0">
                <a:solidFill>
                  <a:prstClr val="black"/>
                </a:solidFill>
                <a:cs typeface="Calibri"/>
              </a:rPr>
              <a:t>.</a:t>
            </a:r>
            <a:endParaRPr sz="1400" dirty="0">
              <a:solidFill>
                <a:prstClr val="black"/>
              </a:solidFill>
              <a:cs typeface="Calibri"/>
            </a:endParaRPr>
          </a:p>
          <a:p>
            <a:pPr marL="192405" marR="185420" indent="-1270" algn="ctr"/>
            <a:r>
              <a:rPr sz="1400" spc="-10" dirty="0">
                <a:solidFill>
                  <a:prstClr val="black"/>
                </a:solidFill>
                <a:cs typeface="Calibri"/>
              </a:rPr>
              <a:t>Hence </a:t>
            </a:r>
            <a:r>
              <a:rPr sz="1400" spc="-5" dirty="0">
                <a:solidFill>
                  <a:prstClr val="black"/>
                </a:solidFill>
                <a:cs typeface="Calibri"/>
              </a:rPr>
              <a:t> </a:t>
            </a:r>
            <a:r>
              <a:rPr sz="1400" spc="-20" dirty="0">
                <a:solidFill>
                  <a:prstClr val="black"/>
                </a:solidFill>
                <a:cs typeface="Calibri"/>
              </a:rPr>
              <a:t>b</a:t>
            </a:r>
            <a:r>
              <a:rPr sz="1400" spc="-5" dirty="0">
                <a:solidFill>
                  <a:prstClr val="black"/>
                </a:solidFill>
                <a:cs typeface="Calibri"/>
              </a:rPr>
              <a:t>a</a:t>
            </a:r>
            <a:r>
              <a:rPr sz="1400" spc="5" dirty="0">
                <a:solidFill>
                  <a:prstClr val="black"/>
                </a:solidFill>
                <a:cs typeface="Calibri"/>
              </a:rPr>
              <a:t>c</a:t>
            </a:r>
            <a:r>
              <a:rPr sz="1400" spc="-15" dirty="0">
                <a:solidFill>
                  <a:prstClr val="black"/>
                </a:solidFill>
                <a:cs typeface="Calibri"/>
              </a:rPr>
              <a:t>ktr</a:t>
            </a:r>
            <a:r>
              <a:rPr sz="1400" spc="-5" dirty="0">
                <a:solidFill>
                  <a:prstClr val="black"/>
                </a:solidFill>
                <a:cs typeface="Calibri"/>
              </a:rPr>
              <a:t>a</a:t>
            </a:r>
            <a:r>
              <a:rPr sz="1400" spc="5" dirty="0">
                <a:solidFill>
                  <a:prstClr val="black"/>
                </a:solidFill>
                <a:cs typeface="Calibri"/>
              </a:rPr>
              <a:t>c</a:t>
            </a:r>
            <a:r>
              <a:rPr sz="1400" spc="-5" dirty="0">
                <a:solidFill>
                  <a:prstClr val="black"/>
                </a:solidFill>
                <a:cs typeface="Calibri"/>
              </a:rPr>
              <a:t>k</a:t>
            </a:r>
            <a:endParaRPr sz="1400" dirty="0">
              <a:solidFill>
                <a:prstClr val="black"/>
              </a:solidFill>
              <a:cs typeface="Calibri"/>
            </a:endParaRPr>
          </a:p>
        </p:txBody>
      </p:sp>
      <p:grpSp>
        <p:nvGrpSpPr>
          <p:cNvPr id="32" name="object 32"/>
          <p:cNvGrpSpPr/>
          <p:nvPr/>
        </p:nvGrpSpPr>
        <p:grpSpPr>
          <a:xfrm>
            <a:off x="1574038" y="3210051"/>
            <a:ext cx="3565525" cy="3389629"/>
            <a:chOff x="1574038" y="3210051"/>
            <a:chExt cx="3565525" cy="3389629"/>
          </a:xfrm>
        </p:grpSpPr>
        <p:sp>
          <p:nvSpPr>
            <p:cNvPr id="33" name="object 33"/>
            <p:cNvSpPr/>
            <p:nvPr/>
          </p:nvSpPr>
          <p:spPr>
            <a:xfrm>
              <a:off x="1574038" y="3210051"/>
              <a:ext cx="1155065" cy="1327150"/>
            </a:xfrm>
            <a:custGeom>
              <a:avLst/>
              <a:gdLst/>
              <a:ahLst/>
              <a:cxnLst/>
              <a:rect l="l" t="t" r="r" b="b"/>
              <a:pathLst>
                <a:path w="1155064" h="1327150">
                  <a:moveTo>
                    <a:pt x="1078427" y="31841"/>
                  </a:moveTo>
                  <a:lnTo>
                    <a:pt x="1019429" y="39497"/>
                  </a:lnTo>
                  <a:lnTo>
                    <a:pt x="965707" y="50546"/>
                  </a:lnTo>
                  <a:lnTo>
                    <a:pt x="912368" y="64770"/>
                  </a:lnTo>
                  <a:lnTo>
                    <a:pt x="859409" y="82423"/>
                  </a:lnTo>
                  <a:lnTo>
                    <a:pt x="807212" y="103124"/>
                  </a:lnTo>
                  <a:lnTo>
                    <a:pt x="755650" y="126873"/>
                  </a:lnTo>
                  <a:lnTo>
                    <a:pt x="704850" y="153543"/>
                  </a:lnTo>
                  <a:lnTo>
                    <a:pt x="655066" y="183007"/>
                  </a:lnTo>
                  <a:lnTo>
                    <a:pt x="606298" y="215137"/>
                  </a:lnTo>
                  <a:lnTo>
                    <a:pt x="558545" y="249809"/>
                  </a:lnTo>
                  <a:lnTo>
                    <a:pt x="512063" y="286893"/>
                  </a:lnTo>
                  <a:lnTo>
                    <a:pt x="444754" y="346837"/>
                  </a:lnTo>
                  <a:lnTo>
                    <a:pt x="401828" y="389509"/>
                  </a:lnTo>
                  <a:lnTo>
                    <a:pt x="360553" y="434086"/>
                  </a:lnTo>
                  <a:lnTo>
                    <a:pt x="320801" y="480695"/>
                  </a:lnTo>
                  <a:lnTo>
                    <a:pt x="282829" y="528955"/>
                  </a:lnTo>
                  <a:lnTo>
                    <a:pt x="246887" y="578993"/>
                  </a:lnTo>
                  <a:lnTo>
                    <a:pt x="212979" y="630555"/>
                  </a:lnTo>
                  <a:lnTo>
                    <a:pt x="181101" y="683387"/>
                  </a:lnTo>
                  <a:lnTo>
                    <a:pt x="151511" y="737743"/>
                  </a:lnTo>
                  <a:lnTo>
                    <a:pt x="124079" y="793242"/>
                  </a:lnTo>
                  <a:lnTo>
                    <a:pt x="99187" y="849757"/>
                  </a:lnTo>
                  <a:lnTo>
                    <a:pt x="76707" y="907288"/>
                  </a:lnTo>
                  <a:lnTo>
                    <a:pt x="57023" y="965581"/>
                  </a:lnTo>
                  <a:lnTo>
                    <a:pt x="40131" y="1024636"/>
                  </a:lnTo>
                  <a:lnTo>
                    <a:pt x="25908" y="1084326"/>
                  </a:lnTo>
                  <a:lnTo>
                    <a:pt x="14731" y="1144397"/>
                  </a:lnTo>
                  <a:lnTo>
                    <a:pt x="6603" y="1204976"/>
                  </a:lnTo>
                  <a:lnTo>
                    <a:pt x="1629" y="1266190"/>
                  </a:lnTo>
                  <a:lnTo>
                    <a:pt x="0" y="1326388"/>
                  </a:lnTo>
                  <a:lnTo>
                    <a:pt x="12700" y="1326642"/>
                  </a:lnTo>
                  <a:lnTo>
                    <a:pt x="13086" y="1296162"/>
                  </a:lnTo>
                  <a:lnTo>
                    <a:pt x="14350" y="1266190"/>
                  </a:lnTo>
                  <a:lnTo>
                    <a:pt x="19303" y="1206119"/>
                  </a:lnTo>
                  <a:lnTo>
                    <a:pt x="27305" y="1146302"/>
                  </a:lnTo>
                  <a:lnTo>
                    <a:pt x="38353" y="1086739"/>
                  </a:lnTo>
                  <a:lnTo>
                    <a:pt x="52450" y="1027684"/>
                  </a:lnTo>
                  <a:lnTo>
                    <a:pt x="69214" y="969264"/>
                  </a:lnTo>
                  <a:lnTo>
                    <a:pt x="88773" y="911352"/>
                  </a:lnTo>
                  <a:lnTo>
                    <a:pt x="110870" y="854456"/>
                  </a:lnTo>
                  <a:lnTo>
                    <a:pt x="135636" y="798449"/>
                  </a:lnTo>
                  <a:lnTo>
                    <a:pt x="162813" y="743458"/>
                  </a:lnTo>
                  <a:lnTo>
                    <a:pt x="192150" y="689610"/>
                  </a:lnTo>
                  <a:lnTo>
                    <a:pt x="223774" y="637159"/>
                  </a:lnTo>
                  <a:lnTo>
                    <a:pt x="257556" y="585978"/>
                  </a:lnTo>
                  <a:lnTo>
                    <a:pt x="293116" y="536448"/>
                  </a:lnTo>
                  <a:lnTo>
                    <a:pt x="330835" y="488569"/>
                  </a:lnTo>
                  <a:lnTo>
                    <a:pt x="370205" y="442341"/>
                  </a:lnTo>
                  <a:lnTo>
                    <a:pt x="411099" y="398145"/>
                  </a:lnTo>
                  <a:lnTo>
                    <a:pt x="453770" y="355853"/>
                  </a:lnTo>
                  <a:lnTo>
                    <a:pt x="497839" y="315595"/>
                  </a:lnTo>
                  <a:lnTo>
                    <a:pt x="543179" y="277875"/>
                  </a:lnTo>
                  <a:lnTo>
                    <a:pt x="589788" y="242315"/>
                  </a:lnTo>
                  <a:lnTo>
                    <a:pt x="637539" y="209296"/>
                  </a:lnTo>
                  <a:lnTo>
                    <a:pt x="686562" y="178688"/>
                  </a:lnTo>
                  <a:lnTo>
                    <a:pt x="736219" y="151002"/>
                  </a:lnTo>
                  <a:lnTo>
                    <a:pt x="786764" y="126111"/>
                  </a:lnTo>
                  <a:lnTo>
                    <a:pt x="838073" y="104139"/>
                  </a:lnTo>
                  <a:lnTo>
                    <a:pt x="890016" y="85217"/>
                  </a:lnTo>
                  <a:lnTo>
                    <a:pt x="942339" y="69469"/>
                  </a:lnTo>
                  <a:lnTo>
                    <a:pt x="995299" y="57023"/>
                  </a:lnTo>
                  <a:lnTo>
                    <a:pt x="1048257" y="48006"/>
                  </a:lnTo>
                  <a:lnTo>
                    <a:pt x="1079061" y="44486"/>
                  </a:lnTo>
                  <a:lnTo>
                    <a:pt x="1078427" y="31841"/>
                  </a:lnTo>
                  <a:close/>
                </a:path>
                <a:path w="1155064" h="1327150">
                  <a:moveTo>
                    <a:pt x="1147590" y="31114"/>
                  </a:moveTo>
                  <a:lnTo>
                    <a:pt x="1091057" y="31114"/>
                  </a:lnTo>
                  <a:lnTo>
                    <a:pt x="1091819" y="43814"/>
                  </a:lnTo>
                  <a:lnTo>
                    <a:pt x="1079061" y="44486"/>
                  </a:lnTo>
                  <a:lnTo>
                    <a:pt x="1080643" y="76073"/>
                  </a:lnTo>
                  <a:lnTo>
                    <a:pt x="1154811" y="34289"/>
                  </a:lnTo>
                  <a:lnTo>
                    <a:pt x="1147590" y="31114"/>
                  </a:lnTo>
                  <a:close/>
                </a:path>
                <a:path w="1155064" h="1327150">
                  <a:moveTo>
                    <a:pt x="1091057" y="31114"/>
                  </a:moveTo>
                  <a:lnTo>
                    <a:pt x="1078427" y="31841"/>
                  </a:lnTo>
                  <a:lnTo>
                    <a:pt x="1079061" y="44486"/>
                  </a:lnTo>
                  <a:lnTo>
                    <a:pt x="1091819" y="43814"/>
                  </a:lnTo>
                  <a:lnTo>
                    <a:pt x="1091057" y="31114"/>
                  </a:lnTo>
                  <a:close/>
                </a:path>
                <a:path w="1155064" h="1327150">
                  <a:moveTo>
                    <a:pt x="1076833" y="0"/>
                  </a:moveTo>
                  <a:lnTo>
                    <a:pt x="1078427" y="31841"/>
                  </a:lnTo>
                  <a:lnTo>
                    <a:pt x="1091057" y="31114"/>
                  </a:lnTo>
                  <a:lnTo>
                    <a:pt x="1147590" y="31114"/>
                  </a:lnTo>
                  <a:lnTo>
                    <a:pt x="1076833" y="0"/>
                  </a:lnTo>
                  <a:close/>
                </a:path>
              </a:pathLst>
            </a:custGeom>
            <a:solidFill>
              <a:srgbClr val="BD4A47"/>
            </a:solidFill>
          </p:spPr>
          <p:txBody>
            <a:bodyPr wrap="square" lIns="0" tIns="0" rIns="0" bIns="0" rtlCol="0"/>
            <a:lstStyle/>
            <a:p>
              <a:endParaRPr>
                <a:solidFill>
                  <a:prstClr val="black"/>
                </a:solidFill>
              </a:endParaRPr>
            </a:p>
          </p:txBody>
        </p:sp>
        <p:sp>
          <p:nvSpPr>
            <p:cNvPr id="34" name="object 34"/>
            <p:cNvSpPr/>
            <p:nvPr/>
          </p:nvSpPr>
          <p:spPr>
            <a:xfrm>
              <a:off x="4142232" y="4739639"/>
              <a:ext cx="984885" cy="676910"/>
            </a:xfrm>
            <a:custGeom>
              <a:avLst/>
              <a:gdLst/>
              <a:ahLst/>
              <a:cxnLst/>
              <a:rect l="l" t="t" r="r" b="b"/>
              <a:pathLst>
                <a:path w="984885" h="676910">
                  <a:moveTo>
                    <a:pt x="492251" y="0"/>
                  </a:moveTo>
                  <a:lnTo>
                    <a:pt x="434836" y="2276"/>
                  </a:lnTo>
                  <a:lnTo>
                    <a:pt x="379369" y="8937"/>
                  </a:lnTo>
                  <a:lnTo>
                    <a:pt x="326218" y="19727"/>
                  </a:lnTo>
                  <a:lnTo>
                    <a:pt x="275752" y="34394"/>
                  </a:lnTo>
                  <a:lnTo>
                    <a:pt x="228342" y="52682"/>
                  </a:lnTo>
                  <a:lnTo>
                    <a:pt x="184355" y="74338"/>
                  </a:lnTo>
                  <a:lnTo>
                    <a:pt x="144160" y="99107"/>
                  </a:lnTo>
                  <a:lnTo>
                    <a:pt x="108128" y="126736"/>
                  </a:lnTo>
                  <a:lnTo>
                    <a:pt x="76626" y="156970"/>
                  </a:lnTo>
                  <a:lnTo>
                    <a:pt x="50025" y="189555"/>
                  </a:lnTo>
                  <a:lnTo>
                    <a:pt x="28692" y="224238"/>
                  </a:lnTo>
                  <a:lnTo>
                    <a:pt x="12998" y="260763"/>
                  </a:lnTo>
                  <a:lnTo>
                    <a:pt x="3311" y="298878"/>
                  </a:lnTo>
                  <a:lnTo>
                    <a:pt x="0" y="338328"/>
                  </a:lnTo>
                  <a:lnTo>
                    <a:pt x="3311" y="377777"/>
                  </a:lnTo>
                  <a:lnTo>
                    <a:pt x="12998" y="415892"/>
                  </a:lnTo>
                  <a:lnTo>
                    <a:pt x="28692" y="452417"/>
                  </a:lnTo>
                  <a:lnTo>
                    <a:pt x="50025" y="487100"/>
                  </a:lnTo>
                  <a:lnTo>
                    <a:pt x="76626" y="519685"/>
                  </a:lnTo>
                  <a:lnTo>
                    <a:pt x="108128" y="549919"/>
                  </a:lnTo>
                  <a:lnTo>
                    <a:pt x="144160" y="577548"/>
                  </a:lnTo>
                  <a:lnTo>
                    <a:pt x="184355" y="602317"/>
                  </a:lnTo>
                  <a:lnTo>
                    <a:pt x="228342" y="623973"/>
                  </a:lnTo>
                  <a:lnTo>
                    <a:pt x="275752" y="642261"/>
                  </a:lnTo>
                  <a:lnTo>
                    <a:pt x="326218" y="656928"/>
                  </a:lnTo>
                  <a:lnTo>
                    <a:pt x="379369" y="667718"/>
                  </a:lnTo>
                  <a:lnTo>
                    <a:pt x="434836" y="674379"/>
                  </a:lnTo>
                  <a:lnTo>
                    <a:pt x="492251" y="676656"/>
                  </a:lnTo>
                  <a:lnTo>
                    <a:pt x="549667" y="674379"/>
                  </a:lnTo>
                  <a:lnTo>
                    <a:pt x="605134" y="667718"/>
                  </a:lnTo>
                  <a:lnTo>
                    <a:pt x="658285" y="656928"/>
                  </a:lnTo>
                  <a:lnTo>
                    <a:pt x="708751" y="642261"/>
                  </a:lnTo>
                  <a:lnTo>
                    <a:pt x="756161" y="623973"/>
                  </a:lnTo>
                  <a:lnTo>
                    <a:pt x="800148" y="602317"/>
                  </a:lnTo>
                  <a:lnTo>
                    <a:pt x="840343" y="577548"/>
                  </a:lnTo>
                  <a:lnTo>
                    <a:pt x="876375" y="549919"/>
                  </a:lnTo>
                  <a:lnTo>
                    <a:pt x="907877" y="519685"/>
                  </a:lnTo>
                  <a:lnTo>
                    <a:pt x="934478" y="487100"/>
                  </a:lnTo>
                  <a:lnTo>
                    <a:pt x="955811" y="452417"/>
                  </a:lnTo>
                  <a:lnTo>
                    <a:pt x="971505" y="415892"/>
                  </a:lnTo>
                  <a:lnTo>
                    <a:pt x="981192" y="377777"/>
                  </a:lnTo>
                  <a:lnTo>
                    <a:pt x="984503" y="338328"/>
                  </a:lnTo>
                  <a:lnTo>
                    <a:pt x="981192" y="298878"/>
                  </a:lnTo>
                  <a:lnTo>
                    <a:pt x="971505" y="260763"/>
                  </a:lnTo>
                  <a:lnTo>
                    <a:pt x="955811" y="224238"/>
                  </a:lnTo>
                  <a:lnTo>
                    <a:pt x="934478" y="189555"/>
                  </a:lnTo>
                  <a:lnTo>
                    <a:pt x="907877" y="156970"/>
                  </a:lnTo>
                  <a:lnTo>
                    <a:pt x="876375" y="126736"/>
                  </a:lnTo>
                  <a:lnTo>
                    <a:pt x="840343" y="99107"/>
                  </a:lnTo>
                  <a:lnTo>
                    <a:pt x="800148" y="74338"/>
                  </a:lnTo>
                  <a:lnTo>
                    <a:pt x="756161" y="52682"/>
                  </a:lnTo>
                  <a:lnTo>
                    <a:pt x="708751" y="34394"/>
                  </a:lnTo>
                  <a:lnTo>
                    <a:pt x="658285" y="19727"/>
                  </a:lnTo>
                  <a:lnTo>
                    <a:pt x="605134" y="8937"/>
                  </a:lnTo>
                  <a:lnTo>
                    <a:pt x="549667" y="2276"/>
                  </a:lnTo>
                  <a:lnTo>
                    <a:pt x="492251" y="0"/>
                  </a:lnTo>
                  <a:close/>
                </a:path>
              </a:pathLst>
            </a:custGeom>
            <a:solidFill>
              <a:srgbClr val="4F81BC"/>
            </a:solidFill>
          </p:spPr>
          <p:txBody>
            <a:bodyPr wrap="square" lIns="0" tIns="0" rIns="0" bIns="0" rtlCol="0"/>
            <a:lstStyle/>
            <a:p>
              <a:endParaRPr>
                <a:solidFill>
                  <a:prstClr val="black"/>
                </a:solidFill>
              </a:endParaRPr>
            </a:p>
          </p:txBody>
        </p:sp>
        <p:sp>
          <p:nvSpPr>
            <p:cNvPr id="35" name="object 35"/>
            <p:cNvSpPr/>
            <p:nvPr/>
          </p:nvSpPr>
          <p:spPr>
            <a:xfrm>
              <a:off x="4142232" y="4739639"/>
              <a:ext cx="984885" cy="676910"/>
            </a:xfrm>
            <a:custGeom>
              <a:avLst/>
              <a:gdLst/>
              <a:ahLst/>
              <a:cxnLst/>
              <a:rect l="l" t="t" r="r" b="b"/>
              <a:pathLst>
                <a:path w="984885" h="676910">
                  <a:moveTo>
                    <a:pt x="0" y="338328"/>
                  </a:moveTo>
                  <a:lnTo>
                    <a:pt x="3311" y="298878"/>
                  </a:lnTo>
                  <a:lnTo>
                    <a:pt x="12998" y="260763"/>
                  </a:lnTo>
                  <a:lnTo>
                    <a:pt x="28692" y="224238"/>
                  </a:lnTo>
                  <a:lnTo>
                    <a:pt x="50025" y="189555"/>
                  </a:lnTo>
                  <a:lnTo>
                    <a:pt x="76626" y="156970"/>
                  </a:lnTo>
                  <a:lnTo>
                    <a:pt x="108128" y="126736"/>
                  </a:lnTo>
                  <a:lnTo>
                    <a:pt x="144160" y="99107"/>
                  </a:lnTo>
                  <a:lnTo>
                    <a:pt x="184355" y="74338"/>
                  </a:lnTo>
                  <a:lnTo>
                    <a:pt x="228342" y="52682"/>
                  </a:lnTo>
                  <a:lnTo>
                    <a:pt x="275752" y="34394"/>
                  </a:lnTo>
                  <a:lnTo>
                    <a:pt x="326218" y="19727"/>
                  </a:lnTo>
                  <a:lnTo>
                    <a:pt x="379369" y="8937"/>
                  </a:lnTo>
                  <a:lnTo>
                    <a:pt x="434836" y="2276"/>
                  </a:lnTo>
                  <a:lnTo>
                    <a:pt x="492251" y="0"/>
                  </a:lnTo>
                  <a:lnTo>
                    <a:pt x="549667" y="2276"/>
                  </a:lnTo>
                  <a:lnTo>
                    <a:pt x="605134" y="8937"/>
                  </a:lnTo>
                  <a:lnTo>
                    <a:pt x="658285" y="19727"/>
                  </a:lnTo>
                  <a:lnTo>
                    <a:pt x="708751" y="34394"/>
                  </a:lnTo>
                  <a:lnTo>
                    <a:pt x="756161" y="52682"/>
                  </a:lnTo>
                  <a:lnTo>
                    <a:pt x="800148" y="74338"/>
                  </a:lnTo>
                  <a:lnTo>
                    <a:pt x="840343" y="99107"/>
                  </a:lnTo>
                  <a:lnTo>
                    <a:pt x="876375" y="126736"/>
                  </a:lnTo>
                  <a:lnTo>
                    <a:pt x="907877" y="156970"/>
                  </a:lnTo>
                  <a:lnTo>
                    <a:pt x="934478" y="189555"/>
                  </a:lnTo>
                  <a:lnTo>
                    <a:pt x="955811" y="224238"/>
                  </a:lnTo>
                  <a:lnTo>
                    <a:pt x="971505" y="260763"/>
                  </a:lnTo>
                  <a:lnTo>
                    <a:pt x="981192" y="298878"/>
                  </a:lnTo>
                  <a:lnTo>
                    <a:pt x="984503" y="338328"/>
                  </a:lnTo>
                  <a:lnTo>
                    <a:pt x="981192" y="377777"/>
                  </a:lnTo>
                  <a:lnTo>
                    <a:pt x="971505" y="415892"/>
                  </a:lnTo>
                  <a:lnTo>
                    <a:pt x="955811" y="452417"/>
                  </a:lnTo>
                  <a:lnTo>
                    <a:pt x="934478" y="487100"/>
                  </a:lnTo>
                  <a:lnTo>
                    <a:pt x="907877" y="519685"/>
                  </a:lnTo>
                  <a:lnTo>
                    <a:pt x="876375" y="549919"/>
                  </a:lnTo>
                  <a:lnTo>
                    <a:pt x="840343" y="577548"/>
                  </a:lnTo>
                  <a:lnTo>
                    <a:pt x="800148" y="602317"/>
                  </a:lnTo>
                  <a:lnTo>
                    <a:pt x="756161" y="623973"/>
                  </a:lnTo>
                  <a:lnTo>
                    <a:pt x="708751" y="642261"/>
                  </a:lnTo>
                  <a:lnTo>
                    <a:pt x="658285" y="656928"/>
                  </a:lnTo>
                  <a:lnTo>
                    <a:pt x="605134" y="667718"/>
                  </a:lnTo>
                  <a:lnTo>
                    <a:pt x="549667" y="674379"/>
                  </a:lnTo>
                  <a:lnTo>
                    <a:pt x="492251" y="676656"/>
                  </a:lnTo>
                  <a:lnTo>
                    <a:pt x="434836" y="674379"/>
                  </a:lnTo>
                  <a:lnTo>
                    <a:pt x="379369" y="667718"/>
                  </a:lnTo>
                  <a:lnTo>
                    <a:pt x="326218" y="656928"/>
                  </a:lnTo>
                  <a:lnTo>
                    <a:pt x="275752" y="642261"/>
                  </a:lnTo>
                  <a:lnTo>
                    <a:pt x="228342" y="623973"/>
                  </a:lnTo>
                  <a:lnTo>
                    <a:pt x="184355" y="602317"/>
                  </a:lnTo>
                  <a:lnTo>
                    <a:pt x="144160" y="577548"/>
                  </a:lnTo>
                  <a:lnTo>
                    <a:pt x="108128" y="549919"/>
                  </a:lnTo>
                  <a:lnTo>
                    <a:pt x="76626" y="519685"/>
                  </a:lnTo>
                  <a:lnTo>
                    <a:pt x="50025" y="487100"/>
                  </a:lnTo>
                  <a:lnTo>
                    <a:pt x="28692" y="452417"/>
                  </a:lnTo>
                  <a:lnTo>
                    <a:pt x="12998" y="415892"/>
                  </a:lnTo>
                  <a:lnTo>
                    <a:pt x="3311" y="377777"/>
                  </a:lnTo>
                  <a:lnTo>
                    <a:pt x="0" y="338328"/>
                  </a:lnTo>
                  <a:close/>
                </a:path>
              </a:pathLst>
            </a:custGeom>
            <a:ln w="24384">
              <a:solidFill>
                <a:srgbClr val="385D89"/>
              </a:solidFill>
            </a:ln>
          </p:spPr>
          <p:txBody>
            <a:bodyPr wrap="square" lIns="0" tIns="0" rIns="0" bIns="0" rtlCol="0"/>
            <a:lstStyle/>
            <a:p>
              <a:endParaRPr>
                <a:solidFill>
                  <a:prstClr val="black"/>
                </a:solidFill>
              </a:endParaRPr>
            </a:p>
          </p:txBody>
        </p:sp>
        <p:sp>
          <p:nvSpPr>
            <p:cNvPr id="36" name="object 36"/>
            <p:cNvSpPr/>
            <p:nvPr/>
          </p:nvSpPr>
          <p:spPr>
            <a:xfrm>
              <a:off x="4290060" y="5412866"/>
              <a:ext cx="836294" cy="440690"/>
            </a:xfrm>
            <a:custGeom>
              <a:avLst/>
              <a:gdLst/>
              <a:ahLst/>
              <a:cxnLst/>
              <a:rect l="l" t="t" r="r" b="b"/>
              <a:pathLst>
                <a:path w="836295" h="440689">
                  <a:moveTo>
                    <a:pt x="835787" y="405434"/>
                  </a:moveTo>
                  <a:lnTo>
                    <a:pt x="819962" y="370243"/>
                  </a:lnTo>
                  <a:lnTo>
                    <a:pt x="800862" y="327761"/>
                  </a:lnTo>
                  <a:lnTo>
                    <a:pt x="780770" y="352412"/>
                  </a:lnTo>
                  <a:lnTo>
                    <a:pt x="348488" y="0"/>
                  </a:lnTo>
                  <a:lnTo>
                    <a:pt x="344817" y="4470"/>
                  </a:lnTo>
                  <a:lnTo>
                    <a:pt x="340487" y="1016"/>
                  </a:lnTo>
                  <a:lnTo>
                    <a:pt x="42418" y="376580"/>
                  </a:lnTo>
                  <a:lnTo>
                    <a:pt x="17526" y="356819"/>
                  </a:lnTo>
                  <a:lnTo>
                    <a:pt x="0" y="440194"/>
                  </a:lnTo>
                  <a:lnTo>
                    <a:pt x="77216" y="404190"/>
                  </a:lnTo>
                  <a:lnTo>
                    <a:pt x="64871" y="394398"/>
                  </a:lnTo>
                  <a:lnTo>
                    <a:pt x="52336" y="384454"/>
                  </a:lnTo>
                  <a:lnTo>
                    <a:pt x="345960" y="14478"/>
                  </a:lnTo>
                  <a:lnTo>
                    <a:pt x="772756" y="362254"/>
                  </a:lnTo>
                  <a:lnTo>
                    <a:pt x="752729" y="386829"/>
                  </a:lnTo>
                  <a:lnTo>
                    <a:pt x="835787" y="405434"/>
                  </a:lnTo>
                  <a:close/>
                </a:path>
              </a:pathLst>
            </a:custGeom>
            <a:solidFill>
              <a:srgbClr val="BD4A47"/>
            </a:solidFill>
          </p:spPr>
          <p:txBody>
            <a:bodyPr wrap="square" lIns="0" tIns="0" rIns="0" bIns="0" rtlCol="0"/>
            <a:lstStyle/>
            <a:p>
              <a:endParaRPr>
                <a:solidFill>
                  <a:prstClr val="black"/>
                </a:solidFill>
              </a:endParaRPr>
            </a:p>
          </p:txBody>
        </p:sp>
        <p:sp>
          <p:nvSpPr>
            <p:cNvPr id="37" name="object 37"/>
            <p:cNvSpPr/>
            <p:nvPr/>
          </p:nvSpPr>
          <p:spPr>
            <a:xfrm>
              <a:off x="3096768" y="5852159"/>
              <a:ext cx="2030095" cy="734695"/>
            </a:xfrm>
            <a:custGeom>
              <a:avLst/>
              <a:gdLst/>
              <a:ahLst/>
              <a:cxnLst/>
              <a:rect l="l" t="t" r="r" b="b"/>
              <a:pathLst>
                <a:path w="2030095" h="734695">
                  <a:moveTo>
                    <a:pt x="2029968" y="0"/>
                  </a:moveTo>
                  <a:lnTo>
                    <a:pt x="0" y="0"/>
                  </a:lnTo>
                  <a:lnTo>
                    <a:pt x="0" y="734567"/>
                  </a:lnTo>
                  <a:lnTo>
                    <a:pt x="2029968" y="734567"/>
                  </a:lnTo>
                  <a:lnTo>
                    <a:pt x="2029968" y="0"/>
                  </a:lnTo>
                  <a:close/>
                </a:path>
              </a:pathLst>
            </a:custGeom>
            <a:solidFill>
              <a:srgbClr val="FFFF00"/>
            </a:solidFill>
          </p:spPr>
          <p:txBody>
            <a:bodyPr wrap="square" lIns="0" tIns="0" rIns="0" bIns="0" rtlCol="0"/>
            <a:lstStyle/>
            <a:p>
              <a:endParaRPr>
                <a:solidFill>
                  <a:prstClr val="black"/>
                </a:solidFill>
              </a:endParaRPr>
            </a:p>
          </p:txBody>
        </p:sp>
        <p:sp>
          <p:nvSpPr>
            <p:cNvPr id="38" name="object 38"/>
            <p:cNvSpPr/>
            <p:nvPr/>
          </p:nvSpPr>
          <p:spPr>
            <a:xfrm>
              <a:off x="3096768" y="5852159"/>
              <a:ext cx="2030095" cy="734695"/>
            </a:xfrm>
            <a:custGeom>
              <a:avLst/>
              <a:gdLst/>
              <a:ahLst/>
              <a:cxnLst/>
              <a:rect l="l" t="t" r="r" b="b"/>
              <a:pathLst>
                <a:path w="2030095" h="734695">
                  <a:moveTo>
                    <a:pt x="0" y="734567"/>
                  </a:moveTo>
                  <a:lnTo>
                    <a:pt x="2029968" y="734567"/>
                  </a:lnTo>
                  <a:lnTo>
                    <a:pt x="2029968" y="0"/>
                  </a:lnTo>
                  <a:lnTo>
                    <a:pt x="0" y="0"/>
                  </a:lnTo>
                  <a:lnTo>
                    <a:pt x="0" y="734567"/>
                  </a:lnTo>
                  <a:close/>
                </a:path>
              </a:pathLst>
            </a:custGeom>
            <a:ln w="24384">
              <a:solidFill>
                <a:srgbClr val="385D89"/>
              </a:solidFill>
            </a:ln>
          </p:spPr>
          <p:txBody>
            <a:bodyPr wrap="square" lIns="0" tIns="0" rIns="0" bIns="0" rtlCol="0"/>
            <a:lstStyle/>
            <a:p>
              <a:endParaRPr>
                <a:solidFill>
                  <a:prstClr val="black"/>
                </a:solidFill>
              </a:endParaRPr>
            </a:p>
          </p:txBody>
        </p:sp>
      </p:grpSp>
      <p:sp>
        <p:nvSpPr>
          <p:cNvPr id="39" name="object 39"/>
          <p:cNvSpPr txBox="1"/>
          <p:nvPr/>
        </p:nvSpPr>
        <p:spPr>
          <a:xfrm>
            <a:off x="3108960" y="4951221"/>
            <a:ext cx="2005964" cy="1593850"/>
          </a:xfrm>
          <a:prstGeom prst="rect">
            <a:avLst/>
          </a:prstGeom>
        </p:spPr>
        <p:txBody>
          <a:bodyPr vert="horz" wrap="square" lIns="0" tIns="11430" rIns="0" bIns="0" rtlCol="0">
            <a:spAutoFit/>
          </a:bodyPr>
          <a:lstStyle/>
          <a:p>
            <a:pPr marR="313690" algn="r">
              <a:spcBef>
                <a:spcPts val="90"/>
              </a:spcBef>
            </a:pPr>
            <a:r>
              <a:rPr sz="1400" spc="-10" dirty="0">
                <a:solidFill>
                  <a:srgbClr val="FFFFFF"/>
                </a:solidFill>
                <a:cs typeface="Calibri"/>
              </a:rPr>
              <a:t>P2,1</a:t>
            </a:r>
            <a:endParaRPr sz="1400">
              <a:solidFill>
                <a:prstClr val="black"/>
              </a:solidFill>
              <a:cs typeface="Calibri"/>
            </a:endParaRPr>
          </a:p>
          <a:p>
            <a:pPr>
              <a:spcBef>
                <a:spcPts val="10"/>
              </a:spcBef>
            </a:pPr>
            <a:endParaRPr sz="1050">
              <a:solidFill>
                <a:prstClr val="black"/>
              </a:solidFill>
              <a:cs typeface="Calibri"/>
            </a:endParaRPr>
          </a:p>
          <a:p>
            <a:pPr marL="1026160"/>
            <a:r>
              <a:rPr sz="1400" spc="-10" dirty="0">
                <a:solidFill>
                  <a:prstClr val="black"/>
                </a:solidFill>
                <a:latin typeface="Arial MT"/>
                <a:cs typeface="Arial MT"/>
              </a:rPr>
              <a:t>True</a:t>
            </a:r>
            <a:endParaRPr sz="1400">
              <a:solidFill>
                <a:prstClr val="black"/>
              </a:solidFill>
              <a:latin typeface="Arial MT"/>
              <a:cs typeface="Arial MT"/>
            </a:endParaRPr>
          </a:p>
          <a:p>
            <a:endParaRPr sz="1500">
              <a:solidFill>
                <a:prstClr val="black"/>
              </a:solidFill>
              <a:latin typeface="Arial MT"/>
              <a:cs typeface="Arial MT"/>
            </a:endParaRPr>
          </a:p>
          <a:p>
            <a:pPr marL="154305" marR="144780" algn="ctr">
              <a:spcBef>
                <a:spcPts val="935"/>
              </a:spcBef>
            </a:pPr>
            <a:r>
              <a:rPr sz="1400" spc="-5" dirty="0">
                <a:solidFill>
                  <a:prstClr val="black"/>
                </a:solidFill>
                <a:cs typeface="Calibri"/>
              </a:rPr>
              <a:t>All</a:t>
            </a:r>
            <a:r>
              <a:rPr sz="1400" spc="-10" dirty="0">
                <a:solidFill>
                  <a:prstClr val="black"/>
                </a:solidFill>
                <a:cs typeface="Calibri"/>
              </a:rPr>
              <a:t> premises</a:t>
            </a:r>
            <a:r>
              <a:rPr sz="1400" spc="25" dirty="0">
                <a:solidFill>
                  <a:prstClr val="black"/>
                </a:solidFill>
                <a:cs typeface="Calibri"/>
              </a:rPr>
              <a:t> </a:t>
            </a:r>
            <a:r>
              <a:rPr sz="1400" spc="-5" dirty="0">
                <a:solidFill>
                  <a:prstClr val="black"/>
                </a:solidFill>
                <a:cs typeface="Calibri"/>
              </a:rPr>
              <a:t>satisfied</a:t>
            </a:r>
            <a:r>
              <a:rPr sz="1400" spc="35" dirty="0">
                <a:solidFill>
                  <a:prstClr val="black"/>
                </a:solidFill>
                <a:cs typeface="Calibri"/>
              </a:rPr>
              <a:t> </a:t>
            </a:r>
            <a:r>
              <a:rPr sz="1400" spc="-10" dirty="0">
                <a:solidFill>
                  <a:prstClr val="black"/>
                </a:solidFill>
                <a:cs typeface="Calibri"/>
              </a:rPr>
              <a:t>in </a:t>
            </a:r>
            <a:r>
              <a:rPr sz="1400" spc="-300" dirty="0">
                <a:solidFill>
                  <a:prstClr val="black"/>
                </a:solidFill>
                <a:cs typeface="Calibri"/>
              </a:rPr>
              <a:t> </a:t>
            </a:r>
            <a:r>
              <a:rPr sz="1400" spc="-15" dirty="0">
                <a:solidFill>
                  <a:prstClr val="black"/>
                </a:solidFill>
                <a:cs typeface="Calibri"/>
              </a:rPr>
              <a:t>this</a:t>
            </a:r>
            <a:r>
              <a:rPr sz="1400" spc="35" dirty="0">
                <a:solidFill>
                  <a:prstClr val="black"/>
                </a:solidFill>
                <a:cs typeface="Calibri"/>
              </a:rPr>
              <a:t> </a:t>
            </a:r>
            <a:r>
              <a:rPr sz="1400" spc="-5" dirty="0">
                <a:solidFill>
                  <a:prstClr val="black"/>
                </a:solidFill>
                <a:cs typeface="Calibri"/>
              </a:rPr>
              <a:t>DFS</a:t>
            </a:r>
            <a:r>
              <a:rPr sz="1400" spc="-35" dirty="0">
                <a:solidFill>
                  <a:prstClr val="black"/>
                </a:solidFill>
                <a:cs typeface="Calibri"/>
              </a:rPr>
              <a:t> </a:t>
            </a:r>
            <a:r>
              <a:rPr sz="1400" spc="-15" dirty="0">
                <a:solidFill>
                  <a:prstClr val="black"/>
                </a:solidFill>
                <a:cs typeface="Calibri"/>
              </a:rPr>
              <a:t>path.</a:t>
            </a:r>
            <a:r>
              <a:rPr sz="1400" spc="40" dirty="0">
                <a:solidFill>
                  <a:prstClr val="black"/>
                </a:solidFill>
                <a:cs typeface="Calibri"/>
              </a:rPr>
              <a:t> </a:t>
            </a:r>
            <a:r>
              <a:rPr sz="1400" spc="-10" dirty="0">
                <a:solidFill>
                  <a:prstClr val="black"/>
                </a:solidFill>
                <a:cs typeface="Calibri"/>
              </a:rPr>
              <a:t>Returns </a:t>
            </a:r>
            <a:r>
              <a:rPr sz="1400" spc="-5" dirty="0">
                <a:solidFill>
                  <a:prstClr val="black"/>
                </a:solidFill>
                <a:cs typeface="Calibri"/>
              </a:rPr>
              <a:t> </a:t>
            </a:r>
            <a:r>
              <a:rPr sz="1400" spc="-10" dirty="0">
                <a:solidFill>
                  <a:prstClr val="black"/>
                </a:solidFill>
                <a:cs typeface="Calibri"/>
              </a:rPr>
              <a:t>result</a:t>
            </a:r>
            <a:endParaRPr sz="1400">
              <a:solidFill>
                <a:prstClr val="black"/>
              </a:solidFill>
              <a:cs typeface="Calibri"/>
            </a:endParaRPr>
          </a:p>
        </p:txBody>
      </p:sp>
      <p:sp>
        <p:nvSpPr>
          <p:cNvPr id="41" name="object 41"/>
          <p:cNvSpPr txBox="1">
            <a:spLocks noGrp="1"/>
          </p:cNvSpPr>
          <p:nvPr>
            <p:ph type="ftr" sz="quarter" idx="5"/>
          </p:nvPr>
        </p:nvSpPr>
        <p:spPr>
          <a:prstGeom prst="rect">
            <a:avLst/>
          </a:prstGeom>
        </p:spPr>
        <p:txBody>
          <a:bodyPr vert="horz" wrap="square" lIns="0" tIns="0" rIns="0" bIns="0" rtlCol="0">
            <a:spAutoFit/>
          </a:bodyPr>
          <a:lstStyle/>
          <a:p>
            <a:pPr marL="12700"/>
            <a:r>
              <a:rPr b="1" spc="-5" dirty="0">
                <a:latin typeface="Arial"/>
                <a:cs typeface="Arial"/>
              </a:rPr>
              <a:t>BITS</a:t>
            </a:r>
            <a:r>
              <a:rPr b="1" spc="-20" dirty="0">
                <a:latin typeface="Arial"/>
                <a:cs typeface="Arial"/>
              </a:rPr>
              <a:t> </a:t>
            </a:r>
            <a:r>
              <a:rPr spc="-5" dirty="0"/>
              <a:t>Pilani,</a:t>
            </a:r>
            <a:r>
              <a:rPr spc="-25" dirty="0"/>
              <a:t> </a:t>
            </a:r>
            <a:r>
              <a:rPr dirty="0"/>
              <a:t>Pilani</a:t>
            </a:r>
            <a:r>
              <a:rPr spc="-10" dirty="0"/>
              <a:t> </a:t>
            </a:r>
            <a:r>
              <a:rPr dirty="0"/>
              <a:t>Campus</a:t>
            </a:r>
          </a:p>
        </p:txBody>
      </p:sp>
      <mc:AlternateContent xmlns:mc="http://schemas.openxmlformats.org/markup-compatibility/2006" xmlns:p14="http://schemas.microsoft.com/office/powerpoint/2010/main">
        <mc:Choice Requires="p14">
          <p:contentPart p14:bwMode="auto" r:id="rId4">
            <p14:nvContentPartPr>
              <p14:cNvPr id="46" name="Ink 45"/>
              <p14:cNvContentPartPr/>
              <p14:nvPr/>
            </p14:nvContentPartPr>
            <p14:xfrm>
              <a:off x="3288960" y="3702600"/>
              <a:ext cx="360" cy="360"/>
            </p14:xfrm>
          </p:contentPart>
        </mc:Choice>
        <mc:Fallback xmlns="">
          <p:pic>
            <p:nvPicPr>
              <p:cNvPr id="46" name="Ink 45"/>
              <p:cNvPicPr/>
              <p:nvPr/>
            </p:nvPicPr>
            <p:blipFill>
              <a:blip r:embed="rId5"/>
              <a:stretch>
                <a:fillRect/>
              </a:stretch>
            </p:blipFill>
            <p:spPr>
              <a:xfrm>
                <a:off x="3283560" y="3680640"/>
                <a:ext cx="11160" cy="44280"/>
              </a:xfrm>
              <a:prstGeom prst="rect">
                <a:avLst/>
              </a:prstGeom>
            </p:spPr>
          </p:pic>
        </mc:Fallback>
      </mc:AlternateContent>
    </p:spTree>
    <p:extLst>
      <p:ext uri="{BB962C8B-B14F-4D97-AF65-F5344CB8AC3E}">
        <p14:creationId xmlns:p14="http://schemas.microsoft.com/office/powerpoint/2010/main" val="36293953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6" name="object 6"/>
          <p:cNvSpPr txBox="1">
            <a:spLocks noGrp="1"/>
          </p:cNvSpPr>
          <p:nvPr>
            <p:ph type="title"/>
          </p:nvPr>
        </p:nvSpPr>
        <p:spPr>
          <a:xfrm>
            <a:off x="383540" y="522173"/>
            <a:ext cx="3199765" cy="391795"/>
          </a:xfrm>
          <a:prstGeom prst="rect">
            <a:avLst/>
          </a:prstGeom>
        </p:spPr>
        <p:txBody>
          <a:bodyPr vert="horz" wrap="square" lIns="0" tIns="12700" rIns="0" bIns="0" rtlCol="0">
            <a:spAutoFit/>
          </a:bodyPr>
          <a:lstStyle/>
          <a:p>
            <a:pPr marL="12700">
              <a:lnSpc>
                <a:spcPct val="100000"/>
              </a:lnSpc>
              <a:spcBef>
                <a:spcPts val="100"/>
              </a:spcBef>
            </a:pPr>
            <a:r>
              <a:rPr lang="en-US" sz="2400" dirty="0" smtClean="0">
                <a:latin typeface="Arial"/>
                <a:cs typeface="Arial"/>
              </a:rPr>
              <a:t>Sample Problem : </a:t>
            </a:r>
            <a:endParaRPr sz="2400" dirty="0">
              <a:latin typeface="Arial"/>
              <a:cs typeface="Arial"/>
            </a:endParaRPr>
          </a:p>
        </p:txBody>
      </p:sp>
      <p:pic>
        <p:nvPicPr>
          <p:cNvPr id="9" name="Picture 8"/>
          <p:cNvPicPr>
            <a:picLocks noChangeAspect="1"/>
          </p:cNvPicPr>
          <p:nvPr/>
        </p:nvPicPr>
        <p:blipFill>
          <a:blip r:embed="rId2"/>
          <a:stretch>
            <a:fillRect/>
          </a:stretch>
        </p:blipFill>
        <p:spPr>
          <a:xfrm>
            <a:off x="76200" y="1371600"/>
            <a:ext cx="7686076" cy="1703773"/>
          </a:xfrm>
          <a:prstGeom prst="rect">
            <a:avLst/>
          </a:prstGeom>
        </p:spPr>
      </p:pic>
      <p:sp>
        <p:nvSpPr>
          <p:cNvPr id="10" name="Rectangle 9"/>
          <p:cNvSpPr/>
          <p:nvPr/>
        </p:nvSpPr>
        <p:spPr>
          <a:xfrm>
            <a:off x="76200" y="3203800"/>
            <a:ext cx="7465695" cy="2554545"/>
          </a:xfrm>
          <a:prstGeom prst="rect">
            <a:avLst/>
          </a:prstGeom>
        </p:spPr>
        <p:txBody>
          <a:bodyPr wrap="square">
            <a:spAutoFit/>
          </a:bodyPr>
          <a:lstStyle/>
          <a:p>
            <a:pPr marL="285750" indent="-285750" algn="just">
              <a:buFont typeface="Arial" panose="020B0604020202020204" pitchFamily="34" charset="0"/>
              <a:buChar char="•"/>
            </a:pPr>
            <a:r>
              <a:rPr lang="en-US" sz="1600" dirty="0" smtClean="0">
                <a:latin typeface="Times New Roman" panose="02020603050405020304" pitchFamily="18" charset="0"/>
                <a:ea typeface="Times New Roman" panose="02020603050405020304" pitchFamily="18" charset="0"/>
              </a:rPr>
              <a:t>Use </a:t>
            </a:r>
            <a:r>
              <a:rPr lang="en-US" sz="1600" dirty="0">
                <a:latin typeface="Times New Roman" panose="02020603050405020304" pitchFamily="18" charset="0"/>
                <a:ea typeface="Times New Roman" panose="02020603050405020304" pitchFamily="18" charset="0"/>
              </a:rPr>
              <a:t>propositional logic (without quantifiers) to efficiently represent the knowledge base </a:t>
            </a:r>
            <a:r>
              <a:rPr lang="en-US" sz="1600" dirty="0" smtClean="0">
                <a:latin typeface="Times New Roman" panose="02020603050405020304" pitchFamily="18" charset="0"/>
                <a:ea typeface="Times New Roman" panose="02020603050405020304" pitchFamily="18" charset="0"/>
              </a:rPr>
              <a:t>given above</a:t>
            </a:r>
            <a:r>
              <a:rPr lang="en-US" sz="1600" dirty="0">
                <a:latin typeface="Times New Roman" panose="02020603050405020304" pitchFamily="18" charset="0"/>
                <a:ea typeface="Times New Roman" panose="02020603050405020304" pitchFamily="18" charset="0"/>
              </a:rPr>
              <a:t>.</a:t>
            </a:r>
          </a:p>
          <a:p>
            <a:pPr marL="285750" indent="-285750" algn="just">
              <a:buFont typeface="Arial" panose="020B0604020202020204" pitchFamily="34" charset="0"/>
              <a:buChar char="•"/>
            </a:pPr>
            <a:r>
              <a:rPr lang="en-US" sz="1600" dirty="0" smtClean="0">
                <a:latin typeface="Times New Roman" panose="02020603050405020304" pitchFamily="18" charset="0"/>
                <a:ea typeface="Times New Roman" panose="02020603050405020304" pitchFamily="18" charset="0"/>
              </a:rPr>
              <a:t>W.r.t </a:t>
            </a:r>
            <a:r>
              <a:rPr lang="en-US" sz="1600" dirty="0">
                <a:latin typeface="Times New Roman" panose="02020603050405020304" pitchFamily="18" charset="0"/>
                <a:ea typeface="Times New Roman" panose="02020603050405020304" pitchFamily="18" charset="0"/>
              </a:rPr>
              <a:t>the knowledge base from part (a), convert it into Conjunctive Normal Form (CNF) and </a:t>
            </a:r>
            <a:r>
              <a:rPr lang="en-US" sz="1600" dirty="0" smtClean="0">
                <a:latin typeface="Times New Roman" panose="02020603050405020304" pitchFamily="18" charset="0"/>
                <a:ea typeface="Times New Roman" panose="02020603050405020304" pitchFamily="18" charset="0"/>
              </a:rPr>
              <a:t>find one </a:t>
            </a:r>
            <a:r>
              <a:rPr lang="en-US" sz="1600" dirty="0">
                <a:latin typeface="Times New Roman" panose="02020603050405020304" pitchFamily="18" charset="0"/>
                <a:ea typeface="Times New Roman" panose="02020603050405020304" pitchFamily="18" charset="0"/>
              </a:rPr>
              <a:t>sample complete Binary </a:t>
            </a:r>
            <a:r>
              <a:rPr lang="en-US" sz="1600" dirty="0" err="1">
                <a:latin typeface="Times New Roman" panose="02020603050405020304" pitchFamily="18" charset="0"/>
                <a:ea typeface="Times New Roman" panose="02020603050405020304" pitchFamily="18" charset="0"/>
              </a:rPr>
              <a:t>Satisfiability</a:t>
            </a:r>
            <a:r>
              <a:rPr lang="en-US" sz="1600" dirty="0">
                <a:latin typeface="Times New Roman" panose="02020603050405020304" pitchFamily="18" charset="0"/>
                <a:ea typeface="Times New Roman" panose="02020603050405020304" pitchFamily="18" charset="0"/>
              </a:rPr>
              <a:t> (BSAT) solution to the variables using the </a:t>
            </a:r>
            <a:r>
              <a:rPr lang="en-US" sz="1600" dirty="0" smtClean="0">
                <a:latin typeface="Times New Roman" panose="02020603050405020304" pitchFamily="18" charset="0"/>
                <a:ea typeface="Times New Roman" panose="02020603050405020304" pitchFamily="18" charset="0"/>
              </a:rPr>
              <a:t>DPLL algorithm.</a:t>
            </a:r>
          </a:p>
          <a:p>
            <a:pPr marL="285750" indent="-285750" algn="just">
              <a:buFont typeface="Arial" panose="020B0604020202020204" pitchFamily="34" charset="0"/>
              <a:buChar char="•"/>
            </a:pPr>
            <a:r>
              <a:rPr lang="en-US" sz="1600" dirty="0" smtClean="0">
                <a:latin typeface="Times New Roman" panose="02020603050405020304" pitchFamily="18" charset="0"/>
                <a:ea typeface="Times New Roman" panose="02020603050405020304" pitchFamily="18" charset="0"/>
              </a:rPr>
              <a:t>Suppose </a:t>
            </a:r>
            <a:r>
              <a:rPr lang="en-US" sz="1600" dirty="0">
                <a:latin typeface="Times New Roman" panose="02020603050405020304" pitchFamily="18" charset="0"/>
                <a:ea typeface="Times New Roman" panose="02020603050405020304" pitchFamily="18" charset="0"/>
              </a:rPr>
              <a:t>a customer is known to frequently purchase electronics but has ruled out being tech-savvy (¬T) with 100% certainty. Under this scenario, if the logic agent is asked, "Is the customer likely to receive recommendations for new electronic products?" how does the agent reason to answer the query? Prove by contradiction using the results obtained in part (a) by the resolution method.</a:t>
            </a:r>
            <a:endParaRPr lang="en-US" sz="1600" dirty="0"/>
          </a:p>
        </p:txBody>
      </p:sp>
    </p:spTree>
    <p:extLst>
      <p:ext uri="{BB962C8B-B14F-4D97-AF65-F5344CB8AC3E}">
        <p14:creationId xmlns:p14="http://schemas.microsoft.com/office/powerpoint/2010/main" val="516131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322654"/>
            <a:ext cx="3874135" cy="3003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All</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courses</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offered</a:t>
            </a:r>
            <a:r>
              <a:rPr kumimoji="0" sz="1800" b="0" i="0" u="none" strike="noStrike" kern="1200" cap="none" spc="-7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and</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interesting</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object 3"/>
          <p:cNvSpPr txBox="1"/>
          <p:nvPr/>
        </p:nvSpPr>
        <p:spPr>
          <a:xfrm>
            <a:off x="383540" y="2311146"/>
            <a:ext cx="343662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All</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offered</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courses</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interesting</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383540" y="3628390"/>
            <a:ext cx="7528559" cy="574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Some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of</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courses</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offered</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and</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interesting</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[Atleast</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one</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of</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offered</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Arial MT"/>
                <a:ea typeface="+mn-ea"/>
                <a:cs typeface="Arial MT"/>
              </a:rPr>
              <a:t>courses</a:t>
            </a:r>
            <a:r>
              <a:rPr kumimoji="0" sz="1800" b="0" i="0" u="none" strike="noStrike" kern="1200" cap="none" spc="-7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interesting]</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5" name="object 5"/>
          <p:cNvSpPr txBox="1"/>
          <p:nvPr/>
        </p:nvSpPr>
        <p:spPr>
          <a:xfrm>
            <a:off x="383540" y="4890896"/>
            <a:ext cx="441515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Some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of</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offered</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courses</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interesting</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6" name="object 6"/>
          <p:cNvSpPr txBox="1">
            <a:spLocks noGrp="1"/>
          </p:cNvSpPr>
          <p:nvPr>
            <p:ph type="title"/>
          </p:nvPr>
        </p:nvSpPr>
        <p:spPr>
          <a:xfrm>
            <a:off x="383540" y="522173"/>
            <a:ext cx="3199765" cy="391795"/>
          </a:xfrm>
          <a:prstGeom prst="rect">
            <a:avLst/>
          </a:prstGeom>
        </p:spPr>
        <p:txBody>
          <a:bodyPr vert="horz" wrap="square" lIns="0" tIns="12700" rIns="0" bIns="0" rtlCol="0">
            <a:spAutoFit/>
          </a:bodyPr>
          <a:lstStyle/>
          <a:p>
            <a:pPr marL="12700">
              <a:lnSpc>
                <a:spcPct val="100000"/>
              </a:lnSpc>
              <a:spcBef>
                <a:spcPts val="100"/>
              </a:spcBef>
            </a:pPr>
            <a:r>
              <a:rPr sz="2400" b="1" spc="-315" dirty="0">
                <a:solidFill>
                  <a:srgbClr val="C00000"/>
                </a:solidFill>
                <a:latin typeface="Arial"/>
                <a:cs typeface="Arial"/>
              </a:rPr>
              <a:t>T</a:t>
            </a:r>
            <a:r>
              <a:rPr sz="2400" b="1" spc="-150" dirty="0">
                <a:solidFill>
                  <a:srgbClr val="C00000"/>
                </a:solidFill>
                <a:latin typeface="Arial"/>
                <a:cs typeface="Arial"/>
              </a:rPr>
              <a:t>o</a:t>
            </a:r>
            <a:r>
              <a:rPr sz="2400" b="1" spc="-120" dirty="0">
                <a:solidFill>
                  <a:srgbClr val="C00000"/>
                </a:solidFill>
                <a:latin typeface="Arial"/>
                <a:cs typeface="Arial"/>
              </a:rPr>
              <a:t>w</a:t>
            </a:r>
            <a:r>
              <a:rPr sz="2400" b="1" spc="-135" dirty="0">
                <a:solidFill>
                  <a:srgbClr val="C00000"/>
                </a:solidFill>
                <a:latin typeface="Arial"/>
                <a:cs typeface="Arial"/>
              </a:rPr>
              <a:t>a</a:t>
            </a:r>
            <a:r>
              <a:rPr sz="2400" b="1" spc="-140" dirty="0">
                <a:solidFill>
                  <a:srgbClr val="C00000"/>
                </a:solidFill>
                <a:latin typeface="Arial"/>
                <a:cs typeface="Arial"/>
              </a:rPr>
              <a:t>r</a:t>
            </a:r>
            <a:r>
              <a:rPr sz="2400" b="1" spc="-175" dirty="0">
                <a:solidFill>
                  <a:srgbClr val="C00000"/>
                </a:solidFill>
                <a:latin typeface="Arial"/>
                <a:cs typeface="Arial"/>
              </a:rPr>
              <a:t>d</a:t>
            </a:r>
            <a:r>
              <a:rPr sz="2400" b="1" dirty="0">
                <a:solidFill>
                  <a:srgbClr val="C00000"/>
                </a:solidFill>
                <a:latin typeface="Arial"/>
                <a:cs typeface="Arial"/>
              </a:rPr>
              <a:t>s</a:t>
            </a:r>
            <a:r>
              <a:rPr sz="2400" b="1" spc="-370" dirty="0">
                <a:solidFill>
                  <a:srgbClr val="C00000"/>
                </a:solidFill>
                <a:latin typeface="Arial"/>
                <a:cs typeface="Arial"/>
              </a:rPr>
              <a:t> </a:t>
            </a:r>
            <a:r>
              <a:rPr sz="2400" b="1" spc="-140" dirty="0">
                <a:solidFill>
                  <a:srgbClr val="C00000"/>
                </a:solidFill>
                <a:latin typeface="Arial"/>
                <a:cs typeface="Arial"/>
              </a:rPr>
              <a:t>Pr</a:t>
            </a:r>
            <a:r>
              <a:rPr sz="2400" b="1" spc="-135" dirty="0">
                <a:solidFill>
                  <a:srgbClr val="C00000"/>
                </a:solidFill>
                <a:latin typeface="Arial"/>
                <a:cs typeface="Arial"/>
              </a:rPr>
              <a:t>e</a:t>
            </a:r>
            <a:r>
              <a:rPr sz="2400" b="1" spc="-150" dirty="0">
                <a:solidFill>
                  <a:srgbClr val="C00000"/>
                </a:solidFill>
                <a:latin typeface="Arial"/>
                <a:cs typeface="Arial"/>
              </a:rPr>
              <a:t>d</a:t>
            </a:r>
            <a:r>
              <a:rPr sz="2400" b="1" spc="-140" dirty="0">
                <a:solidFill>
                  <a:srgbClr val="C00000"/>
                </a:solidFill>
                <a:latin typeface="Arial"/>
                <a:cs typeface="Arial"/>
              </a:rPr>
              <a:t>i</a:t>
            </a:r>
            <a:r>
              <a:rPr sz="2400" b="1" spc="-135" dirty="0">
                <a:solidFill>
                  <a:srgbClr val="C00000"/>
                </a:solidFill>
                <a:latin typeface="Arial"/>
                <a:cs typeface="Arial"/>
              </a:rPr>
              <a:t>ca</a:t>
            </a:r>
            <a:r>
              <a:rPr sz="2400" b="1" spc="-150" dirty="0">
                <a:solidFill>
                  <a:srgbClr val="C00000"/>
                </a:solidFill>
                <a:latin typeface="Arial"/>
                <a:cs typeface="Arial"/>
              </a:rPr>
              <a:t>t</a:t>
            </a:r>
            <a:r>
              <a:rPr sz="2400" b="1" dirty="0">
                <a:solidFill>
                  <a:srgbClr val="C00000"/>
                </a:solidFill>
                <a:latin typeface="Arial"/>
                <a:cs typeface="Arial"/>
              </a:rPr>
              <a:t>e</a:t>
            </a:r>
            <a:r>
              <a:rPr sz="2400" b="1" spc="-365" dirty="0">
                <a:solidFill>
                  <a:srgbClr val="C00000"/>
                </a:solidFill>
                <a:latin typeface="Arial"/>
                <a:cs typeface="Arial"/>
              </a:rPr>
              <a:t> </a:t>
            </a:r>
            <a:r>
              <a:rPr sz="2400" b="1" spc="-150" dirty="0">
                <a:solidFill>
                  <a:srgbClr val="C00000"/>
                </a:solidFill>
                <a:latin typeface="Arial"/>
                <a:cs typeface="Arial"/>
              </a:rPr>
              <a:t>Log</a:t>
            </a:r>
            <a:r>
              <a:rPr sz="2400" b="1" spc="-140" dirty="0">
                <a:solidFill>
                  <a:srgbClr val="C00000"/>
                </a:solidFill>
                <a:latin typeface="Arial"/>
                <a:cs typeface="Arial"/>
              </a:rPr>
              <a:t>i</a:t>
            </a:r>
            <a:r>
              <a:rPr sz="2400" b="1" dirty="0">
                <a:solidFill>
                  <a:srgbClr val="C00000"/>
                </a:solidFill>
                <a:latin typeface="Arial"/>
                <a:cs typeface="Arial"/>
              </a:rPr>
              <a:t>c</a:t>
            </a:r>
            <a:endParaRPr sz="2400">
              <a:latin typeface="Arial"/>
              <a:cs typeface="Arial"/>
            </a:endParaRPr>
          </a:p>
        </p:txBody>
      </p:sp>
    </p:spTree>
    <p:extLst>
      <p:ext uri="{BB962C8B-B14F-4D97-AF65-F5344CB8AC3E}">
        <p14:creationId xmlns:p14="http://schemas.microsoft.com/office/powerpoint/2010/main" val="25504435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6" name="object 6"/>
          <p:cNvSpPr txBox="1">
            <a:spLocks noGrp="1"/>
          </p:cNvSpPr>
          <p:nvPr>
            <p:ph type="title"/>
          </p:nvPr>
        </p:nvSpPr>
        <p:spPr>
          <a:xfrm>
            <a:off x="383540" y="522173"/>
            <a:ext cx="3199765" cy="391795"/>
          </a:xfrm>
          <a:prstGeom prst="rect">
            <a:avLst/>
          </a:prstGeom>
        </p:spPr>
        <p:txBody>
          <a:bodyPr vert="horz" wrap="square" lIns="0" tIns="12700" rIns="0" bIns="0" rtlCol="0">
            <a:spAutoFit/>
          </a:bodyPr>
          <a:lstStyle/>
          <a:p>
            <a:pPr marL="12700">
              <a:lnSpc>
                <a:spcPct val="100000"/>
              </a:lnSpc>
              <a:spcBef>
                <a:spcPts val="100"/>
              </a:spcBef>
            </a:pPr>
            <a:r>
              <a:rPr sz="2400" b="1" spc="-315" dirty="0">
                <a:solidFill>
                  <a:srgbClr val="C00000"/>
                </a:solidFill>
                <a:latin typeface="Arial"/>
                <a:cs typeface="Arial"/>
              </a:rPr>
              <a:t>T</a:t>
            </a:r>
            <a:r>
              <a:rPr sz="2400" b="1" spc="-150" dirty="0">
                <a:solidFill>
                  <a:srgbClr val="C00000"/>
                </a:solidFill>
                <a:latin typeface="Arial"/>
                <a:cs typeface="Arial"/>
              </a:rPr>
              <a:t>o</a:t>
            </a:r>
            <a:r>
              <a:rPr sz="2400" b="1" spc="-120" dirty="0">
                <a:solidFill>
                  <a:srgbClr val="C00000"/>
                </a:solidFill>
                <a:latin typeface="Arial"/>
                <a:cs typeface="Arial"/>
              </a:rPr>
              <a:t>w</a:t>
            </a:r>
            <a:r>
              <a:rPr sz="2400" b="1" spc="-135" dirty="0">
                <a:solidFill>
                  <a:srgbClr val="C00000"/>
                </a:solidFill>
                <a:latin typeface="Arial"/>
                <a:cs typeface="Arial"/>
              </a:rPr>
              <a:t>a</a:t>
            </a:r>
            <a:r>
              <a:rPr sz="2400" b="1" spc="-140" dirty="0">
                <a:solidFill>
                  <a:srgbClr val="C00000"/>
                </a:solidFill>
                <a:latin typeface="Arial"/>
                <a:cs typeface="Arial"/>
              </a:rPr>
              <a:t>r</a:t>
            </a:r>
            <a:r>
              <a:rPr sz="2400" b="1" spc="-175" dirty="0">
                <a:solidFill>
                  <a:srgbClr val="C00000"/>
                </a:solidFill>
                <a:latin typeface="Arial"/>
                <a:cs typeface="Arial"/>
              </a:rPr>
              <a:t>d</a:t>
            </a:r>
            <a:r>
              <a:rPr sz="2400" b="1" dirty="0">
                <a:solidFill>
                  <a:srgbClr val="C00000"/>
                </a:solidFill>
                <a:latin typeface="Arial"/>
                <a:cs typeface="Arial"/>
              </a:rPr>
              <a:t>s</a:t>
            </a:r>
            <a:r>
              <a:rPr sz="2400" b="1" spc="-370" dirty="0">
                <a:solidFill>
                  <a:srgbClr val="C00000"/>
                </a:solidFill>
                <a:latin typeface="Arial"/>
                <a:cs typeface="Arial"/>
              </a:rPr>
              <a:t> </a:t>
            </a:r>
            <a:r>
              <a:rPr sz="2400" b="1" spc="-140" dirty="0">
                <a:solidFill>
                  <a:srgbClr val="C00000"/>
                </a:solidFill>
                <a:latin typeface="Arial"/>
                <a:cs typeface="Arial"/>
              </a:rPr>
              <a:t>Pr</a:t>
            </a:r>
            <a:r>
              <a:rPr sz="2400" b="1" spc="-135" dirty="0">
                <a:solidFill>
                  <a:srgbClr val="C00000"/>
                </a:solidFill>
                <a:latin typeface="Arial"/>
                <a:cs typeface="Arial"/>
              </a:rPr>
              <a:t>e</a:t>
            </a:r>
            <a:r>
              <a:rPr sz="2400" b="1" spc="-150" dirty="0">
                <a:solidFill>
                  <a:srgbClr val="C00000"/>
                </a:solidFill>
                <a:latin typeface="Arial"/>
                <a:cs typeface="Arial"/>
              </a:rPr>
              <a:t>d</a:t>
            </a:r>
            <a:r>
              <a:rPr sz="2400" b="1" spc="-140" dirty="0">
                <a:solidFill>
                  <a:srgbClr val="C00000"/>
                </a:solidFill>
                <a:latin typeface="Arial"/>
                <a:cs typeface="Arial"/>
              </a:rPr>
              <a:t>i</a:t>
            </a:r>
            <a:r>
              <a:rPr sz="2400" b="1" spc="-135" dirty="0">
                <a:solidFill>
                  <a:srgbClr val="C00000"/>
                </a:solidFill>
                <a:latin typeface="Arial"/>
                <a:cs typeface="Arial"/>
              </a:rPr>
              <a:t>ca</a:t>
            </a:r>
            <a:r>
              <a:rPr sz="2400" b="1" spc="-150" dirty="0">
                <a:solidFill>
                  <a:srgbClr val="C00000"/>
                </a:solidFill>
                <a:latin typeface="Arial"/>
                <a:cs typeface="Arial"/>
              </a:rPr>
              <a:t>t</a:t>
            </a:r>
            <a:r>
              <a:rPr sz="2400" b="1" dirty="0">
                <a:solidFill>
                  <a:srgbClr val="C00000"/>
                </a:solidFill>
                <a:latin typeface="Arial"/>
                <a:cs typeface="Arial"/>
              </a:rPr>
              <a:t>e</a:t>
            </a:r>
            <a:r>
              <a:rPr sz="2400" b="1" spc="-365" dirty="0">
                <a:solidFill>
                  <a:srgbClr val="C00000"/>
                </a:solidFill>
                <a:latin typeface="Arial"/>
                <a:cs typeface="Arial"/>
              </a:rPr>
              <a:t> </a:t>
            </a:r>
            <a:r>
              <a:rPr sz="2400" b="1" spc="-150" dirty="0">
                <a:solidFill>
                  <a:srgbClr val="C00000"/>
                </a:solidFill>
                <a:latin typeface="Arial"/>
                <a:cs typeface="Arial"/>
              </a:rPr>
              <a:t>Log</a:t>
            </a:r>
            <a:r>
              <a:rPr sz="2400" b="1" spc="-140" dirty="0">
                <a:solidFill>
                  <a:srgbClr val="C00000"/>
                </a:solidFill>
                <a:latin typeface="Arial"/>
                <a:cs typeface="Arial"/>
              </a:rPr>
              <a:t>i</a:t>
            </a:r>
            <a:r>
              <a:rPr sz="2400" b="1" dirty="0">
                <a:solidFill>
                  <a:srgbClr val="C00000"/>
                </a:solidFill>
                <a:latin typeface="Arial"/>
                <a:cs typeface="Arial"/>
              </a:rPr>
              <a:t>c</a:t>
            </a:r>
            <a:endParaRPr sz="2400">
              <a:latin typeface="Arial"/>
              <a:cs typeface="Arial"/>
            </a:endParaRPr>
          </a:p>
        </p:txBody>
      </p:sp>
      <p:pic>
        <p:nvPicPr>
          <p:cNvPr id="8" name="Picture 7"/>
          <p:cNvPicPr>
            <a:picLocks noChangeAspect="1"/>
          </p:cNvPicPr>
          <p:nvPr/>
        </p:nvPicPr>
        <p:blipFill>
          <a:blip r:embed="rId2"/>
          <a:stretch>
            <a:fillRect/>
          </a:stretch>
        </p:blipFill>
        <p:spPr>
          <a:xfrm>
            <a:off x="228600" y="2057400"/>
            <a:ext cx="8247981" cy="3104000"/>
          </a:xfrm>
          <a:prstGeom prst="rect">
            <a:avLst/>
          </a:prstGeom>
        </p:spPr>
      </p:pic>
    </p:spTree>
    <p:extLst>
      <p:ext uri="{BB962C8B-B14F-4D97-AF65-F5344CB8AC3E}">
        <p14:creationId xmlns:p14="http://schemas.microsoft.com/office/powerpoint/2010/main" val="4537711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6017260" cy="1670457"/>
          </a:xfrm>
          <a:prstGeom prst="rect">
            <a:avLst/>
          </a:prstGeom>
        </p:spPr>
        <p:txBody>
          <a:bodyPr vert="horz" wrap="square" lIns="0" tIns="67310" rIns="0" bIns="0" rtlCol="0">
            <a:spAutoFit/>
          </a:bodyPr>
          <a:lstStyle/>
          <a:p>
            <a:pPr marL="12700" marR="0" lvl="0" indent="0" algn="l" defTabSz="914400" rtl="0" eaLnBrk="1" fontAlgn="auto" latinLnBrk="0" hangingPunct="1">
              <a:lnSpc>
                <a:spcPct val="100000"/>
              </a:lnSpc>
              <a:spcBef>
                <a:spcPts val="5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Squares</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neighboring</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wumpus</a:t>
            </a:r>
            <a:r>
              <a:rPr kumimoji="0" sz="1800" b="0" i="0" u="none" strike="noStrike" kern="1200" cap="none" spc="0" normalizeH="0" baseline="0" noProof="0" dirty="0">
                <a:ln>
                  <a:noFill/>
                </a:ln>
                <a:solidFill>
                  <a:prstClr val="black"/>
                </a:solidFill>
                <a:effectLst/>
                <a:uLnTx/>
                <a:uFillTx/>
                <a:latin typeface="Arial MT"/>
                <a:ea typeface="+mn-ea"/>
                <a:cs typeface="Arial MT"/>
              </a:rPr>
              <a:t> are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smelly</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0"/>
              </a:spcBef>
              <a:spcAft>
                <a:spcPts val="0"/>
              </a:spcAft>
              <a:buClrTx/>
              <a:buSzTx/>
              <a:buFontTx/>
              <a:buNone/>
              <a:tabLst/>
              <a:defRPr/>
            </a:pPr>
            <a:r>
              <a:rPr kumimoji="0" sz="1800" b="1" i="0" u="none" strike="noStrike" kern="1200" cap="none" spc="0" normalizeH="0" baseline="0" noProof="0" dirty="0">
                <a:ln>
                  <a:noFill/>
                </a:ln>
                <a:solidFill>
                  <a:prstClr val="black"/>
                </a:solidFill>
                <a:effectLst/>
                <a:uLnTx/>
                <a:uFillTx/>
                <a:latin typeface="Arial"/>
                <a:ea typeface="+mn-ea"/>
                <a:cs typeface="Arial"/>
              </a:rPr>
              <a:t>Objects</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squares,</a:t>
            </a:r>
            <a:r>
              <a:rPr kumimoji="0" sz="1800" b="0" i="0" u="none" strike="noStrike" kern="1200" cap="none" spc="-8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wumpus</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12700" marR="5080" lvl="0" indent="0" algn="l" defTabSz="914400" rtl="0" eaLnBrk="1" fontAlgn="auto" latinLnBrk="0" hangingPunct="1">
              <a:lnSpc>
                <a:spcPct val="120000"/>
              </a:lnSpc>
              <a:spcBef>
                <a:spcPts val="0"/>
              </a:spcBef>
              <a:spcAft>
                <a:spcPts val="0"/>
              </a:spcAft>
              <a:buClrTx/>
              <a:buSzTx/>
              <a:buFontTx/>
              <a:buNone/>
              <a:tabLst/>
              <a:defRPr/>
            </a:pPr>
            <a:r>
              <a:rPr kumimoji="0" sz="1800" b="1" i="0" u="none" strike="noStrike" kern="1200" cap="none" spc="0" normalizeH="0" baseline="0" noProof="0" dirty="0">
                <a:ln>
                  <a:noFill/>
                </a:ln>
                <a:solidFill>
                  <a:prstClr val="black"/>
                </a:solidFill>
                <a:effectLst/>
                <a:uLnTx/>
                <a:uFillTx/>
                <a:latin typeface="Arial"/>
                <a:ea typeface="+mn-ea"/>
                <a:cs typeface="Arial"/>
              </a:rPr>
              <a:t>Unary</a:t>
            </a:r>
            <a:r>
              <a:rPr kumimoji="0" sz="1800" b="1" i="0" u="none" strike="noStrike" kern="1200" cap="none" spc="-15" normalizeH="0" baseline="0" noProof="0" dirty="0">
                <a:ln>
                  <a:noFill/>
                </a:ln>
                <a:solidFill>
                  <a:prstClr val="black"/>
                </a:solidFill>
                <a:effectLst/>
                <a:uLnTx/>
                <a:uFillTx/>
                <a:latin typeface="Arial"/>
                <a:ea typeface="+mn-ea"/>
                <a:cs typeface="Arial"/>
              </a:rPr>
              <a:t> </a:t>
            </a:r>
            <a:r>
              <a:rPr kumimoji="0" sz="1800" b="1" i="0" u="none" strike="noStrike" kern="1200" cap="none" spc="0" normalizeH="0" baseline="0" noProof="0" dirty="0">
                <a:ln>
                  <a:noFill/>
                </a:ln>
                <a:solidFill>
                  <a:prstClr val="black"/>
                </a:solidFill>
                <a:effectLst/>
                <a:uLnTx/>
                <a:uFillTx/>
                <a:latin typeface="Arial"/>
                <a:ea typeface="+mn-ea"/>
                <a:cs typeface="Arial"/>
              </a:rPr>
              <a:t>Relation</a:t>
            </a:r>
            <a:r>
              <a:rPr kumimoji="0" sz="1800" b="1" i="0" u="none" strike="noStrike" kern="1200" cap="none" spc="-30" normalizeH="0" baseline="0" noProof="0" dirty="0">
                <a:ln>
                  <a:noFill/>
                </a:ln>
                <a:solidFill>
                  <a:prstClr val="black"/>
                </a:solidFill>
                <a:effectLst/>
                <a:uLnTx/>
                <a:uFillTx/>
                <a:latin typeface="Arial"/>
                <a:ea typeface="+mn-ea"/>
                <a:cs typeface="Arial"/>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(properties</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of</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an</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object):</a:t>
            </a:r>
            <a:r>
              <a:rPr kumimoji="0" sz="1800" b="0" i="0" u="none" strike="noStrike" kern="1200" cap="none" spc="-7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smelly </a:t>
            </a:r>
            <a:r>
              <a:rPr kumimoji="0" sz="1800" b="0" i="0" u="none" strike="noStrike" kern="1200" cap="none" spc="-484"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N-ary </a:t>
            </a:r>
            <a:r>
              <a:rPr kumimoji="0" sz="1800" b="0" i="0" u="none" strike="noStrike" kern="1200" cap="none" spc="0" normalizeH="0" baseline="0" noProof="0" dirty="0">
                <a:ln>
                  <a:noFill/>
                </a:ln>
                <a:solidFill>
                  <a:prstClr val="black"/>
                </a:solidFill>
                <a:effectLst/>
                <a:uLnTx/>
                <a:uFillTx/>
                <a:latin typeface="Arial MT"/>
                <a:ea typeface="+mn-ea"/>
                <a:cs typeface="Arial MT"/>
              </a:rPr>
              <a:t>Relation </a:t>
            </a:r>
            <a:r>
              <a:rPr kumimoji="0" sz="1800" b="0" i="0" u="none" strike="noStrike" kern="1200" cap="none" spc="-5" normalizeH="0" baseline="0" noProof="0" dirty="0">
                <a:ln>
                  <a:noFill/>
                </a:ln>
                <a:solidFill>
                  <a:prstClr val="black"/>
                </a:solidFill>
                <a:effectLst/>
                <a:uLnTx/>
                <a:uFillTx/>
                <a:latin typeface="Arial MT"/>
                <a:ea typeface="+mn-ea"/>
                <a:cs typeface="Arial MT"/>
              </a:rPr>
              <a:t>(between </a:t>
            </a:r>
            <a:r>
              <a:rPr kumimoji="0" sz="1800" b="0" i="0" u="none" strike="noStrike" kern="1200" cap="none" spc="0" normalizeH="0" baseline="0" noProof="0" dirty="0">
                <a:ln>
                  <a:noFill/>
                </a:ln>
                <a:solidFill>
                  <a:prstClr val="black"/>
                </a:solidFill>
                <a:effectLst/>
                <a:uLnTx/>
                <a:uFillTx/>
                <a:latin typeface="Arial MT"/>
                <a:ea typeface="+mn-ea"/>
                <a:cs typeface="Arial MT"/>
              </a:rPr>
              <a:t>objects): neighboring </a:t>
            </a:r>
            <a:r>
              <a:rPr kumimoji="0" sz="1800" b="0" i="0" u="none" strike="noStrike" kern="1200" cap="none" spc="5" normalizeH="0" baseline="0" noProof="0" dirty="0">
                <a:ln>
                  <a:noFill/>
                </a:ln>
                <a:solidFill>
                  <a:prstClr val="black"/>
                </a:solidFill>
                <a:effectLst/>
                <a:uLnTx/>
                <a:uFillTx/>
                <a:latin typeface="Arial MT"/>
                <a:ea typeface="+mn-ea"/>
                <a:cs typeface="Arial MT"/>
              </a:rPr>
              <a:t> </a:t>
            </a:r>
            <a:endParaRPr kumimoji="0" lang="en-US" sz="1800" b="0" i="0" u="none" strike="noStrike" kern="1200" cap="none" spc="5" normalizeH="0" baseline="0" noProof="0" dirty="0" smtClean="0">
              <a:ln>
                <a:noFill/>
              </a:ln>
              <a:solidFill>
                <a:prstClr val="black"/>
              </a:solidFill>
              <a:effectLst/>
              <a:uLnTx/>
              <a:uFillTx/>
              <a:latin typeface="Arial MT"/>
              <a:ea typeface="+mn-ea"/>
              <a:cs typeface="Arial MT"/>
            </a:endParaRPr>
          </a:p>
          <a:p>
            <a:pPr marL="12700" marR="5080" lvl="0" indent="0" algn="l" defTabSz="914400" rtl="0" eaLnBrk="1" fontAlgn="auto" latinLnBrk="0" hangingPunct="1">
              <a:lnSpc>
                <a:spcPct val="120000"/>
              </a:lnSpc>
              <a:spcBef>
                <a:spcPts val="0"/>
              </a:spcBef>
              <a:spcAft>
                <a:spcPts val="0"/>
              </a:spcAft>
              <a:buClrTx/>
              <a:buSzTx/>
              <a:buFontTx/>
              <a:buNone/>
              <a:tabLst/>
              <a:defRPr/>
            </a:pPr>
            <a:r>
              <a:rPr kumimoji="0" sz="1800" b="1" i="0" u="none" strike="noStrike" kern="1200" cap="none" spc="0" normalizeH="0" baseline="0" noProof="0" dirty="0" smtClean="0">
                <a:ln>
                  <a:noFill/>
                </a:ln>
                <a:solidFill>
                  <a:prstClr val="black"/>
                </a:solidFill>
                <a:effectLst/>
                <a:uLnTx/>
                <a:uFillTx/>
                <a:latin typeface="Arial"/>
                <a:ea typeface="+mn-ea"/>
                <a:cs typeface="Arial"/>
              </a:rPr>
              <a:t>Function</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object 3"/>
          <p:cNvSpPr txBox="1"/>
          <p:nvPr/>
        </p:nvSpPr>
        <p:spPr>
          <a:xfrm>
            <a:off x="383540" y="4815078"/>
            <a:ext cx="8065770" cy="574040"/>
          </a:xfrm>
          <a:prstGeom prst="rect">
            <a:avLst/>
          </a:prstGeom>
        </p:spPr>
        <p:txBody>
          <a:bodyPr vert="horz" wrap="square" lIns="0" tIns="12700" rIns="0" bIns="0" rtlCol="0">
            <a:spAutoFit/>
          </a:bodyPr>
          <a:lstStyle/>
          <a:p>
            <a:pPr marL="356870" marR="5080" lvl="0" indent="-344805"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Primary</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difference</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between </a:t>
            </a:r>
            <a:r>
              <a:rPr kumimoji="0" sz="1800" b="0" i="0" u="none" strike="noStrike" kern="1200" cap="none" spc="0" normalizeH="0" baseline="0" noProof="0" dirty="0">
                <a:ln>
                  <a:noFill/>
                </a:ln>
                <a:solidFill>
                  <a:prstClr val="black"/>
                </a:solidFill>
                <a:effectLst/>
                <a:uLnTx/>
                <a:uFillTx/>
                <a:latin typeface="Arial MT"/>
                <a:ea typeface="+mn-ea"/>
                <a:cs typeface="Arial MT"/>
              </a:rPr>
              <a:t>propositional</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and</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first-order</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logic</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lies in</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“ontological </a:t>
            </a:r>
            <a:r>
              <a:rPr kumimoji="0" sz="1800" b="0" i="0" u="none" strike="noStrike" kern="1200" cap="none" spc="-484"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commitment”</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assumption</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about</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nature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of</a:t>
            </a:r>
            <a:r>
              <a:rPr kumimoji="0" sz="1800" b="0" i="0" u="none" strike="noStrike" kern="1200" cap="none" spc="-20" normalizeH="0" baseline="0" noProof="0" dirty="0">
                <a:ln>
                  <a:noFill/>
                </a:ln>
                <a:solidFill>
                  <a:prstClr val="black"/>
                </a:solidFill>
                <a:effectLst/>
                <a:uLnTx/>
                <a:uFillTx/>
                <a:latin typeface="Arial MT"/>
                <a:ea typeface="+mn-ea"/>
                <a:cs typeface="Arial MT"/>
              </a:rPr>
              <a:t> reality.</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4" name="object 4"/>
          <p:cNvSpPr txBox="1">
            <a:spLocks noGrp="1"/>
          </p:cNvSpPr>
          <p:nvPr>
            <p:ph type="title"/>
          </p:nvPr>
        </p:nvSpPr>
        <p:spPr>
          <a:xfrm>
            <a:off x="383540" y="522173"/>
            <a:ext cx="2037080" cy="391795"/>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Pr</a:t>
            </a:r>
            <a:r>
              <a:rPr sz="2400" b="1" spc="-135" dirty="0">
                <a:solidFill>
                  <a:srgbClr val="C00000"/>
                </a:solidFill>
                <a:latin typeface="Arial"/>
                <a:cs typeface="Arial"/>
              </a:rPr>
              <a:t>e</a:t>
            </a:r>
            <a:r>
              <a:rPr sz="2400" b="1" spc="-150" dirty="0">
                <a:solidFill>
                  <a:srgbClr val="C00000"/>
                </a:solidFill>
                <a:latin typeface="Arial"/>
                <a:cs typeface="Arial"/>
              </a:rPr>
              <a:t>d</a:t>
            </a:r>
            <a:r>
              <a:rPr sz="2400" b="1" spc="-140" dirty="0">
                <a:solidFill>
                  <a:srgbClr val="C00000"/>
                </a:solidFill>
                <a:latin typeface="Arial"/>
                <a:cs typeface="Arial"/>
              </a:rPr>
              <a:t>i</a:t>
            </a:r>
            <a:r>
              <a:rPr sz="2400" b="1" spc="-135" dirty="0">
                <a:solidFill>
                  <a:srgbClr val="C00000"/>
                </a:solidFill>
                <a:latin typeface="Arial"/>
                <a:cs typeface="Arial"/>
              </a:rPr>
              <a:t>ca</a:t>
            </a:r>
            <a:r>
              <a:rPr sz="2400" b="1" spc="-150" dirty="0">
                <a:solidFill>
                  <a:srgbClr val="C00000"/>
                </a:solidFill>
                <a:latin typeface="Arial"/>
                <a:cs typeface="Arial"/>
              </a:rPr>
              <a:t>t</a:t>
            </a:r>
            <a:r>
              <a:rPr sz="2400" b="1" dirty="0">
                <a:solidFill>
                  <a:srgbClr val="C00000"/>
                </a:solidFill>
                <a:latin typeface="Arial"/>
                <a:cs typeface="Arial"/>
              </a:rPr>
              <a:t>e</a:t>
            </a:r>
            <a:r>
              <a:rPr sz="2400" b="1" spc="-365" dirty="0">
                <a:solidFill>
                  <a:srgbClr val="C00000"/>
                </a:solidFill>
                <a:latin typeface="Arial"/>
                <a:cs typeface="Arial"/>
              </a:rPr>
              <a:t> </a:t>
            </a:r>
            <a:r>
              <a:rPr sz="2400" b="1" spc="-150" dirty="0">
                <a:solidFill>
                  <a:srgbClr val="C00000"/>
                </a:solidFill>
                <a:latin typeface="Arial"/>
                <a:cs typeface="Arial"/>
              </a:rPr>
              <a:t>Log</a:t>
            </a:r>
            <a:r>
              <a:rPr sz="2400" b="1" spc="-140" dirty="0">
                <a:solidFill>
                  <a:srgbClr val="C00000"/>
                </a:solidFill>
                <a:latin typeface="Arial"/>
                <a:cs typeface="Arial"/>
              </a:rPr>
              <a:t>i</a:t>
            </a:r>
            <a:r>
              <a:rPr sz="2400" b="1" dirty="0">
                <a:solidFill>
                  <a:srgbClr val="C00000"/>
                </a:solidFill>
                <a:latin typeface="Arial"/>
                <a:cs typeface="Arial"/>
              </a:rPr>
              <a:t>c</a:t>
            </a:r>
            <a:endParaRPr sz="2400">
              <a:latin typeface="Arial"/>
              <a:cs typeface="Arial"/>
            </a:endParaRPr>
          </a:p>
        </p:txBody>
      </p:sp>
    </p:spTree>
    <p:extLst>
      <p:ext uri="{BB962C8B-B14F-4D97-AF65-F5344CB8AC3E}">
        <p14:creationId xmlns:p14="http://schemas.microsoft.com/office/powerpoint/2010/main" val="36441723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4945380" cy="673261"/>
          </a:xfrm>
          <a:prstGeom prst="rect">
            <a:avLst/>
          </a:prstGeom>
        </p:spPr>
        <p:txBody>
          <a:bodyPr vert="horz" wrap="square" lIns="0" tIns="67310" rIns="0" bIns="0" rtlCol="0">
            <a:spAutoFit/>
          </a:bodyPr>
          <a:lstStyle/>
          <a:p>
            <a:pPr marL="265430" marR="0" lvl="0" indent="-253365" algn="l" defTabSz="914400" rtl="0" eaLnBrk="1" fontAlgn="auto" latinLnBrk="0" hangingPunct="1">
              <a:lnSpc>
                <a:spcPct val="100000"/>
              </a:lnSpc>
              <a:spcBef>
                <a:spcPts val="530"/>
              </a:spcBef>
              <a:spcAft>
                <a:spcPts val="0"/>
              </a:spcAft>
              <a:buClrTx/>
              <a:buSzTx/>
              <a:buFontTx/>
              <a:buAutoNum type="arabicPeriod"/>
              <a:tabLst>
                <a:tab pos="266065"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“Squares</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neighboring</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wumpus</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smelly”</a:t>
            </a:r>
          </a:p>
          <a:p>
            <a:pPr marL="12700" marR="0" lvl="0" indent="0" algn="l" defTabSz="914400" rtl="0" eaLnBrk="1" fontAlgn="auto" latinLnBrk="0" hangingPunct="1">
              <a:lnSpc>
                <a:spcPct val="100000"/>
              </a:lnSpc>
              <a:spcBef>
                <a:spcPts val="4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,y</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1" u="none" strike="noStrike" kern="1200" cap="none" spc="0" normalizeH="0" baseline="0" noProof="0" dirty="0">
                <a:ln>
                  <a:noFill/>
                </a:ln>
                <a:solidFill>
                  <a:prstClr val="black"/>
                </a:solidFill>
                <a:effectLst/>
                <a:uLnTx/>
                <a:uFillTx/>
                <a:latin typeface="Arial"/>
                <a:ea typeface="+mn-ea"/>
                <a:cs typeface="Arial"/>
              </a:rPr>
              <a:t>Neighbour</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,y</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1" u="none" strike="noStrike" kern="1200" cap="none" spc="0" normalizeH="0" baseline="0" noProof="0" dirty="0">
                <a:ln>
                  <a:noFill/>
                </a:ln>
                <a:solidFill>
                  <a:prstClr val="black"/>
                </a:solidFill>
                <a:effectLst/>
                <a:uLnTx/>
                <a:uFillTx/>
                <a:latin typeface="Arial"/>
                <a:ea typeface="+mn-ea"/>
                <a:cs typeface="Arial"/>
              </a:rPr>
              <a:t>Wumpus</a:t>
            </a:r>
            <a:r>
              <a:rPr kumimoji="0" sz="1800" b="0" i="0" u="none" strike="noStrike" kern="1200" cap="none" spc="0" normalizeH="0" baseline="0" noProof="0" dirty="0">
                <a:ln>
                  <a:noFill/>
                </a:ln>
                <a:solidFill>
                  <a:prstClr val="black"/>
                </a:solidFill>
                <a:effectLst/>
                <a:uLnTx/>
                <a:uFillTx/>
                <a:latin typeface="Arial MT"/>
                <a:ea typeface="+mn-ea"/>
                <a:cs typeface="Arial MT"/>
              </a:rPr>
              <a:t>(y)</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0" normalizeH="0" baseline="0" noProof="0" dirty="0">
                <a:ln>
                  <a:noFill/>
                </a:ln>
                <a:solidFill>
                  <a:prstClr val="black"/>
                </a:solidFill>
                <a:effectLst/>
                <a:uLnTx/>
                <a:uFillTx/>
                <a:latin typeface="Arial MT"/>
                <a:ea typeface="+mn-ea"/>
                <a:cs typeface="Arial MT"/>
              </a:rPr>
              <a:t>Smelly(</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smtClean="0">
                <a:ln>
                  <a:noFill/>
                </a:ln>
                <a:solidFill>
                  <a:prstClr val="black"/>
                </a:solidFill>
                <a:effectLst/>
                <a:uLnTx/>
                <a:uFillTx/>
                <a:latin typeface="Arial MT"/>
                <a:ea typeface="+mn-ea"/>
                <a:cs typeface="Arial MT"/>
              </a:rPr>
              <a:t>)</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object 3"/>
          <p:cNvSpPr txBox="1"/>
          <p:nvPr/>
        </p:nvSpPr>
        <p:spPr>
          <a:xfrm>
            <a:off x="383540" y="4815078"/>
            <a:ext cx="35394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5" normalizeH="0" baseline="0" noProof="0" dirty="0">
                <a:ln>
                  <a:noFill/>
                </a:ln>
                <a:solidFill>
                  <a:prstClr val="black"/>
                </a:solidFill>
                <a:effectLst/>
                <a:uLnTx/>
                <a:uFillTx/>
                <a:latin typeface="Arial"/>
                <a:ea typeface="+mn-ea"/>
                <a:cs typeface="Arial"/>
              </a:rPr>
              <a:t>Order </a:t>
            </a:r>
            <a:r>
              <a:rPr kumimoji="0" sz="1800" b="1" i="0" u="none" strike="noStrike" kern="1200" cap="none" spc="0" normalizeH="0" baseline="0" noProof="0" dirty="0">
                <a:ln>
                  <a:noFill/>
                </a:ln>
                <a:solidFill>
                  <a:prstClr val="black"/>
                </a:solidFill>
                <a:effectLst/>
                <a:uLnTx/>
                <a:uFillTx/>
                <a:latin typeface="Arial"/>
                <a:ea typeface="+mn-ea"/>
                <a:cs typeface="Arial"/>
              </a:rPr>
              <a:t>of</a:t>
            </a:r>
            <a:r>
              <a:rPr kumimoji="0" sz="1800" b="1" i="0" u="none" strike="noStrike" kern="1200" cap="none" spc="5" normalizeH="0" baseline="0" noProof="0" dirty="0">
                <a:ln>
                  <a:noFill/>
                </a:ln>
                <a:solidFill>
                  <a:prstClr val="black"/>
                </a:solidFill>
                <a:effectLst/>
                <a:uLnTx/>
                <a:uFillTx/>
                <a:latin typeface="Arial"/>
                <a:ea typeface="+mn-ea"/>
                <a:cs typeface="Arial"/>
              </a:rPr>
              <a:t> </a:t>
            </a:r>
            <a:r>
              <a:rPr kumimoji="0" sz="1800" b="1" i="0" u="none" strike="noStrike" kern="1200" cap="none" spc="0" normalizeH="0" baseline="0" noProof="0" dirty="0">
                <a:ln>
                  <a:noFill/>
                </a:ln>
                <a:solidFill>
                  <a:prstClr val="black"/>
                </a:solidFill>
                <a:effectLst/>
                <a:uLnTx/>
                <a:uFillTx/>
                <a:latin typeface="Arial"/>
                <a:ea typeface="+mn-ea"/>
                <a:cs typeface="Arial"/>
              </a:rPr>
              <a:t>quantifiers</a:t>
            </a:r>
            <a:r>
              <a:rPr kumimoji="0" sz="1800" b="1" i="0" u="none" strike="noStrike" kern="1200" cap="none" spc="-40" normalizeH="0" baseline="0" noProof="0" dirty="0">
                <a:ln>
                  <a:noFill/>
                </a:ln>
                <a:solidFill>
                  <a:prstClr val="black"/>
                </a:solidFill>
                <a:effectLst/>
                <a:uLnTx/>
                <a:uFillTx/>
                <a:latin typeface="Arial"/>
                <a:ea typeface="+mn-ea"/>
                <a:cs typeface="Arial"/>
              </a:rPr>
              <a:t> </a:t>
            </a:r>
            <a:r>
              <a:rPr kumimoji="0" sz="1800" b="1" i="0" u="none" strike="noStrike" kern="1200" cap="none" spc="-5" normalizeH="0" baseline="0" noProof="0" dirty="0">
                <a:ln>
                  <a:noFill/>
                </a:ln>
                <a:solidFill>
                  <a:prstClr val="black"/>
                </a:solidFill>
                <a:effectLst/>
                <a:uLnTx/>
                <a:uFillTx/>
                <a:latin typeface="Arial"/>
                <a:ea typeface="+mn-ea"/>
                <a:cs typeface="Arial"/>
              </a:rPr>
              <a:t>is</a:t>
            </a:r>
            <a:r>
              <a:rPr kumimoji="0" sz="1800" b="1" i="0" u="none" strike="noStrike" kern="1200" cap="none" spc="-15" normalizeH="0" baseline="0" noProof="0" dirty="0">
                <a:ln>
                  <a:noFill/>
                </a:ln>
                <a:solidFill>
                  <a:prstClr val="black"/>
                </a:solidFill>
                <a:effectLst/>
                <a:uLnTx/>
                <a:uFillTx/>
                <a:latin typeface="Arial"/>
                <a:ea typeface="+mn-ea"/>
                <a:cs typeface="Arial"/>
              </a:rPr>
              <a:t> </a:t>
            </a:r>
            <a:r>
              <a:rPr kumimoji="0" sz="1800" b="1" i="0" u="none" strike="noStrike" kern="1200" cap="none" spc="0" normalizeH="0" baseline="0" noProof="0" dirty="0">
                <a:ln>
                  <a:noFill/>
                </a:ln>
                <a:solidFill>
                  <a:prstClr val="black"/>
                </a:solidFill>
                <a:effectLst/>
                <a:uLnTx/>
                <a:uFillTx/>
                <a:latin typeface="Arial"/>
                <a:ea typeface="+mn-ea"/>
                <a:cs typeface="Arial"/>
              </a:rPr>
              <a:t>important</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object 4"/>
          <p:cNvSpPr txBox="1">
            <a:spLocks noGrp="1"/>
          </p:cNvSpPr>
          <p:nvPr>
            <p:ph type="title"/>
          </p:nvPr>
        </p:nvSpPr>
        <p:spPr>
          <a:xfrm>
            <a:off x="383540" y="293878"/>
            <a:ext cx="4601845" cy="391160"/>
          </a:xfrm>
          <a:prstGeom prst="rect">
            <a:avLst/>
          </a:prstGeom>
        </p:spPr>
        <p:txBody>
          <a:bodyPr vert="horz" wrap="square" lIns="0" tIns="12700" rIns="0" bIns="0" rtlCol="0">
            <a:spAutoFit/>
          </a:bodyPr>
          <a:lstStyle/>
          <a:p>
            <a:pPr marL="12700">
              <a:lnSpc>
                <a:spcPct val="100000"/>
              </a:lnSpc>
              <a:spcBef>
                <a:spcPts val="100"/>
              </a:spcBef>
            </a:pPr>
            <a:r>
              <a:rPr sz="2400" b="1" spc="-135" dirty="0">
                <a:solidFill>
                  <a:srgbClr val="C00000"/>
                </a:solidFill>
                <a:latin typeface="Arial"/>
                <a:cs typeface="Arial"/>
              </a:rPr>
              <a:t>P</a:t>
            </a:r>
            <a:r>
              <a:rPr sz="2400" b="1" spc="-145" dirty="0">
                <a:solidFill>
                  <a:srgbClr val="C00000"/>
                </a:solidFill>
                <a:latin typeface="Arial"/>
                <a:cs typeface="Arial"/>
              </a:rPr>
              <a:t>r</a:t>
            </a:r>
            <a:r>
              <a:rPr sz="2400" b="1" spc="-140" dirty="0">
                <a:solidFill>
                  <a:srgbClr val="C00000"/>
                </a:solidFill>
                <a:latin typeface="Arial"/>
                <a:cs typeface="Arial"/>
              </a:rPr>
              <a:t>e</a:t>
            </a:r>
            <a:r>
              <a:rPr sz="2400" b="1" spc="-145" dirty="0">
                <a:solidFill>
                  <a:srgbClr val="C00000"/>
                </a:solidFill>
                <a:latin typeface="Arial"/>
                <a:cs typeface="Arial"/>
              </a:rPr>
              <a:t>d</a:t>
            </a:r>
            <a:r>
              <a:rPr sz="2400" b="1" spc="-140" dirty="0">
                <a:solidFill>
                  <a:srgbClr val="C00000"/>
                </a:solidFill>
                <a:latin typeface="Arial"/>
                <a:cs typeface="Arial"/>
              </a:rPr>
              <a:t>ica</a:t>
            </a:r>
            <a:r>
              <a:rPr sz="2400" b="1" spc="-150" dirty="0">
                <a:solidFill>
                  <a:srgbClr val="C00000"/>
                </a:solidFill>
                <a:latin typeface="Arial"/>
                <a:cs typeface="Arial"/>
              </a:rPr>
              <a:t>t</a:t>
            </a:r>
            <a:r>
              <a:rPr sz="2400" b="1" spc="-5" dirty="0">
                <a:solidFill>
                  <a:srgbClr val="C00000"/>
                </a:solidFill>
                <a:latin typeface="Arial"/>
                <a:cs typeface="Arial"/>
              </a:rPr>
              <a:t>e</a:t>
            </a:r>
            <a:r>
              <a:rPr sz="2400" b="1" spc="-365" dirty="0">
                <a:solidFill>
                  <a:srgbClr val="C00000"/>
                </a:solidFill>
                <a:latin typeface="Arial"/>
                <a:cs typeface="Arial"/>
              </a:rPr>
              <a:t> </a:t>
            </a:r>
            <a:r>
              <a:rPr sz="2400" b="1" spc="-145" dirty="0">
                <a:solidFill>
                  <a:srgbClr val="C00000"/>
                </a:solidFill>
                <a:latin typeface="Arial"/>
                <a:cs typeface="Arial"/>
              </a:rPr>
              <a:t>Log</a:t>
            </a:r>
            <a:r>
              <a:rPr sz="2400" b="1" spc="-140" dirty="0">
                <a:solidFill>
                  <a:srgbClr val="C00000"/>
                </a:solidFill>
                <a:latin typeface="Arial"/>
                <a:cs typeface="Arial"/>
              </a:rPr>
              <a:t>i</a:t>
            </a:r>
            <a:r>
              <a:rPr sz="2400" b="1" spc="-5" dirty="0">
                <a:solidFill>
                  <a:srgbClr val="C00000"/>
                </a:solidFill>
                <a:latin typeface="Arial"/>
                <a:cs typeface="Arial"/>
              </a:rPr>
              <a:t>c</a:t>
            </a:r>
            <a:r>
              <a:rPr sz="2400" b="1" spc="-375" dirty="0">
                <a:solidFill>
                  <a:srgbClr val="C00000"/>
                </a:solidFill>
                <a:latin typeface="Arial"/>
                <a:cs typeface="Arial"/>
              </a:rPr>
              <a:t> </a:t>
            </a:r>
            <a:r>
              <a:rPr sz="2400" b="1" dirty="0">
                <a:solidFill>
                  <a:srgbClr val="C00000"/>
                </a:solidFill>
                <a:latin typeface="Arial"/>
                <a:cs typeface="Arial"/>
              </a:rPr>
              <a:t>–</a:t>
            </a:r>
            <a:r>
              <a:rPr sz="2400" b="1" spc="-300" dirty="0">
                <a:solidFill>
                  <a:srgbClr val="C00000"/>
                </a:solidFill>
                <a:latin typeface="Arial"/>
                <a:cs typeface="Arial"/>
              </a:rPr>
              <a:t> </a:t>
            </a:r>
            <a:r>
              <a:rPr sz="2400" b="1" spc="-140" dirty="0">
                <a:solidFill>
                  <a:srgbClr val="C00000"/>
                </a:solidFill>
                <a:latin typeface="Arial"/>
                <a:cs typeface="Arial"/>
              </a:rPr>
              <a:t>Sa</a:t>
            </a:r>
            <a:r>
              <a:rPr sz="2400" b="1" spc="-150" dirty="0">
                <a:solidFill>
                  <a:srgbClr val="C00000"/>
                </a:solidFill>
                <a:latin typeface="Arial"/>
                <a:cs typeface="Arial"/>
              </a:rPr>
              <a:t>mp</a:t>
            </a:r>
            <a:r>
              <a:rPr sz="2400" b="1" spc="-140" dirty="0">
                <a:solidFill>
                  <a:srgbClr val="C00000"/>
                </a:solidFill>
                <a:latin typeface="Arial"/>
                <a:cs typeface="Arial"/>
              </a:rPr>
              <a:t>l</a:t>
            </a:r>
            <a:r>
              <a:rPr sz="2400" b="1" spc="-5" dirty="0">
                <a:solidFill>
                  <a:srgbClr val="C00000"/>
                </a:solidFill>
                <a:latin typeface="Arial"/>
                <a:cs typeface="Arial"/>
              </a:rPr>
              <a:t>e</a:t>
            </a:r>
            <a:r>
              <a:rPr sz="2400" b="1" spc="-370" dirty="0">
                <a:solidFill>
                  <a:srgbClr val="C00000"/>
                </a:solidFill>
                <a:latin typeface="Arial"/>
                <a:cs typeface="Arial"/>
              </a:rPr>
              <a:t> </a:t>
            </a:r>
            <a:r>
              <a:rPr sz="2400" b="1" spc="-155" dirty="0">
                <a:solidFill>
                  <a:srgbClr val="C00000"/>
                </a:solidFill>
                <a:latin typeface="Arial"/>
                <a:cs typeface="Arial"/>
              </a:rPr>
              <a:t>M</a:t>
            </a:r>
            <a:r>
              <a:rPr sz="2400" b="1" spc="-150" dirty="0">
                <a:solidFill>
                  <a:srgbClr val="C00000"/>
                </a:solidFill>
                <a:latin typeface="Arial"/>
                <a:cs typeface="Arial"/>
              </a:rPr>
              <a:t>od</a:t>
            </a:r>
            <a:r>
              <a:rPr sz="2400" b="1" spc="-140" dirty="0">
                <a:solidFill>
                  <a:srgbClr val="C00000"/>
                </a:solidFill>
                <a:latin typeface="Arial"/>
                <a:cs typeface="Arial"/>
              </a:rPr>
              <a:t>elli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Tree>
    <p:extLst>
      <p:ext uri="{BB962C8B-B14F-4D97-AF65-F5344CB8AC3E}">
        <p14:creationId xmlns:p14="http://schemas.microsoft.com/office/powerpoint/2010/main" val="22205145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4945380" cy="1678665"/>
          </a:xfrm>
          <a:prstGeom prst="rect">
            <a:avLst/>
          </a:prstGeom>
        </p:spPr>
        <p:txBody>
          <a:bodyPr vert="horz" wrap="square" lIns="0" tIns="67310" rIns="0" bIns="0" rtlCol="0">
            <a:spAutoFit/>
          </a:bodyPr>
          <a:lstStyle/>
          <a:p>
            <a:pPr marL="266065" marR="0" lvl="0" indent="-254000" algn="l" defTabSz="914400" rtl="0" eaLnBrk="1" fontAlgn="auto" latinLnBrk="0" hangingPunct="1">
              <a:lnSpc>
                <a:spcPct val="100000"/>
              </a:lnSpc>
              <a:spcBef>
                <a:spcPts val="0"/>
              </a:spcBef>
              <a:spcAft>
                <a:spcPts val="0"/>
              </a:spcAft>
              <a:buClrTx/>
              <a:buSzTx/>
              <a:buFontTx/>
              <a:buAutoNum type="arabicPeriod" startAt="2"/>
              <a:tabLst>
                <a:tab pos="266700" algn="l"/>
              </a:tabLst>
              <a:defRPr/>
            </a:pPr>
            <a:r>
              <a:rPr kumimoji="0" sz="1800" b="0" i="0" u="none" strike="noStrike" kern="1200" cap="none" spc="0" normalizeH="0" baseline="0" noProof="0" dirty="0" smtClean="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Arial MT"/>
                <a:ea typeface="+mn-ea"/>
                <a:cs typeface="Arial MT"/>
              </a:rPr>
              <a:t>Everybody</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loves</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somebody”</a:t>
            </a: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80"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∃𝑦</a:t>
            </a:r>
            <a:r>
              <a:rPr kumimoji="0" sz="1800" b="0" i="0" u="none" strike="noStrike" kern="1200" cap="none" spc="85"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𝐿𝑜𝑣𝑒𝑠</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𝑦</a:t>
            </a:r>
            <a:r>
              <a:rPr kumimoji="0" sz="1800" b="0" i="0" u="none" strike="noStrike" kern="1200" cap="none" spc="0" normalizeH="0" baseline="0" noProof="0" dirty="0">
                <a:ln>
                  <a:noFill/>
                </a:ln>
                <a:solidFill>
                  <a:prstClr val="black"/>
                </a:solidFill>
                <a:effectLst/>
                <a:uLnTx/>
                <a:uFillTx/>
                <a:latin typeface="Arial MT"/>
                <a:ea typeface="+mn-ea"/>
                <a:cs typeface="Arial MT"/>
              </a:rPr>
              <a:t>)</a:t>
            </a: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sz="2600" b="0" i="0" u="none" strike="noStrike" kern="1200" cap="none" spc="0" normalizeH="0" baseline="0" noProof="0" dirty="0">
              <a:ln>
                <a:noFill/>
              </a:ln>
              <a:solidFill>
                <a:prstClr val="black"/>
              </a:solidFill>
              <a:effectLst/>
              <a:uLnTx/>
              <a:uFillTx/>
              <a:latin typeface="Arial MT"/>
              <a:ea typeface="+mn-ea"/>
              <a:cs typeface="Arial MT"/>
            </a:endParaRPr>
          </a:p>
          <a:p>
            <a:pPr marL="265430" marR="0" lvl="0" indent="-253365" algn="l" defTabSz="914400" rtl="0" eaLnBrk="1" fontAlgn="auto" latinLnBrk="0" hangingPunct="1">
              <a:lnSpc>
                <a:spcPct val="100000"/>
              </a:lnSpc>
              <a:spcBef>
                <a:spcPts val="0"/>
              </a:spcBef>
              <a:spcAft>
                <a:spcPts val="0"/>
              </a:spcAft>
              <a:buClrTx/>
              <a:buSzTx/>
              <a:buFontTx/>
              <a:buAutoNum type="arabicPeriod" startAt="3"/>
              <a:tabLst>
                <a:tab pos="266065" algn="l"/>
              </a:tabLst>
              <a:defRPr/>
            </a:pPr>
            <a:r>
              <a:rPr kumimoji="0" sz="1800" b="0" i="0" u="none" strike="noStrike" kern="1200" cap="none" spc="-5" normalizeH="0" baseline="0" noProof="0" dirty="0">
                <a:ln>
                  <a:noFill/>
                </a:ln>
                <a:solidFill>
                  <a:prstClr val="black"/>
                </a:solidFill>
                <a:effectLst/>
                <a:uLnTx/>
                <a:uFillTx/>
                <a:latin typeface="Arial MT"/>
                <a:ea typeface="+mn-ea"/>
                <a:cs typeface="Arial MT"/>
              </a:rPr>
              <a:t>“There</a:t>
            </a:r>
            <a:r>
              <a:rPr kumimoji="0" sz="1800" b="0" i="0" u="none" strike="noStrike" kern="1200" cap="none" spc="0" normalizeH="0" baseline="0" noProof="0" dirty="0">
                <a:ln>
                  <a:noFill/>
                </a:ln>
                <a:solidFill>
                  <a:prstClr val="black"/>
                </a:solidFill>
                <a:effectLst/>
                <a:uLnTx/>
                <a:uFillTx/>
                <a:latin typeface="Arial MT"/>
                <a:ea typeface="+mn-ea"/>
                <a:cs typeface="Arial MT"/>
              </a:rPr>
              <a:t> is</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someone</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who</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loved</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by</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everyone”</a:t>
            </a: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∃𝑦</a:t>
            </a:r>
            <a:r>
              <a:rPr kumimoji="0" sz="1800" b="0" i="0" u="none" strike="noStrike" kern="1200" cap="none" spc="90"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𝐿𝑜𝑣𝑒𝑠</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𝑦</a:t>
            </a:r>
            <a:r>
              <a:rPr kumimoji="0" sz="1800" b="0" i="0" u="none" strike="noStrike" kern="1200" cap="none" spc="-5" normalizeH="0" baseline="0" noProof="0" dirty="0">
                <a:ln>
                  <a:noFill/>
                </a:ln>
                <a:solidFill>
                  <a:prstClr val="black"/>
                </a:solidFill>
                <a:effectLst/>
                <a:uLnTx/>
                <a:uFillTx/>
                <a:latin typeface="Arial MT"/>
                <a:ea typeface="+mn-ea"/>
                <a:cs typeface="Arial MT"/>
              </a:rPr>
              <a:t>)</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object 3"/>
          <p:cNvSpPr txBox="1"/>
          <p:nvPr/>
        </p:nvSpPr>
        <p:spPr>
          <a:xfrm>
            <a:off x="383540" y="4815078"/>
            <a:ext cx="35394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5" normalizeH="0" baseline="0" noProof="0" dirty="0">
                <a:ln>
                  <a:noFill/>
                </a:ln>
                <a:solidFill>
                  <a:prstClr val="black"/>
                </a:solidFill>
                <a:effectLst/>
                <a:uLnTx/>
                <a:uFillTx/>
                <a:latin typeface="Arial"/>
                <a:ea typeface="+mn-ea"/>
                <a:cs typeface="Arial"/>
              </a:rPr>
              <a:t>Order </a:t>
            </a:r>
            <a:r>
              <a:rPr kumimoji="0" sz="1800" b="1" i="0" u="none" strike="noStrike" kern="1200" cap="none" spc="0" normalizeH="0" baseline="0" noProof="0" dirty="0">
                <a:ln>
                  <a:noFill/>
                </a:ln>
                <a:solidFill>
                  <a:prstClr val="black"/>
                </a:solidFill>
                <a:effectLst/>
                <a:uLnTx/>
                <a:uFillTx/>
                <a:latin typeface="Arial"/>
                <a:ea typeface="+mn-ea"/>
                <a:cs typeface="Arial"/>
              </a:rPr>
              <a:t>of</a:t>
            </a:r>
            <a:r>
              <a:rPr kumimoji="0" sz="1800" b="1" i="0" u="none" strike="noStrike" kern="1200" cap="none" spc="5" normalizeH="0" baseline="0" noProof="0" dirty="0">
                <a:ln>
                  <a:noFill/>
                </a:ln>
                <a:solidFill>
                  <a:prstClr val="black"/>
                </a:solidFill>
                <a:effectLst/>
                <a:uLnTx/>
                <a:uFillTx/>
                <a:latin typeface="Arial"/>
                <a:ea typeface="+mn-ea"/>
                <a:cs typeface="Arial"/>
              </a:rPr>
              <a:t> </a:t>
            </a:r>
            <a:r>
              <a:rPr kumimoji="0" sz="1800" b="1" i="0" u="none" strike="noStrike" kern="1200" cap="none" spc="0" normalizeH="0" baseline="0" noProof="0" dirty="0">
                <a:ln>
                  <a:noFill/>
                </a:ln>
                <a:solidFill>
                  <a:prstClr val="black"/>
                </a:solidFill>
                <a:effectLst/>
                <a:uLnTx/>
                <a:uFillTx/>
                <a:latin typeface="Arial"/>
                <a:ea typeface="+mn-ea"/>
                <a:cs typeface="Arial"/>
              </a:rPr>
              <a:t>quantifiers</a:t>
            </a:r>
            <a:r>
              <a:rPr kumimoji="0" sz="1800" b="1" i="0" u="none" strike="noStrike" kern="1200" cap="none" spc="-40" normalizeH="0" baseline="0" noProof="0" dirty="0">
                <a:ln>
                  <a:noFill/>
                </a:ln>
                <a:solidFill>
                  <a:prstClr val="black"/>
                </a:solidFill>
                <a:effectLst/>
                <a:uLnTx/>
                <a:uFillTx/>
                <a:latin typeface="Arial"/>
                <a:ea typeface="+mn-ea"/>
                <a:cs typeface="Arial"/>
              </a:rPr>
              <a:t> </a:t>
            </a:r>
            <a:r>
              <a:rPr kumimoji="0" sz="1800" b="1" i="0" u="none" strike="noStrike" kern="1200" cap="none" spc="-5" normalizeH="0" baseline="0" noProof="0" dirty="0">
                <a:ln>
                  <a:noFill/>
                </a:ln>
                <a:solidFill>
                  <a:prstClr val="black"/>
                </a:solidFill>
                <a:effectLst/>
                <a:uLnTx/>
                <a:uFillTx/>
                <a:latin typeface="Arial"/>
                <a:ea typeface="+mn-ea"/>
                <a:cs typeface="Arial"/>
              </a:rPr>
              <a:t>is</a:t>
            </a:r>
            <a:r>
              <a:rPr kumimoji="0" sz="1800" b="1" i="0" u="none" strike="noStrike" kern="1200" cap="none" spc="-15" normalizeH="0" baseline="0" noProof="0" dirty="0">
                <a:ln>
                  <a:noFill/>
                </a:ln>
                <a:solidFill>
                  <a:prstClr val="black"/>
                </a:solidFill>
                <a:effectLst/>
                <a:uLnTx/>
                <a:uFillTx/>
                <a:latin typeface="Arial"/>
                <a:ea typeface="+mn-ea"/>
                <a:cs typeface="Arial"/>
              </a:rPr>
              <a:t> </a:t>
            </a:r>
            <a:r>
              <a:rPr kumimoji="0" sz="1800" b="1" i="0" u="none" strike="noStrike" kern="1200" cap="none" spc="0" normalizeH="0" baseline="0" noProof="0" dirty="0">
                <a:ln>
                  <a:noFill/>
                </a:ln>
                <a:solidFill>
                  <a:prstClr val="black"/>
                </a:solidFill>
                <a:effectLst/>
                <a:uLnTx/>
                <a:uFillTx/>
                <a:latin typeface="Arial"/>
                <a:ea typeface="+mn-ea"/>
                <a:cs typeface="Arial"/>
              </a:rPr>
              <a:t>important</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4" name="object 4"/>
          <p:cNvSpPr txBox="1">
            <a:spLocks noGrp="1"/>
          </p:cNvSpPr>
          <p:nvPr>
            <p:ph type="title"/>
          </p:nvPr>
        </p:nvSpPr>
        <p:spPr>
          <a:xfrm>
            <a:off x="383540" y="293878"/>
            <a:ext cx="4601845" cy="391160"/>
          </a:xfrm>
          <a:prstGeom prst="rect">
            <a:avLst/>
          </a:prstGeom>
        </p:spPr>
        <p:txBody>
          <a:bodyPr vert="horz" wrap="square" lIns="0" tIns="12700" rIns="0" bIns="0" rtlCol="0">
            <a:spAutoFit/>
          </a:bodyPr>
          <a:lstStyle/>
          <a:p>
            <a:pPr marL="12700">
              <a:lnSpc>
                <a:spcPct val="100000"/>
              </a:lnSpc>
              <a:spcBef>
                <a:spcPts val="100"/>
              </a:spcBef>
            </a:pPr>
            <a:r>
              <a:rPr sz="2400" b="1" spc="-135" dirty="0">
                <a:solidFill>
                  <a:srgbClr val="C00000"/>
                </a:solidFill>
                <a:latin typeface="Arial"/>
                <a:cs typeface="Arial"/>
              </a:rPr>
              <a:t>P</a:t>
            </a:r>
            <a:r>
              <a:rPr sz="2400" b="1" spc="-145" dirty="0">
                <a:solidFill>
                  <a:srgbClr val="C00000"/>
                </a:solidFill>
                <a:latin typeface="Arial"/>
                <a:cs typeface="Arial"/>
              </a:rPr>
              <a:t>r</a:t>
            </a:r>
            <a:r>
              <a:rPr sz="2400" b="1" spc="-140" dirty="0">
                <a:solidFill>
                  <a:srgbClr val="C00000"/>
                </a:solidFill>
                <a:latin typeface="Arial"/>
                <a:cs typeface="Arial"/>
              </a:rPr>
              <a:t>e</a:t>
            </a:r>
            <a:r>
              <a:rPr sz="2400" b="1" spc="-145" dirty="0">
                <a:solidFill>
                  <a:srgbClr val="C00000"/>
                </a:solidFill>
                <a:latin typeface="Arial"/>
                <a:cs typeface="Arial"/>
              </a:rPr>
              <a:t>d</a:t>
            </a:r>
            <a:r>
              <a:rPr sz="2400" b="1" spc="-140" dirty="0">
                <a:solidFill>
                  <a:srgbClr val="C00000"/>
                </a:solidFill>
                <a:latin typeface="Arial"/>
                <a:cs typeface="Arial"/>
              </a:rPr>
              <a:t>ica</a:t>
            </a:r>
            <a:r>
              <a:rPr sz="2400" b="1" spc="-150" dirty="0">
                <a:solidFill>
                  <a:srgbClr val="C00000"/>
                </a:solidFill>
                <a:latin typeface="Arial"/>
                <a:cs typeface="Arial"/>
              </a:rPr>
              <a:t>t</a:t>
            </a:r>
            <a:r>
              <a:rPr sz="2400" b="1" spc="-5" dirty="0">
                <a:solidFill>
                  <a:srgbClr val="C00000"/>
                </a:solidFill>
                <a:latin typeface="Arial"/>
                <a:cs typeface="Arial"/>
              </a:rPr>
              <a:t>e</a:t>
            </a:r>
            <a:r>
              <a:rPr sz="2400" b="1" spc="-365" dirty="0">
                <a:solidFill>
                  <a:srgbClr val="C00000"/>
                </a:solidFill>
                <a:latin typeface="Arial"/>
                <a:cs typeface="Arial"/>
              </a:rPr>
              <a:t> </a:t>
            </a:r>
            <a:r>
              <a:rPr sz="2400" b="1" spc="-145" dirty="0">
                <a:solidFill>
                  <a:srgbClr val="C00000"/>
                </a:solidFill>
                <a:latin typeface="Arial"/>
                <a:cs typeface="Arial"/>
              </a:rPr>
              <a:t>Log</a:t>
            </a:r>
            <a:r>
              <a:rPr sz="2400" b="1" spc="-140" dirty="0">
                <a:solidFill>
                  <a:srgbClr val="C00000"/>
                </a:solidFill>
                <a:latin typeface="Arial"/>
                <a:cs typeface="Arial"/>
              </a:rPr>
              <a:t>i</a:t>
            </a:r>
            <a:r>
              <a:rPr sz="2400" b="1" spc="-5" dirty="0">
                <a:solidFill>
                  <a:srgbClr val="C00000"/>
                </a:solidFill>
                <a:latin typeface="Arial"/>
                <a:cs typeface="Arial"/>
              </a:rPr>
              <a:t>c</a:t>
            </a:r>
            <a:r>
              <a:rPr sz="2400" b="1" spc="-375" dirty="0">
                <a:solidFill>
                  <a:srgbClr val="C00000"/>
                </a:solidFill>
                <a:latin typeface="Arial"/>
                <a:cs typeface="Arial"/>
              </a:rPr>
              <a:t> </a:t>
            </a:r>
            <a:r>
              <a:rPr sz="2400" b="1" dirty="0">
                <a:solidFill>
                  <a:srgbClr val="C00000"/>
                </a:solidFill>
                <a:latin typeface="Arial"/>
                <a:cs typeface="Arial"/>
              </a:rPr>
              <a:t>–</a:t>
            </a:r>
            <a:r>
              <a:rPr sz="2400" b="1" spc="-300" dirty="0">
                <a:solidFill>
                  <a:srgbClr val="C00000"/>
                </a:solidFill>
                <a:latin typeface="Arial"/>
                <a:cs typeface="Arial"/>
              </a:rPr>
              <a:t> </a:t>
            </a:r>
            <a:r>
              <a:rPr sz="2400" b="1" spc="-140" dirty="0">
                <a:solidFill>
                  <a:srgbClr val="C00000"/>
                </a:solidFill>
                <a:latin typeface="Arial"/>
                <a:cs typeface="Arial"/>
              </a:rPr>
              <a:t>Sa</a:t>
            </a:r>
            <a:r>
              <a:rPr sz="2400" b="1" spc="-150" dirty="0">
                <a:solidFill>
                  <a:srgbClr val="C00000"/>
                </a:solidFill>
                <a:latin typeface="Arial"/>
                <a:cs typeface="Arial"/>
              </a:rPr>
              <a:t>mp</a:t>
            </a:r>
            <a:r>
              <a:rPr sz="2400" b="1" spc="-140" dirty="0">
                <a:solidFill>
                  <a:srgbClr val="C00000"/>
                </a:solidFill>
                <a:latin typeface="Arial"/>
                <a:cs typeface="Arial"/>
              </a:rPr>
              <a:t>l</a:t>
            </a:r>
            <a:r>
              <a:rPr sz="2400" b="1" spc="-5" dirty="0">
                <a:solidFill>
                  <a:srgbClr val="C00000"/>
                </a:solidFill>
                <a:latin typeface="Arial"/>
                <a:cs typeface="Arial"/>
              </a:rPr>
              <a:t>e</a:t>
            </a:r>
            <a:r>
              <a:rPr sz="2400" b="1" spc="-370" dirty="0">
                <a:solidFill>
                  <a:srgbClr val="C00000"/>
                </a:solidFill>
                <a:latin typeface="Arial"/>
                <a:cs typeface="Arial"/>
              </a:rPr>
              <a:t> </a:t>
            </a:r>
            <a:r>
              <a:rPr sz="2400" b="1" spc="-155" dirty="0">
                <a:solidFill>
                  <a:srgbClr val="C00000"/>
                </a:solidFill>
                <a:latin typeface="Arial"/>
                <a:cs typeface="Arial"/>
              </a:rPr>
              <a:t>M</a:t>
            </a:r>
            <a:r>
              <a:rPr sz="2400" b="1" spc="-150" dirty="0">
                <a:solidFill>
                  <a:srgbClr val="C00000"/>
                </a:solidFill>
                <a:latin typeface="Arial"/>
                <a:cs typeface="Arial"/>
              </a:rPr>
              <a:t>od</a:t>
            </a:r>
            <a:r>
              <a:rPr sz="2400" b="1" spc="-140" dirty="0">
                <a:solidFill>
                  <a:srgbClr val="C00000"/>
                </a:solidFill>
                <a:latin typeface="Arial"/>
                <a:cs typeface="Arial"/>
              </a:rPr>
              <a:t>elli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Tree>
    <p:extLst>
      <p:ext uri="{BB962C8B-B14F-4D97-AF65-F5344CB8AC3E}">
        <p14:creationId xmlns:p14="http://schemas.microsoft.com/office/powerpoint/2010/main" val="41089118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4922520" cy="1012825"/>
          </a:xfrm>
          <a:prstGeom prst="rect">
            <a:avLst/>
          </a:prstGeom>
        </p:spPr>
        <p:txBody>
          <a:bodyPr vert="horz" wrap="square" lIns="0" tIns="67310" rIns="0" bIns="0" rtlCol="0">
            <a:spAutoFit/>
          </a:bodyPr>
          <a:lstStyle/>
          <a:p>
            <a:pPr marL="12700" marR="0" lvl="0" indent="0" algn="l" defTabSz="914400" rtl="0" eaLnBrk="1" fontAlgn="auto" latinLnBrk="0" hangingPunct="1">
              <a:lnSpc>
                <a:spcPct val="100000"/>
              </a:lnSpc>
              <a:spcBef>
                <a:spcPts val="5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Brother(Richard,</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John)</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20"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Brother(John,</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Richard)</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King(Richard)</a:t>
            </a:r>
            <a:r>
              <a:rPr kumimoji="0" sz="1800" b="0" i="0" u="none" strike="noStrike" kern="1200" cap="none" spc="-10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Arial MT"/>
                <a:ea typeface="+mn-ea"/>
                <a:cs typeface="Arial MT"/>
              </a:rPr>
              <a:t>King(John)</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0" normalizeH="0" baseline="0" noProof="0" dirty="0">
                <a:ln>
                  <a:noFill/>
                </a:ln>
                <a:solidFill>
                  <a:prstClr val="black"/>
                </a:solidFill>
                <a:effectLst/>
                <a:uLnTx/>
                <a:uFillTx/>
                <a:latin typeface="Arial MT"/>
                <a:ea typeface="+mn-ea"/>
                <a:cs typeface="Arial MT"/>
              </a:rPr>
              <a:t>King(Richard)</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114"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King(John)</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3" name="object 3"/>
          <p:cNvSpPr txBox="1">
            <a:spLocks noGrp="1"/>
          </p:cNvSpPr>
          <p:nvPr>
            <p:ph type="title"/>
          </p:nvPr>
        </p:nvSpPr>
        <p:spPr>
          <a:xfrm>
            <a:off x="383540" y="522173"/>
            <a:ext cx="4601845" cy="391795"/>
          </a:xfrm>
          <a:prstGeom prst="rect">
            <a:avLst/>
          </a:prstGeom>
        </p:spPr>
        <p:txBody>
          <a:bodyPr vert="horz" wrap="square" lIns="0" tIns="12700" rIns="0" bIns="0" rtlCol="0">
            <a:spAutoFit/>
          </a:bodyPr>
          <a:lstStyle/>
          <a:p>
            <a:pPr marL="12700">
              <a:lnSpc>
                <a:spcPct val="100000"/>
              </a:lnSpc>
              <a:spcBef>
                <a:spcPts val="100"/>
              </a:spcBef>
            </a:pPr>
            <a:r>
              <a:rPr sz="2400" b="1" spc="-140" dirty="0">
                <a:solidFill>
                  <a:srgbClr val="C00000"/>
                </a:solidFill>
                <a:latin typeface="Arial"/>
                <a:cs typeface="Arial"/>
              </a:rPr>
              <a:t>Pr</a:t>
            </a:r>
            <a:r>
              <a:rPr sz="2400" b="1" spc="-135" dirty="0">
                <a:solidFill>
                  <a:srgbClr val="C00000"/>
                </a:solidFill>
                <a:latin typeface="Arial"/>
                <a:cs typeface="Arial"/>
              </a:rPr>
              <a:t>e</a:t>
            </a:r>
            <a:r>
              <a:rPr sz="2400" b="1" spc="-150" dirty="0">
                <a:solidFill>
                  <a:srgbClr val="C00000"/>
                </a:solidFill>
                <a:latin typeface="Arial"/>
                <a:cs typeface="Arial"/>
              </a:rPr>
              <a:t>d</a:t>
            </a:r>
            <a:r>
              <a:rPr sz="2400" b="1" spc="-140" dirty="0">
                <a:solidFill>
                  <a:srgbClr val="C00000"/>
                </a:solidFill>
                <a:latin typeface="Arial"/>
                <a:cs typeface="Arial"/>
              </a:rPr>
              <a:t>i</a:t>
            </a:r>
            <a:r>
              <a:rPr sz="2400" b="1" spc="-135" dirty="0">
                <a:solidFill>
                  <a:srgbClr val="C00000"/>
                </a:solidFill>
                <a:latin typeface="Arial"/>
                <a:cs typeface="Arial"/>
              </a:rPr>
              <a:t>ca</a:t>
            </a:r>
            <a:r>
              <a:rPr sz="2400" b="1" spc="-150" dirty="0">
                <a:solidFill>
                  <a:srgbClr val="C00000"/>
                </a:solidFill>
                <a:latin typeface="Arial"/>
                <a:cs typeface="Arial"/>
              </a:rPr>
              <a:t>t</a:t>
            </a:r>
            <a:r>
              <a:rPr sz="2400" b="1" dirty="0">
                <a:solidFill>
                  <a:srgbClr val="C00000"/>
                </a:solidFill>
                <a:latin typeface="Arial"/>
                <a:cs typeface="Arial"/>
              </a:rPr>
              <a:t>e</a:t>
            </a:r>
            <a:r>
              <a:rPr sz="2400" b="1" spc="-365" dirty="0">
                <a:solidFill>
                  <a:srgbClr val="C00000"/>
                </a:solidFill>
                <a:latin typeface="Arial"/>
                <a:cs typeface="Arial"/>
              </a:rPr>
              <a:t> </a:t>
            </a:r>
            <a:r>
              <a:rPr sz="2400" b="1" spc="-150" dirty="0">
                <a:solidFill>
                  <a:srgbClr val="C00000"/>
                </a:solidFill>
                <a:latin typeface="Arial"/>
                <a:cs typeface="Arial"/>
              </a:rPr>
              <a:t>Log</a:t>
            </a:r>
            <a:r>
              <a:rPr sz="2400" b="1" spc="-140" dirty="0">
                <a:solidFill>
                  <a:srgbClr val="C00000"/>
                </a:solidFill>
                <a:latin typeface="Arial"/>
                <a:cs typeface="Arial"/>
              </a:rPr>
              <a:t>i</a:t>
            </a:r>
            <a:r>
              <a:rPr sz="2400" b="1" dirty="0">
                <a:solidFill>
                  <a:srgbClr val="C00000"/>
                </a:solidFill>
                <a:latin typeface="Arial"/>
                <a:cs typeface="Arial"/>
              </a:rPr>
              <a:t>c</a:t>
            </a:r>
            <a:r>
              <a:rPr sz="2400" b="1" spc="-370" dirty="0">
                <a:solidFill>
                  <a:srgbClr val="C00000"/>
                </a:solidFill>
                <a:latin typeface="Arial"/>
                <a:cs typeface="Arial"/>
              </a:rPr>
              <a:t> </a:t>
            </a:r>
            <a:r>
              <a:rPr sz="2400" b="1" dirty="0">
                <a:solidFill>
                  <a:srgbClr val="C00000"/>
                </a:solidFill>
                <a:latin typeface="Arial"/>
                <a:cs typeface="Arial"/>
              </a:rPr>
              <a:t>–</a:t>
            </a:r>
            <a:r>
              <a:rPr sz="2400" b="1" spc="-300" dirty="0">
                <a:solidFill>
                  <a:srgbClr val="C00000"/>
                </a:solidFill>
                <a:latin typeface="Arial"/>
                <a:cs typeface="Arial"/>
              </a:rPr>
              <a:t> </a:t>
            </a:r>
            <a:r>
              <a:rPr sz="2400" b="1" spc="-140" dirty="0">
                <a:solidFill>
                  <a:srgbClr val="C00000"/>
                </a:solidFill>
                <a:latin typeface="Arial"/>
                <a:cs typeface="Arial"/>
              </a:rPr>
              <a:t>S</a:t>
            </a:r>
            <a:r>
              <a:rPr sz="2400" b="1" spc="-135" dirty="0">
                <a:solidFill>
                  <a:srgbClr val="C00000"/>
                </a:solidFill>
                <a:latin typeface="Arial"/>
                <a:cs typeface="Arial"/>
              </a:rPr>
              <a:t>a</a:t>
            </a:r>
            <a:r>
              <a:rPr sz="2400" b="1" spc="-145" dirty="0">
                <a:solidFill>
                  <a:srgbClr val="C00000"/>
                </a:solidFill>
                <a:latin typeface="Arial"/>
                <a:cs typeface="Arial"/>
              </a:rPr>
              <a:t>m</a:t>
            </a:r>
            <a:r>
              <a:rPr sz="2400" b="1" spc="-150" dirty="0">
                <a:solidFill>
                  <a:srgbClr val="C00000"/>
                </a:solidFill>
                <a:latin typeface="Arial"/>
                <a:cs typeface="Arial"/>
              </a:rPr>
              <a:t>p</a:t>
            </a:r>
            <a:r>
              <a:rPr sz="2400" b="1" spc="-140" dirty="0">
                <a:solidFill>
                  <a:srgbClr val="C00000"/>
                </a:solidFill>
                <a:latin typeface="Arial"/>
                <a:cs typeface="Arial"/>
              </a:rPr>
              <a:t>l</a:t>
            </a:r>
            <a:r>
              <a:rPr sz="2400" b="1" dirty="0">
                <a:solidFill>
                  <a:srgbClr val="C00000"/>
                </a:solidFill>
                <a:latin typeface="Arial"/>
                <a:cs typeface="Arial"/>
              </a:rPr>
              <a:t>e</a:t>
            </a:r>
            <a:r>
              <a:rPr sz="2400" b="1" spc="-370" dirty="0">
                <a:solidFill>
                  <a:srgbClr val="C00000"/>
                </a:solidFill>
                <a:latin typeface="Arial"/>
                <a:cs typeface="Arial"/>
              </a:rPr>
              <a:t> </a:t>
            </a:r>
            <a:r>
              <a:rPr sz="2400" b="1" spc="-155" dirty="0">
                <a:solidFill>
                  <a:srgbClr val="C00000"/>
                </a:solidFill>
                <a:latin typeface="Arial"/>
                <a:cs typeface="Arial"/>
              </a:rPr>
              <a:t>M</a:t>
            </a:r>
            <a:r>
              <a:rPr sz="2400" b="1" spc="-150" dirty="0">
                <a:solidFill>
                  <a:srgbClr val="C00000"/>
                </a:solidFill>
                <a:latin typeface="Arial"/>
                <a:cs typeface="Arial"/>
              </a:rPr>
              <a:t>od</a:t>
            </a:r>
            <a:r>
              <a:rPr sz="2400" b="1" spc="-135" dirty="0">
                <a:solidFill>
                  <a:srgbClr val="C00000"/>
                </a:solidFill>
                <a:latin typeface="Arial"/>
                <a:cs typeface="Arial"/>
              </a:rPr>
              <a:t>e</a:t>
            </a:r>
            <a:r>
              <a:rPr sz="2400" b="1" spc="-140" dirty="0">
                <a:solidFill>
                  <a:srgbClr val="C00000"/>
                </a:solidFill>
                <a:latin typeface="Arial"/>
                <a:cs typeface="Arial"/>
              </a:rPr>
              <a:t>lli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4" name="object 4"/>
          <p:cNvPicPr/>
          <p:nvPr/>
        </p:nvPicPr>
        <p:blipFill>
          <a:blip r:embed="rId2" cstate="print"/>
          <a:stretch>
            <a:fillRect/>
          </a:stretch>
        </p:blipFill>
        <p:spPr>
          <a:xfrm>
            <a:off x="4588534" y="2400881"/>
            <a:ext cx="4487762" cy="3403979"/>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41853955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4922520" cy="3648075"/>
          </a:xfrm>
          <a:prstGeom prst="rect">
            <a:avLst/>
          </a:prstGeom>
        </p:spPr>
        <p:txBody>
          <a:bodyPr vert="horz" wrap="square" lIns="0" tIns="67310" rIns="0" bIns="0" rtlCol="0">
            <a:spAutoFit/>
          </a:bodyPr>
          <a:lstStyle/>
          <a:p>
            <a:pPr marL="12700" marR="0" lvl="0" indent="0" algn="l" defTabSz="914400" rtl="0" eaLnBrk="1" fontAlgn="auto" latinLnBrk="0" hangingPunct="1">
              <a:lnSpc>
                <a:spcPct val="100000"/>
              </a:lnSpc>
              <a:spcBef>
                <a:spcPts val="5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Brother(Richard,</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John)</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20"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Brother(John,</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Richard)</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King(Richard)</a:t>
            </a:r>
            <a:r>
              <a:rPr kumimoji="0" sz="1800" b="0" i="0" u="none" strike="noStrike" kern="1200" cap="none" spc="-10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Arial MT"/>
                <a:ea typeface="+mn-ea"/>
                <a:cs typeface="Arial MT"/>
              </a:rPr>
              <a:t>King(John)</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0" normalizeH="0" baseline="0" noProof="0" dirty="0">
                <a:ln>
                  <a:noFill/>
                </a:ln>
                <a:solidFill>
                  <a:prstClr val="black"/>
                </a:solidFill>
                <a:effectLst/>
                <a:uLnTx/>
                <a:uFillTx/>
                <a:latin typeface="Arial MT"/>
                <a:ea typeface="+mn-ea"/>
                <a:cs typeface="Arial MT"/>
              </a:rPr>
              <a:t>King(Richard)</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114"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King(John)</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sz="285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”All</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Kings</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persons”</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𝐾𝑖𝑛𝑔</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⟹𝑃𝑒𝑟𝑠𝑜𝑛</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5" normalizeH="0" baseline="0" noProof="0" dirty="0">
                <a:ln>
                  <a:noFill/>
                </a:ln>
                <a:solidFill>
                  <a:prstClr val="black"/>
                </a:solidFill>
                <a:effectLst/>
                <a:uLnTx/>
                <a:uFillTx/>
                <a:latin typeface="Arial MT"/>
                <a:ea typeface="+mn-ea"/>
                <a:cs typeface="Arial MT"/>
              </a:rPr>
              <a:t>)</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sz="285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“King</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John</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has</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crown</a:t>
            </a:r>
            <a:r>
              <a:rPr kumimoji="0" sz="1800" b="0" i="0" u="none" strike="noStrike" kern="1200" cap="none" spc="0"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on</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his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head”</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tab pos="1402715" algn="l"/>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105"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𝐶𝑟𝑜𝑤𝑛</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𝖠𝑂𝑛𝐻𝑒𝑎𝑑</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𝐽𝑜ℎ𝑛</a:t>
            </a:r>
            <a:r>
              <a:rPr kumimoji="0" sz="1800" b="0" i="0" u="none" strike="noStrike" kern="1200" cap="none" spc="0" normalizeH="0" baseline="0" noProof="0" dirty="0">
                <a:ln>
                  <a:noFill/>
                </a:ln>
                <a:solidFill>
                  <a:prstClr val="black"/>
                </a:solidFill>
                <a:effectLst/>
                <a:uLnTx/>
                <a:uFillTx/>
                <a:latin typeface="Arial MT"/>
                <a:ea typeface="+mn-ea"/>
                <a:cs typeface="Arial MT"/>
              </a:rPr>
              <a:t>)</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3" name="object 3"/>
          <p:cNvSpPr txBox="1"/>
          <p:nvPr/>
        </p:nvSpPr>
        <p:spPr>
          <a:xfrm>
            <a:off x="383540" y="5802579"/>
            <a:ext cx="5972810" cy="3003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Ground</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40" normalizeH="0" baseline="0" noProof="0" dirty="0">
                <a:ln>
                  <a:noFill/>
                </a:ln>
                <a:solidFill>
                  <a:prstClr val="black"/>
                </a:solidFill>
                <a:effectLst/>
                <a:uLnTx/>
                <a:uFillTx/>
                <a:latin typeface="Arial MT"/>
                <a:ea typeface="+mn-ea"/>
                <a:cs typeface="Arial MT"/>
              </a:rPr>
              <a:t>Term:</a:t>
            </a:r>
            <a:r>
              <a:rPr kumimoji="0" sz="1800" b="0" i="0" u="none" strike="noStrike" kern="1200" cap="none" spc="-7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a:t>
            </a:r>
            <a:r>
              <a:rPr kumimoji="0" sz="1800" b="0" i="0" u="none" strike="noStrike" kern="1200" cap="none" spc="-1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term</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with</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no</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variables.</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E.g.,</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King(Richard)</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a:spLocks noGrp="1"/>
          </p:cNvSpPr>
          <p:nvPr>
            <p:ph type="title"/>
          </p:nvPr>
        </p:nvSpPr>
        <p:spPr>
          <a:xfrm>
            <a:off x="383540" y="202057"/>
            <a:ext cx="4601845" cy="941069"/>
          </a:xfrm>
          <a:prstGeom prst="rect">
            <a:avLst/>
          </a:prstGeom>
        </p:spPr>
        <p:txBody>
          <a:bodyPr vert="horz" wrap="square" lIns="0" tIns="12700" rIns="0" bIns="0" rtlCol="0">
            <a:spAutoFit/>
          </a:bodyPr>
          <a:lstStyle/>
          <a:p>
            <a:pPr marL="12700" marR="5080">
              <a:lnSpc>
                <a:spcPct val="125099"/>
              </a:lnSpc>
              <a:spcBef>
                <a:spcPts val="100"/>
              </a:spcBef>
            </a:pPr>
            <a:r>
              <a:rPr sz="2400" b="1" spc="-135" dirty="0">
                <a:solidFill>
                  <a:srgbClr val="C00000"/>
                </a:solidFill>
                <a:latin typeface="Arial"/>
                <a:cs typeface="Arial"/>
              </a:rPr>
              <a:t>P</a:t>
            </a:r>
            <a:r>
              <a:rPr sz="2400" b="1" spc="-145" dirty="0">
                <a:solidFill>
                  <a:srgbClr val="C00000"/>
                </a:solidFill>
                <a:latin typeface="Arial"/>
                <a:cs typeface="Arial"/>
              </a:rPr>
              <a:t>r</a:t>
            </a:r>
            <a:r>
              <a:rPr sz="2400" b="1" spc="-140" dirty="0">
                <a:solidFill>
                  <a:srgbClr val="C00000"/>
                </a:solidFill>
                <a:latin typeface="Arial"/>
                <a:cs typeface="Arial"/>
              </a:rPr>
              <a:t>e</a:t>
            </a:r>
            <a:r>
              <a:rPr sz="2400" b="1" spc="-145" dirty="0">
                <a:solidFill>
                  <a:srgbClr val="C00000"/>
                </a:solidFill>
                <a:latin typeface="Arial"/>
                <a:cs typeface="Arial"/>
              </a:rPr>
              <a:t>d</a:t>
            </a:r>
            <a:r>
              <a:rPr sz="2400" b="1" spc="-140" dirty="0">
                <a:solidFill>
                  <a:srgbClr val="C00000"/>
                </a:solidFill>
                <a:latin typeface="Arial"/>
                <a:cs typeface="Arial"/>
              </a:rPr>
              <a:t>ica</a:t>
            </a:r>
            <a:r>
              <a:rPr sz="2400" b="1" spc="-150" dirty="0">
                <a:solidFill>
                  <a:srgbClr val="C00000"/>
                </a:solidFill>
                <a:latin typeface="Arial"/>
                <a:cs typeface="Arial"/>
              </a:rPr>
              <a:t>t</a:t>
            </a:r>
            <a:r>
              <a:rPr sz="2400" b="1" spc="-5" dirty="0">
                <a:solidFill>
                  <a:srgbClr val="C00000"/>
                </a:solidFill>
                <a:latin typeface="Arial"/>
                <a:cs typeface="Arial"/>
              </a:rPr>
              <a:t>e</a:t>
            </a:r>
            <a:r>
              <a:rPr sz="2400" b="1" spc="-365" dirty="0">
                <a:solidFill>
                  <a:srgbClr val="C00000"/>
                </a:solidFill>
                <a:latin typeface="Arial"/>
                <a:cs typeface="Arial"/>
              </a:rPr>
              <a:t> </a:t>
            </a:r>
            <a:r>
              <a:rPr sz="2400" b="1" spc="-145" dirty="0">
                <a:solidFill>
                  <a:srgbClr val="C00000"/>
                </a:solidFill>
                <a:latin typeface="Arial"/>
                <a:cs typeface="Arial"/>
              </a:rPr>
              <a:t>Log</a:t>
            </a:r>
            <a:r>
              <a:rPr sz="2400" b="1" spc="-140" dirty="0">
                <a:solidFill>
                  <a:srgbClr val="C00000"/>
                </a:solidFill>
                <a:latin typeface="Arial"/>
                <a:cs typeface="Arial"/>
              </a:rPr>
              <a:t>i</a:t>
            </a:r>
            <a:r>
              <a:rPr sz="2400" b="1" spc="-5" dirty="0">
                <a:solidFill>
                  <a:srgbClr val="C00000"/>
                </a:solidFill>
                <a:latin typeface="Arial"/>
                <a:cs typeface="Arial"/>
              </a:rPr>
              <a:t>c</a:t>
            </a:r>
            <a:r>
              <a:rPr sz="2400" b="1" spc="-375" dirty="0">
                <a:solidFill>
                  <a:srgbClr val="C00000"/>
                </a:solidFill>
                <a:latin typeface="Arial"/>
                <a:cs typeface="Arial"/>
              </a:rPr>
              <a:t> </a:t>
            </a:r>
            <a:r>
              <a:rPr sz="2400" b="1" dirty="0">
                <a:solidFill>
                  <a:srgbClr val="C00000"/>
                </a:solidFill>
                <a:latin typeface="Arial"/>
                <a:cs typeface="Arial"/>
              </a:rPr>
              <a:t>–</a:t>
            </a:r>
            <a:r>
              <a:rPr sz="2400" b="1" spc="-300" dirty="0">
                <a:solidFill>
                  <a:srgbClr val="C00000"/>
                </a:solidFill>
                <a:latin typeface="Arial"/>
                <a:cs typeface="Arial"/>
              </a:rPr>
              <a:t> </a:t>
            </a:r>
            <a:r>
              <a:rPr sz="2400" b="1" spc="-140" dirty="0">
                <a:solidFill>
                  <a:srgbClr val="C00000"/>
                </a:solidFill>
                <a:latin typeface="Arial"/>
                <a:cs typeface="Arial"/>
              </a:rPr>
              <a:t>Sa</a:t>
            </a:r>
            <a:r>
              <a:rPr sz="2400" b="1" spc="-150" dirty="0">
                <a:solidFill>
                  <a:srgbClr val="C00000"/>
                </a:solidFill>
                <a:latin typeface="Arial"/>
                <a:cs typeface="Arial"/>
              </a:rPr>
              <a:t>mp</a:t>
            </a:r>
            <a:r>
              <a:rPr sz="2400" b="1" spc="-140" dirty="0">
                <a:solidFill>
                  <a:srgbClr val="C00000"/>
                </a:solidFill>
                <a:latin typeface="Arial"/>
                <a:cs typeface="Arial"/>
              </a:rPr>
              <a:t>l</a:t>
            </a:r>
            <a:r>
              <a:rPr sz="2400" b="1" spc="-5" dirty="0">
                <a:solidFill>
                  <a:srgbClr val="C00000"/>
                </a:solidFill>
                <a:latin typeface="Arial"/>
                <a:cs typeface="Arial"/>
              </a:rPr>
              <a:t>e</a:t>
            </a:r>
            <a:r>
              <a:rPr sz="2400" b="1" spc="-370" dirty="0">
                <a:solidFill>
                  <a:srgbClr val="C00000"/>
                </a:solidFill>
                <a:latin typeface="Arial"/>
                <a:cs typeface="Arial"/>
              </a:rPr>
              <a:t> </a:t>
            </a:r>
            <a:r>
              <a:rPr sz="2400" b="1" spc="-155" dirty="0">
                <a:solidFill>
                  <a:srgbClr val="C00000"/>
                </a:solidFill>
                <a:latin typeface="Arial"/>
                <a:cs typeface="Arial"/>
              </a:rPr>
              <a:t>M</a:t>
            </a:r>
            <a:r>
              <a:rPr sz="2400" b="1" spc="-150" dirty="0">
                <a:solidFill>
                  <a:srgbClr val="C00000"/>
                </a:solidFill>
                <a:latin typeface="Arial"/>
                <a:cs typeface="Arial"/>
              </a:rPr>
              <a:t>od</a:t>
            </a:r>
            <a:r>
              <a:rPr sz="2400" b="1" spc="-140" dirty="0">
                <a:solidFill>
                  <a:srgbClr val="C00000"/>
                </a:solidFill>
                <a:latin typeface="Arial"/>
                <a:cs typeface="Arial"/>
              </a:rPr>
              <a:t>elli</a:t>
            </a:r>
            <a:r>
              <a:rPr sz="2400" b="1" spc="-150" dirty="0">
                <a:solidFill>
                  <a:srgbClr val="C00000"/>
                </a:solidFill>
                <a:latin typeface="Arial"/>
                <a:cs typeface="Arial"/>
              </a:rPr>
              <a:t>n</a:t>
            </a:r>
            <a:r>
              <a:rPr sz="2400" b="1" dirty="0">
                <a:solidFill>
                  <a:srgbClr val="C00000"/>
                </a:solidFill>
                <a:latin typeface="Arial"/>
                <a:cs typeface="Arial"/>
              </a:rPr>
              <a:t>g  </a:t>
            </a:r>
            <a:r>
              <a:rPr sz="2400" b="1" spc="-135" dirty="0">
                <a:solidFill>
                  <a:srgbClr val="C00000"/>
                </a:solidFill>
                <a:latin typeface="Arial"/>
                <a:cs typeface="Arial"/>
              </a:rPr>
              <a:t>Quantifiers</a:t>
            </a:r>
            <a:endParaRPr sz="2400">
              <a:latin typeface="Arial"/>
              <a:cs typeface="Arial"/>
            </a:endParaRPr>
          </a:p>
        </p:txBody>
      </p:sp>
      <p:pic>
        <p:nvPicPr>
          <p:cNvPr id="5" name="object 5"/>
          <p:cNvPicPr/>
          <p:nvPr/>
        </p:nvPicPr>
        <p:blipFill>
          <a:blip r:embed="rId2" cstate="print"/>
          <a:stretch>
            <a:fillRect/>
          </a:stretch>
        </p:blipFill>
        <p:spPr>
          <a:xfrm>
            <a:off x="4407408" y="1691639"/>
            <a:ext cx="4687824" cy="3474720"/>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31949133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67227"/>
            <a:ext cx="6880859" cy="2660015"/>
          </a:xfrm>
          <a:prstGeom prst="rect">
            <a:avLst/>
          </a:prstGeom>
        </p:spPr>
        <p:txBody>
          <a:bodyPr vert="horz" wrap="square" lIns="0" tIns="67310" rIns="0" bIns="0" rtlCol="0">
            <a:spAutoFit/>
          </a:bodyPr>
          <a:lstStyle/>
          <a:p>
            <a:pPr marL="356870" marR="0" lvl="0" indent="-344805" algn="l" defTabSz="914400" rtl="0" eaLnBrk="1" fontAlgn="auto" latinLnBrk="0" hangingPunct="1">
              <a:lnSpc>
                <a:spcPct val="100000"/>
              </a:lnSpc>
              <a:spcBef>
                <a:spcPts val="530"/>
              </a:spcBef>
              <a:spcAft>
                <a:spcPts val="0"/>
              </a:spcAft>
              <a:buClr>
                <a:srgbClr val="0F1141"/>
              </a:buClr>
              <a:buSzTx/>
              <a:buFontTx/>
              <a:buAutoNum type="arabicPeriod"/>
              <a:tabLst>
                <a:tab pos="356870" algn="l"/>
                <a:tab pos="357505"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Substitute</a:t>
            </a:r>
            <a:r>
              <a:rPr kumimoji="0" sz="1800" b="0" i="0" u="none" strike="noStrike" kern="1200" cap="none" spc="-7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for</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Quantifiers</a:t>
            </a:r>
          </a:p>
          <a:p>
            <a:pPr marL="356870" marR="0" lvl="0" indent="-344805" algn="l" defTabSz="914400" rtl="0" eaLnBrk="1" fontAlgn="auto" latinLnBrk="0" hangingPunct="1">
              <a:lnSpc>
                <a:spcPct val="100000"/>
              </a:lnSpc>
              <a:spcBef>
                <a:spcPts val="430"/>
              </a:spcBef>
              <a:spcAft>
                <a:spcPts val="0"/>
              </a:spcAft>
              <a:buClr>
                <a:srgbClr val="0F1141"/>
              </a:buClr>
              <a:buSzTx/>
              <a:buFontTx/>
              <a:buAutoNum type="arabicPeriod"/>
              <a:tabLst>
                <a:tab pos="356870" algn="l"/>
                <a:tab pos="357505" algn="l"/>
              </a:tabLst>
              <a:defRPr/>
            </a:pPr>
            <a:r>
              <a:rPr kumimoji="0" sz="1800" b="0" i="0" u="none" strike="noStrike" kern="1200" cap="none" spc="-5" normalizeH="0" baseline="0" noProof="0" dirty="0">
                <a:ln>
                  <a:noFill/>
                </a:ln>
                <a:solidFill>
                  <a:prstClr val="black"/>
                </a:solidFill>
                <a:effectLst/>
                <a:uLnTx/>
                <a:uFillTx/>
                <a:latin typeface="Arial MT"/>
                <a:ea typeface="+mn-ea"/>
                <a:cs typeface="Arial MT"/>
              </a:rPr>
              <a:t>Convert</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into</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Propositional</a:t>
            </a:r>
            <a:r>
              <a:rPr kumimoji="0" sz="1800" b="0" i="0" u="none" strike="noStrike" kern="1200" cap="none" spc="-9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Logic</a:t>
            </a:r>
          </a:p>
          <a:p>
            <a:pPr marL="356870" marR="0" lvl="0" indent="-344805" algn="l" defTabSz="914400" rtl="0" eaLnBrk="1" fontAlgn="auto" latinLnBrk="0" hangingPunct="1">
              <a:lnSpc>
                <a:spcPct val="100000"/>
              </a:lnSpc>
              <a:spcBef>
                <a:spcPts val="434"/>
              </a:spcBef>
              <a:spcAft>
                <a:spcPts val="0"/>
              </a:spcAft>
              <a:buClr>
                <a:srgbClr val="0F1141"/>
              </a:buClr>
              <a:buSzTx/>
              <a:buFontTx/>
              <a:buAutoNum type="arabicPeriod"/>
              <a:tabLst>
                <a:tab pos="356870" algn="l"/>
                <a:tab pos="357505"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Apply</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inference</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tech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sz="2850" b="0" i="0" u="none" strike="noStrike" kern="1200" cap="none" spc="0" normalizeH="0" baseline="0" noProof="0" dirty="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90"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𝐾𝑖𝑛𝑔</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⟹𝑃𝑒𝑟𝑠𝑜𝑛</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5"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5" normalizeH="0" baseline="0" noProof="0" dirty="0">
                <a:ln>
                  <a:noFill/>
                </a:ln>
                <a:solidFill>
                  <a:prstClr val="black"/>
                </a:solidFill>
                <a:effectLst/>
                <a:uLnTx/>
                <a:uFillTx/>
                <a:latin typeface="Arial MT"/>
                <a:ea typeface="+mn-ea"/>
                <a:cs typeface="Arial MT"/>
              </a:rPr>
              <a:t>)</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Richard</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Lionheart</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 </a:t>
            </a:r>
            <a:r>
              <a:rPr kumimoji="0" sz="1800" b="0" i="0" u="none" strike="noStrike" kern="1200" cap="none" spc="-5" normalizeH="0" baseline="0" noProof="0" dirty="0">
                <a:ln>
                  <a:noFill/>
                </a:ln>
                <a:solidFill>
                  <a:prstClr val="black"/>
                </a:solidFill>
                <a:effectLst/>
                <a:uLnTx/>
                <a:uFillTx/>
                <a:latin typeface="Arial MT"/>
                <a:ea typeface="+mn-ea"/>
                <a:cs typeface="Arial MT"/>
              </a:rPr>
              <a:t>a</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125"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Richard</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Lionheart</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5" normalizeH="0" baseline="0" noProof="0" dirty="0">
                <a:ln>
                  <a:noFill/>
                </a:ln>
                <a:solidFill>
                  <a:prstClr val="black"/>
                </a:solidFill>
                <a:effectLst/>
                <a:uLnTx/>
                <a:uFillTx/>
                <a:latin typeface="Arial MT"/>
                <a:ea typeface="+mn-ea"/>
                <a:cs typeface="Arial MT"/>
              </a:rPr>
              <a:t> a</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person</a:t>
            </a:r>
          </a:p>
          <a:p>
            <a:pPr marL="12700" marR="0" lvl="0" indent="0" algn="l" defTabSz="914400" rtl="0" eaLnBrk="1" fontAlgn="auto" latinLnBrk="0" hangingPunct="1">
              <a:lnSpc>
                <a:spcPct val="100000"/>
              </a:lnSpc>
              <a:spcBef>
                <a:spcPts val="43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King</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5" normalizeH="0" baseline="0" noProof="0" dirty="0">
                <a:ln>
                  <a:noFill/>
                </a:ln>
                <a:solidFill>
                  <a:prstClr val="black"/>
                </a:solidFill>
                <a:effectLst/>
                <a:uLnTx/>
                <a:uFillTx/>
                <a:latin typeface="Arial MT"/>
                <a:ea typeface="+mn-ea"/>
                <a:cs typeface="Arial MT"/>
              </a:rPr>
              <a:t>John</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 </a:t>
            </a:r>
            <a:r>
              <a:rPr kumimoji="0" sz="1800" b="0" i="0" u="none" strike="noStrike" kern="1200" cap="none" spc="5" normalizeH="0" baseline="0" noProof="0" dirty="0">
                <a:ln>
                  <a:noFill/>
                </a:ln>
                <a:solidFill>
                  <a:prstClr val="black"/>
                </a:solidFill>
                <a:effectLst/>
                <a:uLnTx/>
                <a:uFillTx/>
                <a:latin typeface="Arial MT"/>
                <a:ea typeface="+mn-ea"/>
                <a:cs typeface="Arial MT"/>
              </a:rPr>
              <a:t>king</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a:t>
            </a:r>
            <a:r>
              <a:rPr kumimoji="0" sz="1800" b="0" i="0" u="none" strike="noStrike" kern="1200" cap="none" spc="85"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King</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John</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person</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3" name="object 3"/>
          <p:cNvSpPr txBox="1"/>
          <p:nvPr/>
        </p:nvSpPr>
        <p:spPr>
          <a:xfrm>
            <a:off x="358140" y="4760591"/>
            <a:ext cx="3296285" cy="683895"/>
          </a:xfrm>
          <a:prstGeom prst="rect">
            <a:avLst/>
          </a:prstGeom>
        </p:spPr>
        <p:txBody>
          <a:bodyPr vert="horz" wrap="square" lIns="0" tIns="67310" rIns="0" bIns="0" rtlCol="0">
            <a:spAutoFit/>
          </a:bodyPr>
          <a:lstStyle/>
          <a:p>
            <a:pPr marL="38100" marR="0" lvl="0" indent="0" algn="l" defTabSz="914400" rtl="0" eaLnBrk="1" fontAlgn="auto" latinLnBrk="0" hangingPunct="1">
              <a:lnSpc>
                <a:spcPct val="100000"/>
              </a:lnSpc>
              <a:spcBef>
                <a:spcPts val="530"/>
              </a:spcBef>
              <a:spcAft>
                <a:spcPts val="0"/>
              </a:spcAft>
              <a:buClrTx/>
              <a:buSzTx/>
              <a:buFontTx/>
              <a:buNone/>
              <a:tabLst>
                <a:tab pos="1428115" algn="l"/>
              </a:tabLst>
              <a:defRPr/>
            </a:pP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105" normalizeH="0" baseline="0" noProof="0" dirty="0">
                <a:ln>
                  <a:noFill/>
                </a:ln>
                <a:solidFill>
                  <a:prstClr val="black"/>
                </a:solidFill>
                <a:effectLst/>
                <a:uLnTx/>
                <a:uFillTx/>
                <a:latin typeface="Cambria Math"/>
                <a:ea typeface="+mn-ea"/>
                <a:cs typeface="Cambria Math"/>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𝐶𝑟𝑜𝑤𝑛</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𝖠𝑂𝑛𝐻𝑒𝑎𝑑</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𝑥</a:t>
            </a:r>
            <a:r>
              <a:rPr kumimoji="0" sz="1800" b="0" i="0" u="none" strike="noStrike" kern="1200" cap="none" spc="0" normalizeH="0" baseline="0" noProof="0" dirty="0">
                <a:ln>
                  <a:noFill/>
                </a:ln>
                <a:solidFill>
                  <a:prstClr val="black"/>
                </a:solidFill>
                <a:effectLst/>
                <a:uLnTx/>
                <a:uFillTx/>
                <a:latin typeface="Arial MT"/>
                <a:ea typeface="+mn-ea"/>
                <a:cs typeface="Arial MT"/>
              </a:rPr>
              <a:t>,</a:t>
            </a:r>
            <a:r>
              <a:rPr kumimoji="0" sz="1800" b="0" i="0" u="none" strike="noStrike" kern="1200" cap="none" spc="-9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Cambria Math"/>
                <a:ea typeface="+mn-ea"/>
                <a:cs typeface="Cambria Math"/>
              </a:rPr>
              <a:t>𝐽𝑜ℎ𝑛</a:t>
            </a:r>
            <a:r>
              <a:rPr kumimoji="0" sz="1800" b="0" i="0" u="none" strike="noStrike" kern="1200" cap="none" spc="0" normalizeH="0" baseline="0" noProof="0" dirty="0">
                <a:ln>
                  <a:noFill/>
                </a:ln>
                <a:solidFill>
                  <a:prstClr val="black"/>
                </a:solidFill>
                <a:effectLst/>
                <a:uLnTx/>
                <a:uFillTx/>
                <a:latin typeface="Arial MT"/>
                <a:ea typeface="+mn-ea"/>
                <a:cs typeface="Arial MT"/>
              </a:rPr>
              <a:t>)</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38100" marR="0" lvl="0" indent="0" algn="l" defTabSz="914400" rtl="0" eaLnBrk="1" fontAlgn="auto" latinLnBrk="0" hangingPunct="1">
              <a:lnSpc>
                <a:spcPct val="100000"/>
              </a:lnSpc>
              <a:spcBef>
                <a:spcPts val="43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Arial MT"/>
                <a:ea typeface="+mn-ea"/>
                <a:cs typeface="Arial MT"/>
              </a:rPr>
              <a:t>Crown(C</a:t>
            </a:r>
            <a:r>
              <a:rPr kumimoji="0" sz="1800" b="0" i="0" u="none" strike="noStrike" kern="1200" cap="none" spc="-7" normalizeH="0" baseline="-20833" noProof="0" dirty="0">
                <a:ln>
                  <a:noFill/>
                </a:ln>
                <a:solidFill>
                  <a:prstClr val="black"/>
                </a:solidFill>
                <a:effectLst/>
                <a:uLnTx/>
                <a:uFillTx/>
                <a:latin typeface="Arial MT"/>
                <a:ea typeface="+mn-ea"/>
                <a:cs typeface="Arial MT"/>
              </a:rPr>
              <a:t>1</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35" normalizeH="0" baseline="0" noProof="0" dirty="0">
                <a:ln>
                  <a:noFill/>
                </a:ln>
                <a:solidFill>
                  <a:prstClr val="black"/>
                </a:solidFill>
                <a:effectLst/>
                <a:uLnTx/>
                <a:uFillTx/>
                <a:latin typeface="Cambria Math"/>
                <a:ea typeface="+mn-ea"/>
                <a:cs typeface="Cambria Math"/>
              </a:rPr>
              <a:t>𝖠</a:t>
            </a:r>
            <a:r>
              <a:rPr kumimoji="0" sz="1800" b="0" i="0" u="none" strike="noStrike" kern="1200" cap="none" spc="95" normalizeH="0" baseline="0" noProof="0" dirty="0">
                <a:ln>
                  <a:noFill/>
                </a:ln>
                <a:solidFill>
                  <a:prstClr val="black"/>
                </a:solidFill>
                <a:effectLst/>
                <a:uLnTx/>
                <a:uFillTx/>
                <a:latin typeface="Cambria Math"/>
                <a:ea typeface="+mn-ea"/>
                <a:cs typeface="Cambria Math"/>
              </a:rPr>
              <a:t> </a:t>
            </a:r>
            <a:r>
              <a:rPr kumimoji="0" sz="1800" b="0" i="0" u="none" strike="noStrike" kern="1200" cap="none" spc="-5" normalizeH="0" baseline="0" noProof="0" dirty="0">
                <a:ln>
                  <a:noFill/>
                </a:ln>
                <a:solidFill>
                  <a:prstClr val="black"/>
                </a:solidFill>
                <a:effectLst/>
                <a:uLnTx/>
                <a:uFillTx/>
                <a:latin typeface="Arial MT"/>
                <a:ea typeface="+mn-ea"/>
                <a:cs typeface="Arial MT"/>
              </a:rPr>
              <a:t>OnHead(C</a:t>
            </a:r>
            <a:r>
              <a:rPr kumimoji="0" sz="1800" b="0" i="0" u="none" strike="noStrike" kern="1200" cap="none" spc="-7" normalizeH="0" baseline="-20833" noProof="0" dirty="0">
                <a:ln>
                  <a:noFill/>
                </a:ln>
                <a:solidFill>
                  <a:prstClr val="black"/>
                </a:solidFill>
                <a:effectLst/>
                <a:uLnTx/>
                <a:uFillTx/>
                <a:latin typeface="Arial MT"/>
                <a:ea typeface="+mn-ea"/>
                <a:cs typeface="Arial MT"/>
              </a:rPr>
              <a:t>1</a:t>
            </a:r>
            <a:r>
              <a:rPr kumimoji="0" sz="1800" b="0" i="0" u="none" strike="noStrike" kern="1200" cap="none" spc="-5" normalizeH="0" baseline="0" noProof="0" dirty="0">
                <a:ln>
                  <a:noFill/>
                </a:ln>
                <a:solidFill>
                  <a:prstClr val="black"/>
                </a:solidFill>
                <a:effectLst/>
                <a:uLnTx/>
                <a:uFillTx/>
                <a:latin typeface="Arial MT"/>
                <a:ea typeface="+mn-ea"/>
                <a:cs typeface="Arial MT"/>
              </a:rPr>
              <a:t>,</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John)</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3961087" y="5143957"/>
            <a:ext cx="2962910" cy="3003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||C1</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imputed</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assumed</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
        <p:nvSpPr>
          <p:cNvPr id="5" name="object 5"/>
          <p:cNvSpPr txBox="1">
            <a:spLocks noGrp="1"/>
          </p:cNvSpPr>
          <p:nvPr>
            <p:ph type="title"/>
          </p:nvPr>
        </p:nvSpPr>
        <p:spPr>
          <a:xfrm>
            <a:off x="383540" y="293878"/>
            <a:ext cx="3503295" cy="391160"/>
          </a:xfrm>
          <a:prstGeom prst="rect">
            <a:avLst/>
          </a:prstGeom>
        </p:spPr>
        <p:txBody>
          <a:bodyPr vert="horz" wrap="square" lIns="0" tIns="12700" rIns="0" bIns="0" rtlCol="0">
            <a:spAutoFit/>
          </a:bodyPr>
          <a:lstStyle/>
          <a:p>
            <a:pPr marL="12700">
              <a:lnSpc>
                <a:spcPct val="100000"/>
              </a:lnSpc>
              <a:spcBef>
                <a:spcPts val="100"/>
              </a:spcBef>
            </a:pPr>
            <a:r>
              <a:rPr sz="2400" b="1" spc="-135" dirty="0">
                <a:solidFill>
                  <a:srgbClr val="C00000"/>
                </a:solidFill>
                <a:latin typeface="Arial"/>
                <a:cs typeface="Arial"/>
              </a:rPr>
              <a:t>P</a:t>
            </a:r>
            <a:r>
              <a:rPr sz="2400" b="1" spc="-145" dirty="0">
                <a:solidFill>
                  <a:srgbClr val="C00000"/>
                </a:solidFill>
                <a:latin typeface="Arial"/>
                <a:cs typeface="Arial"/>
              </a:rPr>
              <a:t>r</a:t>
            </a:r>
            <a:r>
              <a:rPr sz="2400" b="1" spc="-140" dirty="0">
                <a:solidFill>
                  <a:srgbClr val="C00000"/>
                </a:solidFill>
                <a:latin typeface="Arial"/>
                <a:cs typeface="Arial"/>
              </a:rPr>
              <a:t>e</a:t>
            </a:r>
            <a:r>
              <a:rPr sz="2400" b="1" spc="-145" dirty="0">
                <a:solidFill>
                  <a:srgbClr val="C00000"/>
                </a:solidFill>
                <a:latin typeface="Arial"/>
                <a:cs typeface="Arial"/>
              </a:rPr>
              <a:t>d</a:t>
            </a:r>
            <a:r>
              <a:rPr sz="2400" b="1" spc="-140" dirty="0">
                <a:solidFill>
                  <a:srgbClr val="C00000"/>
                </a:solidFill>
                <a:latin typeface="Arial"/>
                <a:cs typeface="Arial"/>
              </a:rPr>
              <a:t>ica</a:t>
            </a:r>
            <a:r>
              <a:rPr sz="2400" b="1" spc="-150" dirty="0">
                <a:solidFill>
                  <a:srgbClr val="C00000"/>
                </a:solidFill>
                <a:latin typeface="Arial"/>
                <a:cs typeface="Arial"/>
              </a:rPr>
              <a:t>t</a:t>
            </a:r>
            <a:r>
              <a:rPr sz="2400" b="1" spc="-5" dirty="0">
                <a:solidFill>
                  <a:srgbClr val="C00000"/>
                </a:solidFill>
                <a:latin typeface="Arial"/>
                <a:cs typeface="Arial"/>
              </a:rPr>
              <a:t>e</a:t>
            </a:r>
            <a:r>
              <a:rPr sz="2400" b="1" spc="-365" dirty="0">
                <a:solidFill>
                  <a:srgbClr val="C00000"/>
                </a:solidFill>
                <a:latin typeface="Arial"/>
                <a:cs typeface="Arial"/>
              </a:rPr>
              <a:t> </a:t>
            </a:r>
            <a:r>
              <a:rPr sz="2400" b="1" spc="-145" dirty="0">
                <a:solidFill>
                  <a:srgbClr val="C00000"/>
                </a:solidFill>
                <a:latin typeface="Arial"/>
                <a:cs typeface="Arial"/>
              </a:rPr>
              <a:t>Log</a:t>
            </a:r>
            <a:r>
              <a:rPr sz="2400" b="1" spc="-140" dirty="0">
                <a:solidFill>
                  <a:srgbClr val="C00000"/>
                </a:solidFill>
                <a:latin typeface="Arial"/>
                <a:cs typeface="Arial"/>
              </a:rPr>
              <a:t>i</a:t>
            </a:r>
            <a:r>
              <a:rPr sz="2400" b="1" spc="-5" dirty="0">
                <a:solidFill>
                  <a:srgbClr val="C00000"/>
                </a:solidFill>
                <a:latin typeface="Arial"/>
                <a:cs typeface="Arial"/>
              </a:rPr>
              <a:t>c</a:t>
            </a:r>
            <a:r>
              <a:rPr sz="2400" b="1" spc="-375" dirty="0">
                <a:solidFill>
                  <a:srgbClr val="C00000"/>
                </a:solidFill>
                <a:latin typeface="Arial"/>
                <a:cs typeface="Arial"/>
              </a:rPr>
              <a:t> </a:t>
            </a:r>
            <a:r>
              <a:rPr sz="2400" b="1" dirty="0">
                <a:solidFill>
                  <a:srgbClr val="C00000"/>
                </a:solidFill>
                <a:latin typeface="Arial"/>
                <a:cs typeface="Arial"/>
              </a:rPr>
              <a:t>–</a:t>
            </a:r>
            <a:r>
              <a:rPr sz="2400" b="1" spc="-300" dirty="0">
                <a:solidFill>
                  <a:srgbClr val="C00000"/>
                </a:solidFill>
                <a:latin typeface="Arial"/>
                <a:cs typeface="Arial"/>
              </a:rPr>
              <a:t> </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55" dirty="0">
                <a:solidFill>
                  <a:srgbClr val="C00000"/>
                </a:solidFill>
                <a:latin typeface="Arial"/>
                <a:cs typeface="Arial"/>
              </a:rPr>
              <a:t>f</a:t>
            </a:r>
            <a:r>
              <a:rPr sz="2400" b="1" spc="-140" dirty="0">
                <a:solidFill>
                  <a:srgbClr val="C00000"/>
                </a:solidFill>
                <a:latin typeface="Arial"/>
                <a:cs typeface="Arial"/>
              </a:rPr>
              <a:t>e</a:t>
            </a:r>
            <a:r>
              <a:rPr sz="2400" b="1" spc="-150" dirty="0">
                <a:solidFill>
                  <a:srgbClr val="C00000"/>
                </a:solidFill>
                <a:latin typeface="Arial"/>
                <a:cs typeface="Arial"/>
              </a:rPr>
              <a:t>r</a:t>
            </a:r>
            <a:r>
              <a:rPr sz="2400" b="1" spc="-140" dirty="0">
                <a:solidFill>
                  <a:srgbClr val="C00000"/>
                </a:solidFill>
                <a:latin typeface="Arial"/>
                <a:cs typeface="Arial"/>
              </a:rPr>
              <a:t>e</a:t>
            </a:r>
            <a:r>
              <a:rPr sz="2400" b="1" spc="-150" dirty="0">
                <a:solidFill>
                  <a:srgbClr val="C00000"/>
                </a:solidFill>
                <a:latin typeface="Arial"/>
                <a:cs typeface="Arial"/>
              </a:rPr>
              <a:t>n</a:t>
            </a:r>
            <a:r>
              <a:rPr sz="2400" b="1" spc="-140" dirty="0">
                <a:solidFill>
                  <a:srgbClr val="C00000"/>
                </a:solidFill>
                <a:latin typeface="Arial"/>
                <a:cs typeface="Arial"/>
              </a:rPr>
              <a:t>c</a:t>
            </a:r>
            <a:r>
              <a:rPr sz="2400" b="1" spc="-5" dirty="0">
                <a:solidFill>
                  <a:srgbClr val="C00000"/>
                </a:solidFill>
                <a:latin typeface="Arial"/>
                <a:cs typeface="Arial"/>
              </a:rPr>
              <a:t>e</a:t>
            </a:r>
            <a:endParaRPr sz="2400">
              <a:latin typeface="Arial"/>
              <a:cs typeface="Arial"/>
            </a:endParaRPr>
          </a:p>
        </p:txBody>
      </p:sp>
    </p:spTree>
    <p:extLst>
      <p:ext uri="{BB962C8B-B14F-4D97-AF65-F5344CB8AC3E}">
        <p14:creationId xmlns:p14="http://schemas.microsoft.com/office/powerpoint/2010/main" val="23965950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1335023"/>
            <a:ext cx="8339328" cy="2398776"/>
          </a:xfrm>
          <a:prstGeom prst="rect">
            <a:avLst/>
          </a:prstGeom>
        </p:spPr>
      </p:pic>
      <p:sp>
        <p:nvSpPr>
          <p:cNvPr id="3" name="object 3"/>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20945165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3" name="object 3"/>
          <p:cNvPicPr/>
          <p:nvPr/>
        </p:nvPicPr>
        <p:blipFill>
          <a:blip r:embed="rId2" cstate="print"/>
          <a:stretch>
            <a:fillRect/>
          </a:stretch>
        </p:blipFill>
        <p:spPr>
          <a:xfrm>
            <a:off x="304800" y="1676400"/>
            <a:ext cx="8321040" cy="3810000"/>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7634027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3" name="object 3"/>
          <p:cNvPicPr/>
          <p:nvPr/>
        </p:nvPicPr>
        <p:blipFill>
          <a:blip r:embed="rId2" cstate="print"/>
          <a:stretch>
            <a:fillRect/>
          </a:stretch>
        </p:blipFill>
        <p:spPr>
          <a:xfrm>
            <a:off x="152400" y="1600200"/>
            <a:ext cx="8714232" cy="4038600"/>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19324777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3" name="object 3"/>
          <p:cNvPicPr/>
          <p:nvPr/>
        </p:nvPicPr>
        <p:blipFill>
          <a:blip r:embed="rId2" cstate="print"/>
          <a:stretch>
            <a:fillRect/>
          </a:stretch>
        </p:blipFill>
        <p:spPr>
          <a:xfrm>
            <a:off x="95250" y="1377707"/>
            <a:ext cx="6858000" cy="1371600"/>
          </a:xfrm>
          <a:prstGeom prst="rect">
            <a:avLst/>
          </a:prstGeom>
        </p:spPr>
      </p:pic>
      <p:sp>
        <p:nvSpPr>
          <p:cNvPr id="4" name="object 4"/>
          <p:cNvSpPr txBox="1"/>
          <p:nvPr/>
        </p:nvSpPr>
        <p:spPr>
          <a:xfrm>
            <a:off x="6879881" y="1377707"/>
            <a:ext cx="2190750" cy="119634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20100"/>
              </a:lnSpc>
              <a:spcBef>
                <a:spcPts val="95"/>
              </a:spcBef>
              <a:spcAft>
                <a:spcPts val="0"/>
              </a:spcAft>
              <a:buClrTx/>
              <a:buSzTx/>
              <a:buFontTx/>
              <a:buNone/>
              <a:tabLst/>
              <a:defRPr/>
            </a:pPr>
            <a:r>
              <a:rPr kumimoji="0" sz="1600" b="0" i="0" u="none" strike="noStrike" kern="1200" cap="none" spc="-5" normalizeH="0" baseline="0" noProof="0" dirty="0">
                <a:ln>
                  <a:noFill/>
                </a:ln>
                <a:solidFill>
                  <a:srgbClr val="6F2F9F"/>
                </a:solidFill>
                <a:effectLst/>
                <a:uLnTx/>
                <a:uFillTx/>
                <a:latin typeface="Arial MT"/>
                <a:ea typeface="+mn-ea"/>
                <a:cs typeface="Arial MT"/>
              </a:rPr>
              <a:t>Missile(M1) </a:t>
            </a:r>
            <a:r>
              <a:rPr kumimoji="0" sz="1600" b="0" i="0" u="none" strike="noStrike" kern="1200" cap="none" spc="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Owns(Nono,</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M1) </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American</a:t>
            </a:r>
            <a:r>
              <a:rPr kumimoji="0" sz="1600" b="0" i="0" u="none" strike="noStrike" kern="1200" cap="none" spc="7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(West) </a:t>
            </a:r>
            <a:r>
              <a:rPr kumimoji="0" sz="1600" b="0" i="0" u="none" strike="noStrike" kern="1200" cap="none" spc="10" normalizeH="0" baseline="0" noProof="0" dirty="0">
                <a:ln>
                  <a:noFill/>
                </a:ln>
                <a:solidFill>
                  <a:srgbClr val="6F2F9F"/>
                </a:solidFill>
                <a:effectLst/>
                <a:uLnTx/>
                <a:uFillTx/>
                <a:latin typeface="Arial MT"/>
                <a:ea typeface="+mn-ea"/>
                <a:cs typeface="Arial MT"/>
              </a:rPr>
              <a:t> E</a:t>
            </a:r>
            <a:r>
              <a:rPr kumimoji="0" sz="1600" b="0" i="0" u="none" strike="noStrike" kern="1200" cap="none" spc="-10" normalizeH="0" baseline="0" noProof="0" dirty="0">
                <a:ln>
                  <a:noFill/>
                </a:ln>
                <a:solidFill>
                  <a:srgbClr val="6F2F9F"/>
                </a:solidFill>
                <a:effectLst/>
                <a:uLnTx/>
                <a:uFillTx/>
                <a:latin typeface="Arial MT"/>
                <a:ea typeface="+mn-ea"/>
                <a:cs typeface="Arial MT"/>
              </a:rPr>
              <a:t>ne</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0" normalizeH="0" baseline="0" noProof="0" dirty="0">
                <a:ln>
                  <a:noFill/>
                </a:ln>
                <a:solidFill>
                  <a:srgbClr val="6F2F9F"/>
                </a:solidFill>
                <a:effectLst/>
                <a:uLnTx/>
                <a:uFillTx/>
                <a:latin typeface="Arial MT"/>
                <a:ea typeface="+mn-ea"/>
                <a:cs typeface="Arial MT"/>
              </a:rPr>
              <a:t>y</a:t>
            </a:r>
            <a:r>
              <a:rPr kumimoji="0" sz="1600" b="0" i="0" u="none" strike="noStrike" kern="1200" cap="none" spc="-5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t>
            </a:r>
            <a:r>
              <a:rPr kumimoji="0" sz="1600" b="0" i="0" u="none" strike="noStrike" kern="1200" cap="none" spc="-10" normalizeH="0" baseline="0" noProof="0" dirty="0">
                <a:ln>
                  <a:noFill/>
                </a:ln>
                <a:solidFill>
                  <a:srgbClr val="6F2F9F"/>
                </a:solidFill>
                <a:effectLst/>
                <a:uLnTx/>
                <a:uFillTx/>
                <a:latin typeface="Arial MT"/>
                <a:ea typeface="+mn-ea"/>
                <a:cs typeface="Arial MT"/>
              </a:rPr>
              <a:t>Non</a:t>
            </a:r>
            <a:r>
              <a:rPr kumimoji="0" sz="1600" b="0" i="0" u="none" strike="noStrike" kern="1200" cap="none" spc="-5" normalizeH="0" baseline="0" noProof="0" dirty="0">
                <a:ln>
                  <a:noFill/>
                </a:ln>
                <a:solidFill>
                  <a:srgbClr val="6F2F9F"/>
                </a:solidFill>
                <a:effectLst/>
                <a:uLnTx/>
                <a:uFillTx/>
                <a:latin typeface="Arial MT"/>
                <a:ea typeface="+mn-ea"/>
                <a:cs typeface="Arial MT"/>
              </a:rPr>
              <a:t>o</a:t>
            </a:r>
            <a:r>
              <a:rPr kumimoji="0" sz="1600" b="0" i="0" u="none" strike="noStrike" kern="1200" cap="none" spc="0" normalizeH="0" baseline="0" noProof="0" dirty="0">
                <a:ln>
                  <a:noFill/>
                </a:ln>
                <a:solidFill>
                  <a:srgbClr val="6F2F9F"/>
                </a:solidFill>
                <a:effectLst/>
                <a:uLnTx/>
                <a:uFillTx/>
                <a:latin typeface="Arial MT"/>
                <a:ea typeface="+mn-ea"/>
                <a:cs typeface="Arial MT"/>
              </a:rPr>
              <a:t>,</a:t>
            </a:r>
            <a:r>
              <a:rPr kumimoji="0" sz="1600" b="0" i="0" u="none" strike="noStrike" kern="1200" cap="none" spc="-80"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10" normalizeH="0" baseline="0" noProof="0" dirty="0">
                <a:ln>
                  <a:noFill/>
                </a:ln>
                <a:solidFill>
                  <a:srgbClr val="6F2F9F"/>
                </a:solidFill>
                <a:effectLst/>
                <a:uLnTx/>
                <a:uFillTx/>
                <a:latin typeface="Arial MT"/>
                <a:ea typeface="+mn-ea"/>
                <a:cs typeface="Arial MT"/>
              </a:rPr>
              <a:t>er</a:t>
            </a:r>
            <a:r>
              <a:rPr kumimoji="0" sz="1600" b="0" i="0" u="none" strike="noStrike" kern="1200" cap="none" spc="0" normalizeH="0" baseline="0" noProof="0" dirty="0">
                <a:ln>
                  <a:noFill/>
                </a:ln>
                <a:solidFill>
                  <a:srgbClr val="6F2F9F"/>
                </a:solidFill>
                <a:effectLst/>
                <a:uLnTx/>
                <a:uFillTx/>
                <a:latin typeface="Arial MT"/>
                <a:ea typeface="+mn-ea"/>
                <a:cs typeface="Arial MT"/>
              </a:rPr>
              <a:t>i</a:t>
            </a:r>
            <a:r>
              <a:rPr kumimoji="0" sz="1600" b="0" i="0" u="none" strike="noStrike" kern="1200" cap="none" spc="10" normalizeH="0" baseline="0" noProof="0" dirty="0">
                <a:ln>
                  <a:noFill/>
                </a:ln>
                <a:solidFill>
                  <a:srgbClr val="6F2F9F"/>
                </a:solidFill>
                <a:effectLst/>
                <a:uLnTx/>
                <a:uFillTx/>
                <a:latin typeface="Arial MT"/>
                <a:ea typeface="+mn-ea"/>
                <a:cs typeface="Arial MT"/>
              </a:rPr>
              <a:t>c</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0" normalizeH="0" baseline="0" noProof="0" dirty="0">
                <a:ln>
                  <a:noFill/>
                </a:ln>
                <a:solidFill>
                  <a:srgbClr val="6F2F9F"/>
                </a:solidFill>
                <a:effectLst/>
                <a:uLnTx/>
                <a:uFillTx/>
                <a:latin typeface="Arial MT"/>
                <a:ea typeface="+mn-ea"/>
                <a:cs typeface="Arial MT"/>
              </a:rPr>
              <a:t>)</a:t>
            </a:r>
            <a:endParaRPr kumimoji="0" sz="16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Tree>
    <p:extLst>
      <p:ext uri="{BB962C8B-B14F-4D97-AF65-F5344CB8AC3E}">
        <p14:creationId xmlns:p14="http://schemas.microsoft.com/office/powerpoint/2010/main" val="35110438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6" name="object 3"/>
          <p:cNvSpPr txBox="1"/>
          <p:nvPr/>
        </p:nvSpPr>
        <p:spPr>
          <a:xfrm>
            <a:off x="533400" y="3886200"/>
            <a:ext cx="7371715" cy="1672589"/>
          </a:xfrm>
          <a:prstGeom prst="rect">
            <a:avLst/>
          </a:prstGeom>
        </p:spPr>
        <p:txBody>
          <a:bodyPr vert="horz" wrap="square" lIns="0" tIns="67945" rIns="0" bIns="0" rtlCol="0">
            <a:spAutoFit/>
          </a:bodyPr>
          <a:lstStyle/>
          <a:p>
            <a:pPr marL="12700" marR="0" lvl="0" indent="0" algn="l" defTabSz="914400" rtl="0" eaLnBrk="1" fontAlgn="auto" latinLnBrk="0" hangingPunct="1">
              <a:lnSpc>
                <a:spcPct val="100000"/>
              </a:lnSpc>
              <a:spcBef>
                <a:spcPts val="535"/>
              </a:spcBef>
              <a:spcAft>
                <a:spcPts val="0"/>
              </a:spcAft>
              <a:buClrTx/>
              <a:buSzTx/>
              <a:buFontTx/>
              <a:buNone/>
              <a:tabLst/>
              <a:defRPr/>
            </a:pPr>
            <a:r>
              <a:rPr kumimoji="0" sz="1800" b="1" i="0" u="none" strike="noStrike" kern="1200" cap="none" spc="-10" normalizeH="0" baseline="0" noProof="0" dirty="0">
                <a:ln>
                  <a:noFill/>
                </a:ln>
                <a:solidFill>
                  <a:prstClr val="black"/>
                </a:solidFill>
                <a:effectLst/>
                <a:uLnTx/>
                <a:uFillTx/>
                <a:latin typeface="Arial"/>
                <a:ea typeface="+mn-ea"/>
                <a:cs typeface="Arial"/>
              </a:rPr>
              <a:t>Algorithm:</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Start</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from</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20" normalizeH="0" baseline="0" noProof="0" dirty="0">
                <a:ln>
                  <a:noFill/>
                </a:ln>
                <a:solidFill>
                  <a:prstClr val="black"/>
                </a:solidFill>
                <a:effectLst/>
                <a:uLnTx/>
                <a:uFillTx/>
                <a:latin typeface="Arial MT"/>
                <a:ea typeface="+mn-ea"/>
                <a:cs typeface="Arial MT"/>
              </a:rPr>
              <a:t>facts</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0"/>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Trigger</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all</a:t>
            </a:r>
            <a:r>
              <a:rPr kumimoji="0" sz="1800" b="0" i="0" u="none" strike="noStrike" kern="1200" cap="none" spc="-6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rules</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whose</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premises</a:t>
            </a:r>
            <a:r>
              <a:rPr kumimoji="0" sz="1800" b="0" i="0" u="none" strike="noStrike" kern="1200" cap="none" spc="-7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satisfied</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srgbClr val="FF0000"/>
                </a:solidFill>
                <a:effectLst/>
                <a:uLnTx/>
                <a:uFillTx/>
                <a:latin typeface="Arial MT"/>
                <a:ea typeface="+mn-ea"/>
                <a:cs typeface="Arial MT"/>
              </a:rPr>
              <a:t>Add</a:t>
            </a:r>
            <a:r>
              <a:rPr kumimoji="0" sz="1800" b="0" i="0" u="none" strike="noStrike" kern="1200" cap="none" spc="-20" normalizeH="0" baseline="0" noProof="0" dirty="0">
                <a:ln>
                  <a:noFill/>
                </a:ln>
                <a:solidFill>
                  <a:srgbClr val="FF0000"/>
                </a:solidFill>
                <a:effectLst/>
                <a:uLnTx/>
                <a:uFillTx/>
                <a:latin typeface="Arial MT"/>
                <a:ea typeface="+mn-ea"/>
                <a:cs typeface="Arial MT"/>
              </a:rPr>
              <a:t> </a:t>
            </a:r>
            <a:r>
              <a:rPr kumimoji="0" sz="1800" b="0" i="0" u="none" strike="noStrike" kern="1200" cap="none" spc="0" normalizeH="0" baseline="0" noProof="0" dirty="0">
                <a:ln>
                  <a:noFill/>
                </a:ln>
                <a:solidFill>
                  <a:srgbClr val="FF0000"/>
                </a:solidFill>
                <a:effectLst/>
                <a:uLnTx/>
                <a:uFillTx/>
                <a:latin typeface="Arial MT"/>
                <a:ea typeface="+mn-ea"/>
                <a:cs typeface="Arial MT"/>
              </a:rPr>
              <a:t>the</a:t>
            </a:r>
            <a:r>
              <a:rPr kumimoji="0" sz="1800" b="0" i="0" u="none" strike="noStrike" kern="1200" cap="none" spc="-5" normalizeH="0" baseline="0" noProof="0" dirty="0">
                <a:ln>
                  <a:noFill/>
                </a:ln>
                <a:solidFill>
                  <a:srgbClr val="FF0000"/>
                </a:solidFill>
                <a:effectLst/>
                <a:uLnTx/>
                <a:uFillTx/>
                <a:latin typeface="Arial MT"/>
                <a:ea typeface="+mn-ea"/>
                <a:cs typeface="Arial MT"/>
              </a:rPr>
              <a:t> </a:t>
            </a:r>
            <a:r>
              <a:rPr kumimoji="0" sz="1800" b="0" i="0" u="none" strike="noStrike" kern="1200" cap="none" spc="0" normalizeH="0" baseline="0" noProof="0" dirty="0">
                <a:ln>
                  <a:noFill/>
                </a:ln>
                <a:solidFill>
                  <a:srgbClr val="FF0000"/>
                </a:solidFill>
                <a:effectLst/>
                <a:uLnTx/>
                <a:uFillTx/>
                <a:latin typeface="Arial MT"/>
                <a:ea typeface="+mn-ea"/>
                <a:cs typeface="Arial MT"/>
              </a:rPr>
              <a:t>conclusion</a:t>
            </a:r>
            <a:r>
              <a:rPr kumimoji="0" sz="1800" b="0" i="0" u="none" strike="noStrike" kern="1200" cap="none" spc="-75" normalizeH="0" baseline="0" noProof="0" dirty="0">
                <a:ln>
                  <a:noFill/>
                </a:ln>
                <a:solidFill>
                  <a:srgbClr val="FF0000"/>
                </a:solidFill>
                <a:effectLst/>
                <a:uLnTx/>
                <a:uFillTx/>
                <a:latin typeface="Arial MT"/>
                <a:ea typeface="+mn-ea"/>
                <a:cs typeface="Arial MT"/>
              </a:rPr>
              <a:t> </a:t>
            </a:r>
            <a:r>
              <a:rPr kumimoji="0" sz="1800" b="0" i="0" u="none" strike="noStrike" kern="1200" cap="none" spc="0" normalizeH="0" baseline="0" noProof="0" dirty="0">
                <a:ln>
                  <a:noFill/>
                </a:ln>
                <a:solidFill>
                  <a:srgbClr val="FF0000"/>
                </a:solidFill>
                <a:effectLst/>
                <a:uLnTx/>
                <a:uFillTx/>
                <a:latin typeface="Arial MT"/>
                <a:ea typeface="+mn-ea"/>
                <a:cs typeface="Arial MT"/>
              </a:rPr>
              <a:t>to</a:t>
            </a:r>
            <a:r>
              <a:rPr kumimoji="0" sz="1800" b="0" i="0" u="none" strike="noStrike" kern="1200" cap="none" spc="15" normalizeH="0" baseline="0" noProof="0" dirty="0">
                <a:ln>
                  <a:noFill/>
                </a:ln>
                <a:solidFill>
                  <a:srgbClr val="FF0000"/>
                </a:solidFill>
                <a:effectLst/>
                <a:uLnTx/>
                <a:uFillTx/>
                <a:latin typeface="Arial MT"/>
                <a:ea typeface="+mn-ea"/>
                <a:cs typeface="Arial MT"/>
              </a:rPr>
              <a:t> </a:t>
            </a:r>
            <a:r>
              <a:rPr kumimoji="0" sz="1800" b="0" i="0" u="none" strike="noStrike" kern="1200" cap="none" spc="0" normalizeH="0" baseline="0" noProof="0" dirty="0">
                <a:ln>
                  <a:noFill/>
                </a:ln>
                <a:solidFill>
                  <a:srgbClr val="FF0000"/>
                </a:solidFill>
                <a:effectLst/>
                <a:uLnTx/>
                <a:uFillTx/>
                <a:latin typeface="Arial MT"/>
                <a:ea typeface="+mn-ea"/>
                <a:cs typeface="Arial MT"/>
              </a:rPr>
              <a:t>known</a:t>
            </a:r>
            <a:r>
              <a:rPr kumimoji="0" sz="1800" b="0" i="0" u="none" strike="noStrike" kern="1200" cap="none" spc="-5" normalizeH="0" baseline="0" noProof="0" dirty="0">
                <a:ln>
                  <a:noFill/>
                </a:ln>
                <a:solidFill>
                  <a:srgbClr val="FF0000"/>
                </a:solidFill>
                <a:effectLst/>
                <a:uLnTx/>
                <a:uFillTx/>
                <a:latin typeface="Arial MT"/>
                <a:ea typeface="+mn-ea"/>
                <a:cs typeface="Arial MT"/>
              </a:rPr>
              <a:t> </a:t>
            </a:r>
            <a:r>
              <a:rPr kumimoji="0" sz="1800" b="0" i="0" u="none" strike="noStrike" kern="1200" cap="none" spc="-10" normalizeH="0" baseline="0" noProof="0" dirty="0">
                <a:ln>
                  <a:noFill/>
                </a:ln>
                <a:solidFill>
                  <a:srgbClr val="FF0000"/>
                </a:solidFill>
                <a:effectLst/>
                <a:uLnTx/>
                <a:uFillTx/>
                <a:latin typeface="Arial MT"/>
                <a:ea typeface="+mn-ea"/>
                <a:cs typeface="Arial MT"/>
              </a:rPr>
              <a:t>facts</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Repeat</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steps</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till</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no</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new</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facts</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added</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or 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query</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10" normalizeH="0" baseline="0" noProof="0" dirty="0">
                <a:ln>
                  <a:noFill/>
                </a:ln>
                <a:solidFill>
                  <a:prstClr val="black"/>
                </a:solidFill>
                <a:effectLst/>
                <a:uLnTx/>
                <a:uFillTx/>
                <a:latin typeface="Arial MT"/>
                <a:ea typeface="+mn-ea"/>
                <a:cs typeface="Arial MT"/>
              </a:rPr>
              <a:t> answered</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p:txBody>
      </p:sp>
      <p:pic>
        <p:nvPicPr>
          <p:cNvPr id="7" name="object 2"/>
          <p:cNvPicPr/>
          <p:nvPr/>
        </p:nvPicPr>
        <p:blipFill>
          <a:blip r:embed="rId2" cstate="print"/>
          <a:stretch>
            <a:fillRect/>
          </a:stretch>
        </p:blipFill>
        <p:spPr>
          <a:xfrm>
            <a:off x="304800" y="1335023"/>
            <a:ext cx="8339328" cy="2398776"/>
          </a:xfrm>
          <a:prstGeom prst="rect">
            <a:avLst/>
          </a:prstGeom>
        </p:spPr>
      </p:pic>
    </p:spTree>
    <p:extLst>
      <p:ext uri="{BB962C8B-B14F-4D97-AF65-F5344CB8AC3E}">
        <p14:creationId xmlns:p14="http://schemas.microsoft.com/office/powerpoint/2010/main" val="34750195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3" name="object 3"/>
          <p:cNvPicPr/>
          <p:nvPr/>
        </p:nvPicPr>
        <p:blipFill>
          <a:blip r:embed="rId2" cstate="print"/>
          <a:stretch>
            <a:fillRect/>
          </a:stretch>
        </p:blipFill>
        <p:spPr>
          <a:xfrm>
            <a:off x="95250" y="1377707"/>
            <a:ext cx="6858000" cy="1371600"/>
          </a:xfrm>
          <a:prstGeom prst="rect">
            <a:avLst/>
          </a:prstGeom>
        </p:spPr>
      </p:pic>
      <p:sp>
        <p:nvSpPr>
          <p:cNvPr id="4" name="object 4"/>
          <p:cNvSpPr txBox="1"/>
          <p:nvPr/>
        </p:nvSpPr>
        <p:spPr>
          <a:xfrm>
            <a:off x="6879881" y="1377707"/>
            <a:ext cx="2190750" cy="119634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20100"/>
              </a:lnSpc>
              <a:spcBef>
                <a:spcPts val="95"/>
              </a:spcBef>
              <a:spcAft>
                <a:spcPts val="0"/>
              </a:spcAft>
              <a:buClrTx/>
              <a:buSzTx/>
              <a:buFontTx/>
              <a:buNone/>
              <a:tabLst/>
              <a:defRPr/>
            </a:pPr>
            <a:r>
              <a:rPr kumimoji="0" sz="1600" b="0" i="0" u="none" strike="noStrike" kern="1200" cap="none" spc="-5" normalizeH="0" baseline="0" noProof="0" dirty="0">
                <a:ln>
                  <a:noFill/>
                </a:ln>
                <a:solidFill>
                  <a:srgbClr val="6F2F9F"/>
                </a:solidFill>
                <a:effectLst/>
                <a:uLnTx/>
                <a:uFillTx/>
                <a:latin typeface="Arial MT"/>
                <a:ea typeface="+mn-ea"/>
                <a:cs typeface="Arial MT"/>
              </a:rPr>
              <a:t>Missile(M1) </a:t>
            </a:r>
            <a:r>
              <a:rPr kumimoji="0" sz="1600" b="0" i="0" u="none" strike="noStrike" kern="1200" cap="none" spc="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Owns(Nono,</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M1) </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American</a:t>
            </a:r>
            <a:r>
              <a:rPr kumimoji="0" sz="1600" b="0" i="0" u="none" strike="noStrike" kern="1200" cap="none" spc="7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(West) </a:t>
            </a:r>
            <a:r>
              <a:rPr kumimoji="0" sz="1600" b="0" i="0" u="none" strike="noStrike" kern="1200" cap="none" spc="10" normalizeH="0" baseline="0" noProof="0" dirty="0">
                <a:ln>
                  <a:noFill/>
                </a:ln>
                <a:solidFill>
                  <a:srgbClr val="6F2F9F"/>
                </a:solidFill>
                <a:effectLst/>
                <a:uLnTx/>
                <a:uFillTx/>
                <a:latin typeface="Arial MT"/>
                <a:ea typeface="+mn-ea"/>
                <a:cs typeface="Arial MT"/>
              </a:rPr>
              <a:t> E</a:t>
            </a:r>
            <a:r>
              <a:rPr kumimoji="0" sz="1600" b="0" i="0" u="none" strike="noStrike" kern="1200" cap="none" spc="-10" normalizeH="0" baseline="0" noProof="0" dirty="0">
                <a:ln>
                  <a:noFill/>
                </a:ln>
                <a:solidFill>
                  <a:srgbClr val="6F2F9F"/>
                </a:solidFill>
                <a:effectLst/>
                <a:uLnTx/>
                <a:uFillTx/>
                <a:latin typeface="Arial MT"/>
                <a:ea typeface="+mn-ea"/>
                <a:cs typeface="Arial MT"/>
              </a:rPr>
              <a:t>ne</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0" normalizeH="0" baseline="0" noProof="0" dirty="0">
                <a:ln>
                  <a:noFill/>
                </a:ln>
                <a:solidFill>
                  <a:srgbClr val="6F2F9F"/>
                </a:solidFill>
                <a:effectLst/>
                <a:uLnTx/>
                <a:uFillTx/>
                <a:latin typeface="Arial MT"/>
                <a:ea typeface="+mn-ea"/>
                <a:cs typeface="Arial MT"/>
              </a:rPr>
              <a:t>y</a:t>
            </a:r>
            <a:r>
              <a:rPr kumimoji="0" sz="1600" b="0" i="0" u="none" strike="noStrike" kern="1200" cap="none" spc="-5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t>
            </a:r>
            <a:r>
              <a:rPr kumimoji="0" sz="1600" b="0" i="0" u="none" strike="noStrike" kern="1200" cap="none" spc="-10" normalizeH="0" baseline="0" noProof="0" dirty="0">
                <a:ln>
                  <a:noFill/>
                </a:ln>
                <a:solidFill>
                  <a:srgbClr val="6F2F9F"/>
                </a:solidFill>
                <a:effectLst/>
                <a:uLnTx/>
                <a:uFillTx/>
                <a:latin typeface="Arial MT"/>
                <a:ea typeface="+mn-ea"/>
                <a:cs typeface="Arial MT"/>
              </a:rPr>
              <a:t>Non</a:t>
            </a:r>
            <a:r>
              <a:rPr kumimoji="0" sz="1600" b="0" i="0" u="none" strike="noStrike" kern="1200" cap="none" spc="-5" normalizeH="0" baseline="0" noProof="0" dirty="0">
                <a:ln>
                  <a:noFill/>
                </a:ln>
                <a:solidFill>
                  <a:srgbClr val="6F2F9F"/>
                </a:solidFill>
                <a:effectLst/>
                <a:uLnTx/>
                <a:uFillTx/>
                <a:latin typeface="Arial MT"/>
                <a:ea typeface="+mn-ea"/>
                <a:cs typeface="Arial MT"/>
              </a:rPr>
              <a:t>o</a:t>
            </a:r>
            <a:r>
              <a:rPr kumimoji="0" sz="1600" b="0" i="0" u="none" strike="noStrike" kern="1200" cap="none" spc="0" normalizeH="0" baseline="0" noProof="0" dirty="0">
                <a:ln>
                  <a:noFill/>
                </a:ln>
                <a:solidFill>
                  <a:srgbClr val="6F2F9F"/>
                </a:solidFill>
                <a:effectLst/>
                <a:uLnTx/>
                <a:uFillTx/>
                <a:latin typeface="Arial MT"/>
                <a:ea typeface="+mn-ea"/>
                <a:cs typeface="Arial MT"/>
              </a:rPr>
              <a:t>,</a:t>
            </a:r>
            <a:r>
              <a:rPr kumimoji="0" sz="1600" b="0" i="0" u="none" strike="noStrike" kern="1200" cap="none" spc="-80"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10" normalizeH="0" baseline="0" noProof="0" dirty="0">
                <a:ln>
                  <a:noFill/>
                </a:ln>
                <a:solidFill>
                  <a:srgbClr val="6F2F9F"/>
                </a:solidFill>
                <a:effectLst/>
                <a:uLnTx/>
                <a:uFillTx/>
                <a:latin typeface="Arial MT"/>
                <a:ea typeface="+mn-ea"/>
                <a:cs typeface="Arial MT"/>
              </a:rPr>
              <a:t>er</a:t>
            </a:r>
            <a:r>
              <a:rPr kumimoji="0" sz="1600" b="0" i="0" u="none" strike="noStrike" kern="1200" cap="none" spc="0" normalizeH="0" baseline="0" noProof="0" dirty="0">
                <a:ln>
                  <a:noFill/>
                </a:ln>
                <a:solidFill>
                  <a:srgbClr val="6F2F9F"/>
                </a:solidFill>
                <a:effectLst/>
                <a:uLnTx/>
                <a:uFillTx/>
                <a:latin typeface="Arial MT"/>
                <a:ea typeface="+mn-ea"/>
                <a:cs typeface="Arial MT"/>
              </a:rPr>
              <a:t>i</a:t>
            </a:r>
            <a:r>
              <a:rPr kumimoji="0" sz="1600" b="0" i="0" u="none" strike="noStrike" kern="1200" cap="none" spc="10" normalizeH="0" baseline="0" noProof="0" dirty="0">
                <a:ln>
                  <a:noFill/>
                </a:ln>
                <a:solidFill>
                  <a:srgbClr val="6F2F9F"/>
                </a:solidFill>
                <a:effectLst/>
                <a:uLnTx/>
                <a:uFillTx/>
                <a:latin typeface="Arial MT"/>
                <a:ea typeface="+mn-ea"/>
                <a:cs typeface="Arial MT"/>
              </a:rPr>
              <a:t>c</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0" normalizeH="0" baseline="0" noProof="0" dirty="0">
                <a:ln>
                  <a:noFill/>
                </a:ln>
                <a:solidFill>
                  <a:srgbClr val="6F2F9F"/>
                </a:solidFill>
                <a:effectLst/>
                <a:uLnTx/>
                <a:uFillTx/>
                <a:latin typeface="Arial MT"/>
                <a:ea typeface="+mn-ea"/>
                <a:cs typeface="Arial MT"/>
              </a:rPr>
              <a:t>)</a:t>
            </a:r>
            <a:endParaRPr kumimoji="0" sz="16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6" name="object 4"/>
          <p:cNvPicPr/>
          <p:nvPr/>
        </p:nvPicPr>
        <p:blipFill>
          <a:blip r:embed="rId3" cstate="print"/>
          <a:stretch>
            <a:fillRect/>
          </a:stretch>
        </p:blipFill>
        <p:spPr>
          <a:xfrm>
            <a:off x="609600" y="5562600"/>
            <a:ext cx="8641080" cy="685800"/>
          </a:xfrm>
          <a:prstGeom prst="rect">
            <a:avLst/>
          </a:prstGeom>
        </p:spPr>
      </p:pic>
    </p:spTree>
    <p:extLst>
      <p:ext uri="{BB962C8B-B14F-4D97-AF65-F5344CB8AC3E}">
        <p14:creationId xmlns:p14="http://schemas.microsoft.com/office/powerpoint/2010/main" val="39717374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pic>
        <p:nvPicPr>
          <p:cNvPr id="3" name="object 3"/>
          <p:cNvPicPr/>
          <p:nvPr/>
        </p:nvPicPr>
        <p:blipFill>
          <a:blip r:embed="rId2" cstate="print"/>
          <a:stretch>
            <a:fillRect/>
          </a:stretch>
        </p:blipFill>
        <p:spPr>
          <a:xfrm>
            <a:off x="95250" y="1377707"/>
            <a:ext cx="6858000" cy="1371600"/>
          </a:xfrm>
          <a:prstGeom prst="rect">
            <a:avLst/>
          </a:prstGeom>
        </p:spPr>
      </p:pic>
      <p:sp>
        <p:nvSpPr>
          <p:cNvPr id="4" name="object 4"/>
          <p:cNvSpPr txBox="1"/>
          <p:nvPr/>
        </p:nvSpPr>
        <p:spPr>
          <a:xfrm>
            <a:off x="6879881" y="1377707"/>
            <a:ext cx="2190750" cy="119634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20100"/>
              </a:lnSpc>
              <a:spcBef>
                <a:spcPts val="95"/>
              </a:spcBef>
              <a:spcAft>
                <a:spcPts val="0"/>
              </a:spcAft>
              <a:buClrTx/>
              <a:buSzTx/>
              <a:buFontTx/>
              <a:buNone/>
              <a:tabLst/>
              <a:defRPr/>
            </a:pPr>
            <a:r>
              <a:rPr kumimoji="0" sz="1600" b="0" i="0" u="none" strike="noStrike" kern="1200" cap="none" spc="-5" normalizeH="0" baseline="0" noProof="0" dirty="0">
                <a:ln>
                  <a:noFill/>
                </a:ln>
                <a:solidFill>
                  <a:srgbClr val="6F2F9F"/>
                </a:solidFill>
                <a:effectLst/>
                <a:uLnTx/>
                <a:uFillTx/>
                <a:latin typeface="Arial MT"/>
                <a:ea typeface="+mn-ea"/>
                <a:cs typeface="Arial MT"/>
              </a:rPr>
              <a:t>Missile(M1) </a:t>
            </a:r>
            <a:r>
              <a:rPr kumimoji="0" sz="1600" b="0" i="0" u="none" strike="noStrike" kern="1200" cap="none" spc="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Owns(Nono,</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M1) </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American</a:t>
            </a:r>
            <a:r>
              <a:rPr kumimoji="0" sz="1600" b="0" i="0" u="none" strike="noStrike" kern="1200" cap="none" spc="7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(West) </a:t>
            </a:r>
            <a:r>
              <a:rPr kumimoji="0" sz="1600" b="0" i="0" u="none" strike="noStrike" kern="1200" cap="none" spc="10" normalizeH="0" baseline="0" noProof="0" dirty="0">
                <a:ln>
                  <a:noFill/>
                </a:ln>
                <a:solidFill>
                  <a:srgbClr val="6F2F9F"/>
                </a:solidFill>
                <a:effectLst/>
                <a:uLnTx/>
                <a:uFillTx/>
                <a:latin typeface="Arial MT"/>
                <a:ea typeface="+mn-ea"/>
                <a:cs typeface="Arial MT"/>
              </a:rPr>
              <a:t> E</a:t>
            </a:r>
            <a:r>
              <a:rPr kumimoji="0" sz="1600" b="0" i="0" u="none" strike="noStrike" kern="1200" cap="none" spc="-10" normalizeH="0" baseline="0" noProof="0" dirty="0">
                <a:ln>
                  <a:noFill/>
                </a:ln>
                <a:solidFill>
                  <a:srgbClr val="6F2F9F"/>
                </a:solidFill>
                <a:effectLst/>
                <a:uLnTx/>
                <a:uFillTx/>
                <a:latin typeface="Arial MT"/>
                <a:ea typeface="+mn-ea"/>
                <a:cs typeface="Arial MT"/>
              </a:rPr>
              <a:t>ne</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0" normalizeH="0" baseline="0" noProof="0" dirty="0">
                <a:ln>
                  <a:noFill/>
                </a:ln>
                <a:solidFill>
                  <a:srgbClr val="6F2F9F"/>
                </a:solidFill>
                <a:effectLst/>
                <a:uLnTx/>
                <a:uFillTx/>
                <a:latin typeface="Arial MT"/>
                <a:ea typeface="+mn-ea"/>
                <a:cs typeface="Arial MT"/>
              </a:rPr>
              <a:t>y</a:t>
            </a:r>
            <a:r>
              <a:rPr kumimoji="0" sz="1600" b="0" i="0" u="none" strike="noStrike" kern="1200" cap="none" spc="-5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t>
            </a:r>
            <a:r>
              <a:rPr kumimoji="0" sz="1600" b="0" i="0" u="none" strike="noStrike" kern="1200" cap="none" spc="-10" normalizeH="0" baseline="0" noProof="0" dirty="0">
                <a:ln>
                  <a:noFill/>
                </a:ln>
                <a:solidFill>
                  <a:srgbClr val="6F2F9F"/>
                </a:solidFill>
                <a:effectLst/>
                <a:uLnTx/>
                <a:uFillTx/>
                <a:latin typeface="Arial MT"/>
                <a:ea typeface="+mn-ea"/>
                <a:cs typeface="Arial MT"/>
              </a:rPr>
              <a:t>Non</a:t>
            </a:r>
            <a:r>
              <a:rPr kumimoji="0" sz="1600" b="0" i="0" u="none" strike="noStrike" kern="1200" cap="none" spc="-5" normalizeH="0" baseline="0" noProof="0" dirty="0">
                <a:ln>
                  <a:noFill/>
                </a:ln>
                <a:solidFill>
                  <a:srgbClr val="6F2F9F"/>
                </a:solidFill>
                <a:effectLst/>
                <a:uLnTx/>
                <a:uFillTx/>
                <a:latin typeface="Arial MT"/>
                <a:ea typeface="+mn-ea"/>
                <a:cs typeface="Arial MT"/>
              </a:rPr>
              <a:t>o</a:t>
            </a:r>
            <a:r>
              <a:rPr kumimoji="0" sz="1600" b="0" i="0" u="none" strike="noStrike" kern="1200" cap="none" spc="0" normalizeH="0" baseline="0" noProof="0" dirty="0">
                <a:ln>
                  <a:noFill/>
                </a:ln>
                <a:solidFill>
                  <a:srgbClr val="6F2F9F"/>
                </a:solidFill>
                <a:effectLst/>
                <a:uLnTx/>
                <a:uFillTx/>
                <a:latin typeface="Arial MT"/>
                <a:ea typeface="+mn-ea"/>
                <a:cs typeface="Arial MT"/>
              </a:rPr>
              <a:t>,</a:t>
            </a:r>
            <a:r>
              <a:rPr kumimoji="0" sz="1600" b="0" i="0" u="none" strike="noStrike" kern="1200" cap="none" spc="-80"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10" normalizeH="0" baseline="0" noProof="0" dirty="0">
                <a:ln>
                  <a:noFill/>
                </a:ln>
                <a:solidFill>
                  <a:srgbClr val="6F2F9F"/>
                </a:solidFill>
                <a:effectLst/>
                <a:uLnTx/>
                <a:uFillTx/>
                <a:latin typeface="Arial MT"/>
                <a:ea typeface="+mn-ea"/>
                <a:cs typeface="Arial MT"/>
              </a:rPr>
              <a:t>er</a:t>
            </a:r>
            <a:r>
              <a:rPr kumimoji="0" sz="1600" b="0" i="0" u="none" strike="noStrike" kern="1200" cap="none" spc="0" normalizeH="0" baseline="0" noProof="0" dirty="0">
                <a:ln>
                  <a:noFill/>
                </a:ln>
                <a:solidFill>
                  <a:srgbClr val="6F2F9F"/>
                </a:solidFill>
                <a:effectLst/>
                <a:uLnTx/>
                <a:uFillTx/>
                <a:latin typeface="Arial MT"/>
                <a:ea typeface="+mn-ea"/>
                <a:cs typeface="Arial MT"/>
              </a:rPr>
              <a:t>i</a:t>
            </a:r>
            <a:r>
              <a:rPr kumimoji="0" sz="1600" b="0" i="0" u="none" strike="noStrike" kern="1200" cap="none" spc="10" normalizeH="0" baseline="0" noProof="0" dirty="0">
                <a:ln>
                  <a:noFill/>
                </a:ln>
                <a:solidFill>
                  <a:srgbClr val="6F2F9F"/>
                </a:solidFill>
                <a:effectLst/>
                <a:uLnTx/>
                <a:uFillTx/>
                <a:latin typeface="Arial MT"/>
                <a:ea typeface="+mn-ea"/>
                <a:cs typeface="Arial MT"/>
              </a:rPr>
              <a:t>c</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0" normalizeH="0" baseline="0" noProof="0" dirty="0">
                <a:ln>
                  <a:noFill/>
                </a:ln>
                <a:solidFill>
                  <a:srgbClr val="6F2F9F"/>
                </a:solidFill>
                <a:effectLst/>
                <a:uLnTx/>
                <a:uFillTx/>
                <a:latin typeface="Arial MT"/>
                <a:ea typeface="+mn-ea"/>
                <a:cs typeface="Arial MT"/>
              </a:rPr>
              <a:t>)</a:t>
            </a:r>
            <a:endParaRPr kumimoji="0" sz="1600"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grpSp>
        <p:nvGrpSpPr>
          <p:cNvPr id="7" name="object 4"/>
          <p:cNvGrpSpPr/>
          <p:nvPr/>
        </p:nvGrpSpPr>
        <p:grpSpPr>
          <a:xfrm>
            <a:off x="609600" y="4267200"/>
            <a:ext cx="8641080" cy="2286000"/>
            <a:chOff x="304800" y="3581400"/>
            <a:chExt cx="8641080" cy="2286000"/>
          </a:xfrm>
        </p:grpSpPr>
        <p:pic>
          <p:nvPicPr>
            <p:cNvPr id="8" name="object 5"/>
            <p:cNvPicPr/>
            <p:nvPr/>
          </p:nvPicPr>
          <p:blipFill>
            <a:blip r:embed="rId3" cstate="print"/>
            <a:stretch>
              <a:fillRect/>
            </a:stretch>
          </p:blipFill>
          <p:spPr>
            <a:xfrm>
              <a:off x="304800" y="5181600"/>
              <a:ext cx="8641080" cy="685800"/>
            </a:xfrm>
            <a:prstGeom prst="rect">
              <a:avLst/>
            </a:prstGeom>
          </p:spPr>
        </p:pic>
        <p:pic>
          <p:nvPicPr>
            <p:cNvPr id="9" name="object 6"/>
            <p:cNvPicPr/>
            <p:nvPr/>
          </p:nvPicPr>
          <p:blipFill>
            <a:blip r:embed="rId4" cstate="print"/>
            <a:stretch>
              <a:fillRect/>
            </a:stretch>
          </p:blipFill>
          <p:spPr>
            <a:xfrm>
              <a:off x="6096000" y="3581400"/>
              <a:ext cx="1905000" cy="1639824"/>
            </a:xfrm>
            <a:prstGeom prst="rect">
              <a:avLst/>
            </a:prstGeom>
          </p:spPr>
        </p:pic>
        <p:pic>
          <p:nvPicPr>
            <p:cNvPr id="10" name="object 7"/>
            <p:cNvPicPr/>
            <p:nvPr/>
          </p:nvPicPr>
          <p:blipFill>
            <a:blip r:embed="rId5" cstate="print"/>
            <a:stretch>
              <a:fillRect/>
            </a:stretch>
          </p:blipFill>
          <p:spPr>
            <a:xfrm>
              <a:off x="2133600" y="3810000"/>
              <a:ext cx="3819144" cy="1402080"/>
            </a:xfrm>
            <a:prstGeom prst="rect">
              <a:avLst/>
            </a:prstGeom>
          </p:spPr>
        </p:pic>
      </p:grpSp>
    </p:spTree>
    <p:extLst>
      <p:ext uri="{BB962C8B-B14F-4D97-AF65-F5344CB8AC3E}">
        <p14:creationId xmlns:p14="http://schemas.microsoft.com/office/powerpoint/2010/main" val="306001222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grpSp>
        <p:nvGrpSpPr>
          <p:cNvPr id="11" name="object 2"/>
          <p:cNvGrpSpPr/>
          <p:nvPr/>
        </p:nvGrpSpPr>
        <p:grpSpPr>
          <a:xfrm>
            <a:off x="383540" y="1447800"/>
            <a:ext cx="8229600" cy="4864459"/>
            <a:chOff x="0" y="1008888"/>
            <a:chExt cx="8964295" cy="5431790"/>
          </a:xfrm>
        </p:grpSpPr>
        <p:pic>
          <p:nvPicPr>
            <p:cNvPr id="12" name="object 3"/>
            <p:cNvPicPr/>
            <p:nvPr/>
          </p:nvPicPr>
          <p:blipFill>
            <a:blip r:embed="rId2" cstate="print"/>
            <a:stretch>
              <a:fillRect/>
            </a:stretch>
          </p:blipFill>
          <p:spPr>
            <a:xfrm>
              <a:off x="457200" y="1008888"/>
              <a:ext cx="6858000" cy="1371600"/>
            </a:xfrm>
            <a:prstGeom prst="rect">
              <a:avLst/>
            </a:prstGeom>
          </p:spPr>
        </p:pic>
        <p:pic>
          <p:nvPicPr>
            <p:cNvPr id="13" name="object 4"/>
            <p:cNvPicPr/>
            <p:nvPr/>
          </p:nvPicPr>
          <p:blipFill>
            <a:blip r:embed="rId3" cstate="print"/>
            <a:stretch>
              <a:fillRect/>
            </a:stretch>
          </p:blipFill>
          <p:spPr>
            <a:xfrm>
              <a:off x="323088" y="2325624"/>
              <a:ext cx="8641080" cy="4114800"/>
            </a:xfrm>
            <a:prstGeom prst="rect">
              <a:avLst/>
            </a:prstGeom>
          </p:spPr>
        </p:pic>
      </p:grpSp>
    </p:spTree>
    <p:extLst>
      <p:ext uri="{BB962C8B-B14F-4D97-AF65-F5344CB8AC3E}">
        <p14:creationId xmlns:p14="http://schemas.microsoft.com/office/powerpoint/2010/main" val="146378121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22173"/>
            <a:ext cx="2339975" cy="391795"/>
          </a:xfrm>
          <a:prstGeom prst="rect">
            <a:avLst/>
          </a:prstGeom>
        </p:spPr>
        <p:txBody>
          <a:bodyPr vert="horz" wrap="square" lIns="0" tIns="12700" rIns="0" bIns="0" rtlCol="0">
            <a:spAutoFit/>
          </a:bodyPr>
          <a:lstStyle/>
          <a:p>
            <a:pPr marL="12700">
              <a:lnSpc>
                <a:spcPct val="100000"/>
              </a:lnSpc>
              <a:spcBef>
                <a:spcPts val="100"/>
              </a:spcBef>
            </a:pPr>
            <a:r>
              <a:rPr sz="2400" b="1" spc="-150" dirty="0">
                <a:solidFill>
                  <a:srgbClr val="C00000"/>
                </a:solidFill>
                <a:latin typeface="Arial"/>
                <a:cs typeface="Arial"/>
              </a:rPr>
              <a:t>Fo</a:t>
            </a:r>
            <a:r>
              <a:rPr sz="2400" b="1" spc="-140" dirty="0">
                <a:solidFill>
                  <a:srgbClr val="C00000"/>
                </a:solidFill>
                <a:latin typeface="Arial"/>
                <a:cs typeface="Arial"/>
              </a:rPr>
              <a:t>r</a:t>
            </a:r>
            <a:r>
              <a:rPr sz="2400" b="1" spc="-95" dirty="0">
                <a:solidFill>
                  <a:srgbClr val="C00000"/>
                </a:solidFill>
                <a:latin typeface="Arial"/>
                <a:cs typeface="Arial"/>
              </a:rPr>
              <a:t>w</a:t>
            </a:r>
            <a:r>
              <a:rPr sz="2400" b="1" spc="-160" dirty="0">
                <a:solidFill>
                  <a:srgbClr val="C00000"/>
                </a:solidFill>
                <a:latin typeface="Arial"/>
                <a:cs typeface="Arial"/>
              </a:rPr>
              <a:t>a</a:t>
            </a:r>
            <a:r>
              <a:rPr sz="2400" b="1" spc="-140" dirty="0">
                <a:solidFill>
                  <a:srgbClr val="C00000"/>
                </a:solidFill>
                <a:latin typeface="Arial"/>
                <a:cs typeface="Arial"/>
              </a:rPr>
              <a:t>r</a:t>
            </a:r>
            <a:r>
              <a:rPr sz="2400" b="1" dirty="0">
                <a:solidFill>
                  <a:srgbClr val="C00000"/>
                </a:solidFill>
                <a:latin typeface="Arial"/>
                <a:cs typeface="Arial"/>
              </a:rPr>
              <a:t>d</a:t>
            </a:r>
            <a:r>
              <a:rPr sz="2400" b="1" spc="-380" dirty="0">
                <a:solidFill>
                  <a:srgbClr val="C00000"/>
                </a:solidFill>
                <a:latin typeface="Arial"/>
                <a:cs typeface="Arial"/>
              </a:rPr>
              <a:t> </a:t>
            </a:r>
            <a:r>
              <a:rPr sz="2400" b="1" spc="-150" dirty="0">
                <a:solidFill>
                  <a:srgbClr val="C00000"/>
                </a:solidFill>
                <a:latin typeface="Arial"/>
                <a:cs typeface="Arial"/>
              </a:rPr>
              <a:t>Ch</a:t>
            </a:r>
            <a:r>
              <a:rPr sz="2400" b="1" spc="-135" dirty="0">
                <a:solidFill>
                  <a:srgbClr val="C00000"/>
                </a:solidFill>
                <a:latin typeface="Arial"/>
                <a:cs typeface="Arial"/>
              </a:rPr>
              <a:t>a</a:t>
            </a:r>
            <a:r>
              <a:rPr sz="2400" b="1" spc="-140" dirty="0">
                <a:solidFill>
                  <a:srgbClr val="C00000"/>
                </a:solidFill>
                <a:latin typeface="Arial"/>
                <a:cs typeface="Arial"/>
              </a:rPr>
              <a:t>i</a:t>
            </a:r>
            <a:r>
              <a:rPr sz="2400" b="1" spc="-150" dirty="0">
                <a:solidFill>
                  <a:srgbClr val="C00000"/>
                </a:solidFill>
                <a:latin typeface="Arial"/>
                <a:cs typeface="Arial"/>
              </a:rPr>
              <a:t>n</a:t>
            </a:r>
            <a:r>
              <a:rPr sz="2400" b="1" spc="-140" dirty="0">
                <a:solidFill>
                  <a:srgbClr val="C00000"/>
                </a:solidFill>
                <a:latin typeface="Arial"/>
                <a:cs typeface="Arial"/>
              </a:rPr>
              <a:t>i</a:t>
            </a:r>
            <a:r>
              <a:rPr sz="2400" b="1" spc="-150" dirty="0">
                <a:solidFill>
                  <a:srgbClr val="C00000"/>
                </a:solidFill>
                <a:latin typeface="Arial"/>
                <a:cs typeface="Arial"/>
              </a:rPr>
              <a:t>n</a:t>
            </a:r>
            <a:r>
              <a:rPr sz="2400" b="1" dirty="0">
                <a:solidFill>
                  <a:srgbClr val="C00000"/>
                </a:solidFill>
                <a:latin typeface="Arial"/>
                <a:cs typeface="Arial"/>
              </a:rPr>
              <a:t>g</a:t>
            </a:r>
            <a:endParaRPr sz="2400">
              <a:latin typeface="Arial"/>
              <a:cs typeface="Arial"/>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sp>
        <p:nvSpPr>
          <p:cNvPr id="7" name="object 2"/>
          <p:cNvSpPr txBox="1"/>
          <p:nvPr/>
        </p:nvSpPr>
        <p:spPr>
          <a:xfrm>
            <a:off x="383540" y="1467227"/>
            <a:ext cx="7574280" cy="1946275"/>
          </a:xfrm>
          <a:prstGeom prst="rect">
            <a:avLst/>
          </a:prstGeom>
        </p:spPr>
        <p:txBody>
          <a:bodyPr vert="horz" wrap="square" lIns="0" tIns="67310" rIns="0" bIns="0" rtlCol="0">
            <a:spAutoFit/>
          </a:bodyPr>
          <a:lstStyle/>
          <a:p>
            <a:pPr marL="12700" marR="0" lvl="0" indent="0" algn="l" defTabSz="914400" rtl="0" eaLnBrk="1" fontAlgn="auto" latinLnBrk="0" hangingPunct="1">
              <a:lnSpc>
                <a:spcPct val="100000"/>
              </a:lnSpc>
              <a:spcBef>
                <a:spcPts val="530"/>
              </a:spcBef>
              <a:spcAft>
                <a:spcPts val="0"/>
              </a:spcAft>
              <a:buClrTx/>
              <a:buSzTx/>
              <a:buFontTx/>
              <a:buNone/>
              <a:tabLst/>
              <a:defRPr/>
            </a:pPr>
            <a:r>
              <a:rPr kumimoji="0" sz="1800" b="1" i="0" u="none" strike="noStrike" kern="1200" cap="none" spc="-10" normalizeH="0" baseline="0" noProof="0" dirty="0">
                <a:ln>
                  <a:noFill/>
                </a:ln>
                <a:solidFill>
                  <a:prstClr val="black"/>
                </a:solidFill>
                <a:effectLst/>
                <a:uLnTx/>
                <a:uFillTx/>
                <a:latin typeface="Arial"/>
                <a:ea typeface="+mn-ea"/>
                <a:cs typeface="Arial"/>
              </a:rPr>
              <a:t>Algorithm:</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56870" marR="0" lvl="0" indent="-344170" algn="l" defTabSz="914400" rtl="0" eaLnBrk="1" fontAlgn="auto" latinLnBrk="0" hangingPunct="1">
              <a:lnSpc>
                <a:spcPct val="100000"/>
              </a:lnSpc>
              <a:spcBef>
                <a:spcPts val="430"/>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Start</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from</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facts</a:t>
            </a:r>
            <a:r>
              <a:rPr kumimoji="0" sz="1800" b="0" i="0" u="none" strike="noStrike" kern="1200" cap="none" spc="49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 Conjunct</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Ordering</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 pos="5061585"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Trigger</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all</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rules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whose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premises</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satisfied</a:t>
            </a:r>
            <a:r>
              <a:rPr kumimoji="0" sz="1800" b="0" i="0" u="none" strike="noStrike" kern="1200" cap="none" spc="0"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Pattern</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Matching</a:t>
            </a:r>
            <a:endParaRPr kumimoji="0" sz="1800" b="0" i="0" u="none" strike="noStrike" kern="1200" cap="none" spc="0" normalizeH="0" baseline="0" noProof="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0"/>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Add</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conclusion</a:t>
            </a:r>
            <a:r>
              <a:rPr kumimoji="0" sz="1800" b="0" i="0" u="none" strike="noStrike" kern="1200" cap="none" spc="-9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to</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known</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 </a:t>
            </a:r>
            <a:r>
              <a:rPr kumimoji="0" sz="1800" b="1" i="0" u="none" strike="noStrike" kern="1200" cap="none" spc="0" normalizeH="0" baseline="0" noProof="0" dirty="0">
                <a:ln>
                  <a:noFill/>
                </a:ln>
                <a:solidFill>
                  <a:prstClr val="black"/>
                </a:solidFill>
                <a:effectLst/>
                <a:uLnTx/>
                <a:uFillTx/>
                <a:latin typeface="Arial"/>
                <a:ea typeface="+mn-ea"/>
                <a:cs typeface="Arial"/>
              </a:rPr>
              <a:t>Irrelevant</a:t>
            </a:r>
            <a:r>
              <a:rPr kumimoji="0" sz="1800" b="1" i="0" u="none" strike="noStrike" kern="1200" cap="none" spc="-20" normalizeH="0" baseline="0" noProof="0" dirty="0">
                <a:ln>
                  <a:noFill/>
                </a:ln>
                <a:solidFill>
                  <a:prstClr val="black"/>
                </a:solidFill>
                <a:effectLst/>
                <a:uLnTx/>
                <a:uFillTx/>
                <a:latin typeface="Arial"/>
                <a:ea typeface="+mn-ea"/>
                <a:cs typeface="Arial"/>
              </a:rPr>
              <a:t> </a:t>
            </a:r>
            <a:r>
              <a:rPr kumimoji="0" sz="1800" b="1" i="0" u="none" strike="noStrike" kern="1200" cap="none" spc="-10" normalizeH="0" baseline="0" noProof="0" dirty="0">
                <a:ln>
                  <a:noFill/>
                </a:ln>
                <a:solidFill>
                  <a:prstClr val="black"/>
                </a:solidFill>
                <a:effectLst/>
                <a:uLnTx/>
                <a:uFillTx/>
                <a:latin typeface="Arial"/>
                <a:ea typeface="+mn-ea"/>
                <a:cs typeface="Arial"/>
              </a:rPr>
              <a:t>Facts</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56870" marR="5080" lvl="0" indent="-344805"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Repeat</a:t>
            </a:r>
            <a:r>
              <a:rPr kumimoji="0" sz="1800" b="0" i="0" u="none" strike="noStrike" kern="1200" cap="none" spc="-5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steps</a:t>
            </a:r>
            <a:r>
              <a:rPr kumimoji="0" sz="1800" b="0" i="0" u="none" strike="noStrike" kern="1200" cap="none" spc="-7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till</a:t>
            </a:r>
            <a:r>
              <a:rPr kumimoji="0" sz="1800" b="0" i="0" u="none" strike="noStrike" kern="1200" cap="none" spc="-7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no</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new</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facts</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are</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added</a:t>
            </a:r>
            <a:r>
              <a:rPr kumimoji="0" sz="1800" b="0" i="0" u="none" strike="noStrike" kern="1200" cap="none" spc="-7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or</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query</a:t>
            </a:r>
            <a:r>
              <a:rPr kumimoji="0" sz="1800" b="0" i="0" u="none" strike="noStrike" kern="1200" cap="none" spc="-6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answered</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5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Redundant</a:t>
            </a:r>
            <a:r>
              <a:rPr kumimoji="0" sz="1800" b="0" i="0" u="none" strike="noStrike" kern="1200" cap="none" spc="-10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Rule</a:t>
            </a:r>
            <a:r>
              <a:rPr kumimoji="0" sz="1800" b="0" i="0" u="none" strike="noStrike" kern="1200" cap="none" spc="-7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Matching</a:t>
            </a:r>
            <a:endParaRPr kumimoji="0" sz="1800" b="0" i="0" u="none" strike="noStrike" kern="1200" cap="none" spc="0" normalizeH="0" baseline="0" noProof="0">
              <a:ln>
                <a:noFill/>
              </a:ln>
              <a:solidFill>
                <a:prstClr val="black"/>
              </a:solidFill>
              <a:effectLst/>
              <a:uLnTx/>
              <a:uFillTx/>
              <a:latin typeface="Arial MT"/>
              <a:ea typeface="+mn-ea"/>
              <a:cs typeface="Arial MT"/>
            </a:endParaRPr>
          </a:p>
        </p:txBody>
      </p:sp>
    </p:spTree>
    <p:extLst>
      <p:ext uri="{BB962C8B-B14F-4D97-AF65-F5344CB8AC3E}">
        <p14:creationId xmlns:p14="http://schemas.microsoft.com/office/powerpoint/2010/main" val="577562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4" name="Picture 3"/>
          <p:cNvPicPr>
            <a:picLocks noChangeAspect="1"/>
          </p:cNvPicPr>
          <p:nvPr/>
        </p:nvPicPr>
        <p:blipFill>
          <a:blip r:embed="rId2"/>
          <a:stretch>
            <a:fillRect/>
          </a:stretch>
        </p:blipFill>
        <p:spPr>
          <a:xfrm>
            <a:off x="228600" y="304800"/>
            <a:ext cx="2877561" cy="646232"/>
          </a:xfrm>
          <a:prstGeom prst="rect">
            <a:avLst/>
          </a:prstGeom>
        </p:spPr>
      </p:pic>
      <p:sp>
        <p:nvSpPr>
          <p:cNvPr id="8" name="object 2"/>
          <p:cNvSpPr txBox="1"/>
          <p:nvPr/>
        </p:nvSpPr>
        <p:spPr>
          <a:xfrm>
            <a:off x="383540" y="1467227"/>
            <a:ext cx="6541770" cy="2988945"/>
          </a:xfrm>
          <a:prstGeom prst="rect">
            <a:avLst/>
          </a:prstGeom>
        </p:spPr>
        <p:txBody>
          <a:bodyPr vert="horz" wrap="square" lIns="0" tIns="67310" rIns="0" bIns="0" rtlCol="0">
            <a:spAutoFit/>
          </a:bodyPr>
          <a:lstStyle/>
          <a:p>
            <a:pPr marL="12700" marR="0" lvl="0" indent="0" algn="l" defTabSz="914400" rtl="0" eaLnBrk="1" fontAlgn="auto" latinLnBrk="0" hangingPunct="1">
              <a:lnSpc>
                <a:spcPct val="100000"/>
              </a:lnSpc>
              <a:spcBef>
                <a:spcPts val="530"/>
              </a:spcBef>
              <a:spcAft>
                <a:spcPts val="0"/>
              </a:spcAft>
              <a:buClrTx/>
              <a:buSzTx/>
              <a:buFontTx/>
              <a:buNone/>
              <a:tabLst/>
              <a:defRPr/>
            </a:pPr>
            <a:r>
              <a:rPr kumimoji="0" sz="1800" b="1" i="0" u="none" strike="noStrike" kern="1200" cap="none" spc="-10" normalizeH="0" baseline="0" noProof="0" dirty="0">
                <a:ln>
                  <a:noFill/>
                </a:ln>
                <a:solidFill>
                  <a:prstClr val="black"/>
                </a:solidFill>
                <a:effectLst/>
                <a:uLnTx/>
                <a:uFillTx/>
                <a:latin typeface="Arial"/>
                <a:ea typeface="+mn-ea"/>
                <a:cs typeface="Arial"/>
              </a:rPr>
              <a:t>Algorithm:</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56870" marR="0" lvl="0" indent="-344170" algn="l" defTabSz="914400" rtl="0" eaLnBrk="1" fontAlgn="auto" latinLnBrk="0" hangingPunct="1">
              <a:lnSpc>
                <a:spcPct val="100000"/>
              </a:lnSpc>
              <a:spcBef>
                <a:spcPts val="430"/>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Form</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Definite</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Clause</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Start</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from</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20" normalizeH="0" baseline="0" noProof="0" dirty="0">
                <a:ln>
                  <a:noFill/>
                </a:ln>
                <a:solidFill>
                  <a:prstClr val="black"/>
                </a:solidFill>
                <a:effectLst/>
                <a:uLnTx/>
                <a:uFillTx/>
                <a:latin typeface="Arial MT"/>
                <a:ea typeface="+mn-ea"/>
                <a:cs typeface="Arial MT"/>
              </a:rPr>
              <a:t>Goals</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0"/>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Search</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through</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rules</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to</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find</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that</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support</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20"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proof</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356870" marR="0" lvl="0" indent="-344170" algn="l" defTabSz="914400" rtl="0" eaLnBrk="1" fontAlgn="auto" latinLnBrk="0" hangingPunct="1">
              <a:lnSpc>
                <a:spcPct val="100000"/>
              </a:lnSpc>
              <a:spcBef>
                <a:spcPts val="434"/>
              </a:spcBef>
              <a:spcAft>
                <a:spcPts val="0"/>
              </a:spcAft>
              <a:buClr>
                <a:srgbClr val="0F1141"/>
              </a:buClr>
              <a:buSzTx/>
              <a:buFontTx/>
              <a:buAutoNum type="arabicPeriod"/>
              <a:tabLst>
                <a:tab pos="356870" algn="l"/>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If</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it</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stops</a:t>
            </a:r>
            <a:r>
              <a:rPr kumimoji="0" sz="1800" b="0" i="0" u="none" strike="noStrike" kern="1200" cap="none" spc="-3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in</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the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fact</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which</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is</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to</a:t>
            </a:r>
            <a:r>
              <a:rPr kumimoji="0" sz="1800" b="0" i="0" u="none" strike="noStrike" kern="1200" cap="none" spc="1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be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proved</a:t>
            </a:r>
            <a:r>
              <a:rPr kumimoji="0" sz="1800" b="0" i="0" u="none" strike="noStrike" kern="1200" cap="none" spc="40"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Wingdings"/>
                <a:ea typeface="+mn-ea"/>
                <a:cs typeface="Wingdings"/>
              </a:rPr>
              <a:t></a:t>
            </a:r>
            <a:r>
              <a:rPr kumimoji="0" sz="1800" b="0" i="0" u="none" strike="noStrike" kern="1200" cap="none" spc="45" normalizeH="0" baseline="0" noProof="0" dirty="0">
                <a:ln>
                  <a:noFill/>
                </a:ln>
                <a:solidFill>
                  <a:prstClr val="black"/>
                </a:solidFill>
                <a:effectLst/>
                <a:uLnTx/>
                <a:uFillTx/>
                <a:latin typeface="Times New Roman"/>
                <a:ea typeface="+mn-ea"/>
                <a:cs typeface="Times New Roman"/>
              </a:rPr>
              <a:t> </a:t>
            </a:r>
            <a:r>
              <a:rPr kumimoji="0" sz="1800" b="0" i="0" u="none" strike="noStrike" kern="1200" cap="none" spc="0" normalizeH="0" baseline="0" noProof="0" dirty="0">
                <a:ln>
                  <a:noFill/>
                </a:ln>
                <a:solidFill>
                  <a:prstClr val="black"/>
                </a:solidFill>
                <a:effectLst/>
                <a:uLnTx/>
                <a:uFillTx/>
                <a:latin typeface="Arial MT"/>
                <a:ea typeface="+mn-ea"/>
                <a:cs typeface="Arial MT"/>
              </a:rPr>
              <a:t>Empty</a:t>
            </a:r>
            <a:r>
              <a:rPr kumimoji="0" sz="1800" b="0" i="0" u="none" strike="noStrike" kern="1200" cap="none" spc="-2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Set-</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25" normalizeH="0" baseline="0" noProof="0" dirty="0">
                <a:ln>
                  <a:noFill/>
                </a:ln>
                <a:solidFill>
                  <a:prstClr val="black"/>
                </a:solidFill>
                <a:effectLst/>
                <a:uLnTx/>
                <a:uFillTx/>
                <a:latin typeface="Arial MT"/>
                <a:ea typeface="+mn-ea"/>
                <a:cs typeface="Arial MT"/>
              </a:rPr>
              <a:t>LHS</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sz="2850" b="0" i="0" u="none" strike="noStrike" kern="1200" cap="none" spc="0" normalizeH="0" baseline="0" noProof="0" dirty="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Divide</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&amp;</a:t>
            </a:r>
            <a:r>
              <a:rPr kumimoji="0" sz="1800" b="0" i="0" u="none" strike="noStrike" kern="1200" cap="none" spc="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Conquer</a:t>
            </a:r>
            <a:r>
              <a:rPr kumimoji="0" sz="1800" b="0" i="0" u="none" strike="noStrike" kern="1200" cap="none" spc="-3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Strategy</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ct val="100000"/>
              </a:lnSpc>
              <a:spcBef>
                <a:spcPts val="434"/>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Arial MT"/>
                <a:ea typeface="+mn-ea"/>
                <a:cs typeface="Arial MT"/>
              </a:rPr>
              <a:t>Substitution</a:t>
            </a:r>
            <a:r>
              <a:rPr kumimoji="0" sz="1800" b="0" i="0" u="none" strike="noStrike" kern="1200" cap="none" spc="-45" normalizeH="0" baseline="0" noProof="0" dirty="0">
                <a:ln>
                  <a:noFill/>
                </a:ln>
                <a:solidFill>
                  <a:prstClr val="black"/>
                </a:solidFill>
                <a:effectLst/>
                <a:uLnTx/>
                <a:uFillTx/>
                <a:latin typeface="Arial MT"/>
                <a:ea typeface="+mn-ea"/>
                <a:cs typeface="Arial MT"/>
              </a:rPr>
              <a:t> </a:t>
            </a:r>
            <a:r>
              <a:rPr kumimoji="0" sz="1800" b="0" i="0" u="none" strike="noStrike" kern="1200" cap="none" spc="0" normalizeH="0" baseline="0" noProof="0" dirty="0">
                <a:ln>
                  <a:noFill/>
                </a:ln>
                <a:solidFill>
                  <a:prstClr val="black"/>
                </a:solidFill>
                <a:effectLst/>
                <a:uLnTx/>
                <a:uFillTx/>
                <a:latin typeface="Arial MT"/>
                <a:ea typeface="+mn-ea"/>
                <a:cs typeface="Arial MT"/>
              </a:rPr>
              <a:t>by</a:t>
            </a:r>
            <a:r>
              <a:rPr kumimoji="0" sz="1800" b="0" i="0" u="none" strike="noStrike" kern="1200" cap="none" spc="15" normalizeH="0" baseline="0" noProof="0" dirty="0">
                <a:ln>
                  <a:noFill/>
                </a:ln>
                <a:solidFill>
                  <a:prstClr val="black"/>
                </a:solidFill>
                <a:effectLst/>
                <a:uLnTx/>
                <a:uFillTx/>
                <a:latin typeface="Arial MT"/>
                <a:ea typeface="+mn-ea"/>
                <a:cs typeface="Arial MT"/>
              </a:rPr>
              <a:t> </a:t>
            </a:r>
            <a:r>
              <a:rPr kumimoji="0" sz="1800" b="0" i="0" u="none" strike="noStrike" kern="1200" cap="none" spc="-10" normalizeH="0" baseline="0" noProof="0" dirty="0">
                <a:ln>
                  <a:noFill/>
                </a:ln>
                <a:solidFill>
                  <a:prstClr val="black"/>
                </a:solidFill>
                <a:effectLst/>
                <a:uLnTx/>
                <a:uFillTx/>
                <a:latin typeface="Arial MT"/>
                <a:ea typeface="+mn-ea"/>
                <a:cs typeface="Arial MT"/>
              </a:rPr>
              <a:t>Unification</a:t>
            </a:r>
            <a:endParaRPr kumimoji="0" sz="1800" b="0" i="0" u="none" strike="noStrike" kern="1200" cap="none" spc="0" normalizeH="0" baseline="0" noProof="0" dirty="0">
              <a:ln>
                <a:noFill/>
              </a:ln>
              <a:solidFill>
                <a:prstClr val="black"/>
              </a:solidFill>
              <a:effectLst/>
              <a:uLnTx/>
              <a:uFillTx/>
              <a:latin typeface="Arial MT"/>
              <a:ea typeface="+mn-ea"/>
              <a:cs typeface="Arial MT"/>
            </a:endParaRPr>
          </a:p>
        </p:txBody>
      </p:sp>
    </p:spTree>
    <p:extLst>
      <p:ext uri="{BB962C8B-B14F-4D97-AF65-F5344CB8AC3E}">
        <p14:creationId xmlns:p14="http://schemas.microsoft.com/office/powerpoint/2010/main" val="342442846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4" name="Picture 3"/>
          <p:cNvPicPr>
            <a:picLocks noChangeAspect="1"/>
          </p:cNvPicPr>
          <p:nvPr/>
        </p:nvPicPr>
        <p:blipFill>
          <a:blip r:embed="rId2"/>
          <a:stretch>
            <a:fillRect/>
          </a:stretch>
        </p:blipFill>
        <p:spPr>
          <a:xfrm>
            <a:off x="228600" y="304800"/>
            <a:ext cx="2877561" cy="646232"/>
          </a:xfrm>
          <a:prstGeom prst="rect">
            <a:avLst/>
          </a:prstGeom>
        </p:spPr>
      </p:pic>
      <p:pic>
        <p:nvPicPr>
          <p:cNvPr id="6" name="object 4"/>
          <p:cNvPicPr/>
          <p:nvPr/>
        </p:nvPicPr>
        <p:blipFill>
          <a:blip r:embed="rId3" cstate="print"/>
          <a:stretch>
            <a:fillRect/>
          </a:stretch>
        </p:blipFill>
        <p:spPr>
          <a:xfrm>
            <a:off x="152400" y="2779775"/>
            <a:ext cx="8077200" cy="1981200"/>
          </a:xfrm>
          <a:prstGeom prst="rect">
            <a:avLst/>
          </a:prstGeom>
        </p:spPr>
      </p:pic>
      <p:pic>
        <p:nvPicPr>
          <p:cNvPr id="7" name="object 5"/>
          <p:cNvPicPr/>
          <p:nvPr/>
        </p:nvPicPr>
        <p:blipFill>
          <a:blip r:embed="rId4" cstate="print"/>
          <a:stretch>
            <a:fillRect/>
          </a:stretch>
        </p:blipFill>
        <p:spPr>
          <a:xfrm>
            <a:off x="323087" y="1426463"/>
            <a:ext cx="6858000" cy="1371600"/>
          </a:xfrm>
          <a:prstGeom prst="rect">
            <a:avLst/>
          </a:prstGeom>
        </p:spPr>
      </p:pic>
      <p:sp>
        <p:nvSpPr>
          <p:cNvPr id="8" name="object 4"/>
          <p:cNvSpPr txBox="1"/>
          <p:nvPr/>
        </p:nvSpPr>
        <p:spPr>
          <a:xfrm>
            <a:off x="6879881" y="1377707"/>
            <a:ext cx="2190750" cy="119634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20100"/>
              </a:lnSpc>
              <a:spcBef>
                <a:spcPts val="95"/>
              </a:spcBef>
              <a:spcAft>
                <a:spcPts val="0"/>
              </a:spcAft>
              <a:buClrTx/>
              <a:buSzTx/>
              <a:buFontTx/>
              <a:buNone/>
              <a:tabLst/>
              <a:defRPr/>
            </a:pPr>
            <a:r>
              <a:rPr kumimoji="0" sz="1600" b="0" i="0" u="none" strike="noStrike" kern="1200" cap="none" spc="-5" normalizeH="0" baseline="0" noProof="0" dirty="0">
                <a:ln>
                  <a:noFill/>
                </a:ln>
                <a:solidFill>
                  <a:srgbClr val="6F2F9F"/>
                </a:solidFill>
                <a:effectLst/>
                <a:uLnTx/>
                <a:uFillTx/>
                <a:latin typeface="Arial MT"/>
                <a:ea typeface="+mn-ea"/>
                <a:cs typeface="Arial MT"/>
              </a:rPr>
              <a:t>Missile(M1) </a:t>
            </a:r>
            <a:r>
              <a:rPr kumimoji="0" sz="1600" b="0" i="0" u="none" strike="noStrike" kern="1200" cap="none" spc="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Owns(Nono,</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M1) </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American</a:t>
            </a:r>
            <a:r>
              <a:rPr kumimoji="0" sz="1600" b="0" i="0" u="none" strike="noStrike" kern="1200" cap="none" spc="7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(West) </a:t>
            </a:r>
            <a:r>
              <a:rPr kumimoji="0" sz="1600" b="0" i="0" u="none" strike="noStrike" kern="1200" cap="none" spc="10" normalizeH="0" baseline="0" noProof="0" dirty="0">
                <a:ln>
                  <a:noFill/>
                </a:ln>
                <a:solidFill>
                  <a:srgbClr val="6F2F9F"/>
                </a:solidFill>
                <a:effectLst/>
                <a:uLnTx/>
                <a:uFillTx/>
                <a:latin typeface="Arial MT"/>
                <a:ea typeface="+mn-ea"/>
                <a:cs typeface="Arial MT"/>
              </a:rPr>
              <a:t> E</a:t>
            </a:r>
            <a:r>
              <a:rPr kumimoji="0" sz="1600" b="0" i="0" u="none" strike="noStrike" kern="1200" cap="none" spc="-10" normalizeH="0" baseline="0" noProof="0" dirty="0">
                <a:ln>
                  <a:noFill/>
                </a:ln>
                <a:solidFill>
                  <a:srgbClr val="6F2F9F"/>
                </a:solidFill>
                <a:effectLst/>
                <a:uLnTx/>
                <a:uFillTx/>
                <a:latin typeface="Arial MT"/>
                <a:ea typeface="+mn-ea"/>
                <a:cs typeface="Arial MT"/>
              </a:rPr>
              <a:t>ne</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0" normalizeH="0" baseline="0" noProof="0" dirty="0">
                <a:ln>
                  <a:noFill/>
                </a:ln>
                <a:solidFill>
                  <a:srgbClr val="6F2F9F"/>
                </a:solidFill>
                <a:effectLst/>
                <a:uLnTx/>
                <a:uFillTx/>
                <a:latin typeface="Arial MT"/>
                <a:ea typeface="+mn-ea"/>
                <a:cs typeface="Arial MT"/>
              </a:rPr>
              <a:t>y</a:t>
            </a:r>
            <a:r>
              <a:rPr kumimoji="0" sz="1600" b="0" i="0" u="none" strike="noStrike" kern="1200" cap="none" spc="-5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t>
            </a:r>
            <a:r>
              <a:rPr kumimoji="0" sz="1600" b="0" i="0" u="none" strike="noStrike" kern="1200" cap="none" spc="-10" normalizeH="0" baseline="0" noProof="0" dirty="0">
                <a:ln>
                  <a:noFill/>
                </a:ln>
                <a:solidFill>
                  <a:srgbClr val="6F2F9F"/>
                </a:solidFill>
                <a:effectLst/>
                <a:uLnTx/>
                <a:uFillTx/>
                <a:latin typeface="Arial MT"/>
                <a:ea typeface="+mn-ea"/>
                <a:cs typeface="Arial MT"/>
              </a:rPr>
              <a:t>Non</a:t>
            </a:r>
            <a:r>
              <a:rPr kumimoji="0" sz="1600" b="0" i="0" u="none" strike="noStrike" kern="1200" cap="none" spc="-5" normalizeH="0" baseline="0" noProof="0" dirty="0">
                <a:ln>
                  <a:noFill/>
                </a:ln>
                <a:solidFill>
                  <a:srgbClr val="6F2F9F"/>
                </a:solidFill>
                <a:effectLst/>
                <a:uLnTx/>
                <a:uFillTx/>
                <a:latin typeface="Arial MT"/>
                <a:ea typeface="+mn-ea"/>
                <a:cs typeface="Arial MT"/>
              </a:rPr>
              <a:t>o</a:t>
            </a:r>
            <a:r>
              <a:rPr kumimoji="0" sz="1600" b="0" i="0" u="none" strike="noStrike" kern="1200" cap="none" spc="0" normalizeH="0" baseline="0" noProof="0" dirty="0">
                <a:ln>
                  <a:noFill/>
                </a:ln>
                <a:solidFill>
                  <a:srgbClr val="6F2F9F"/>
                </a:solidFill>
                <a:effectLst/>
                <a:uLnTx/>
                <a:uFillTx/>
                <a:latin typeface="Arial MT"/>
                <a:ea typeface="+mn-ea"/>
                <a:cs typeface="Arial MT"/>
              </a:rPr>
              <a:t>,</a:t>
            </a:r>
            <a:r>
              <a:rPr kumimoji="0" sz="1600" b="0" i="0" u="none" strike="noStrike" kern="1200" cap="none" spc="-80"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10" normalizeH="0" baseline="0" noProof="0" dirty="0">
                <a:ln>
                  <a:noFill/>
                </a:ln>
                <a:solidFill>
                  <a:srgbClr val="6F2F9F"/>
                </a:solidFill>
                <a:effectLst/>
                <a:uLnTx/>
                <a:uFillTx/>
                <a:latin typeface="Arial MT"/>
                <a:ea typeface="+mn-ea"/>
                <a:cs typeface="Arial MT"/>
              </a:rPr>
              <a:t>er</a:t>
            </a:r>
            <a:r>
              <a:rPr kumimoji="0" sz="1600" b="0" i="0" u="none" strike="noStrike" kern="1200" cap="none" spc="0" normalizeH="0" baseline="0" noProof="0" dirty="0">
                <a:ln>
                  <a:noFill/>
                </a:ln>
                <a:solidFill>
                  <a:srgbClr val="6F2F9F"/>
                </a:solidFill>
                <a:effectLst/>
                <a:uLnTx/>
                <a:uFillTx/>
                <a:latin typeface="Arial MT"/>
                <a:ea typeface="+mn-ea"/>
                <a:cs typeface="Arial MT"/>
              </a:rPr>
              <a:t>i</a:t>
            </a:r>
            <a:r>
              <a:rPr kumimoji="0" sz="1600" b="0" i="0" u="none" strike="noStrike" kern="1200" cap="none" spc="10" normalizeH="0" baseline="0" noProof="0" dirty="0">
                <a:ln>
                  <a:noFill/>
                </a:ln>
                <a:solidFill>
                  <a:srgbClr val="6F2F9F"/>
                </a:solidFill>
                <a:effectLst/>
                <a:uLnTx/>
                <a:uFillTx/>
                <a:latin typeface="Arial MT"/>
                <a:ea typeface="+mn-ea"/>
                <a:cs typeface="Arial MT"/>
              </a:rPr>
              <a:t>c</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0" normalizeH="0" baseline="0" noProof="0" dirty="0">
                <a:ln>
                  <a:noFill/>
                </a:ln>
                <a:solidFill>
                  <a:srgbClr val="6F2F9F"/>
                </a:solidFill>
                <a:effectLst/>
                <a:uLnTx/>
                <a:uFillTx/>
                <a:latin typeface="Arial MT"/>
                <a:ea typeface="+mn-ea"/>
                <a:cs typeface="Arial MT"/>
              </a:rPr>
              <a:t>)</a:t>
            </a:r>
            <a:endParaRPr kumimoji="0" sz="1600" b="0" i="0" u="none" strike="noStrike" kern="1200" cap="none" spc="0" normalizeH="0" baseline="0" noProof="0" dirty="0">
              <a:ln>
                <a:noFill/>
              </a:ln>
              <a:solidFill>
                <a:prstClr val="black"/>
              </a:solidFill>
              <a:effectLst/>
              <a:uLnTx/>
              <a:uFillTx/>
              <a:latin typeface="Arial MT"/>
              <a:ea typeface="+mn-ea"/>
              <a:cs typeface="Arial MT"/>
            </a:endParaRPr>
          </a:p>
        </p:txBody>
      </p:sp>
    </p:spTree>
    <p:extLst>
      <p:ext uri="{BB962C8B-B14F-4D97-AF65-F5344CB8AC3E}">
        <p14:creationId xmlns:p14="http://schemas.microsoft.com/office/powerpoint/2010/main" val="1694976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4" name="Picture 3"/>
          <p:cNvPicPr>
            <a:picLocks noChangeAspect="1"/>
          </p:cNvPicPr>
          <p:nvPr/>
        </p:nvPicPr>
        <p:blipFill>
          <a:blip r:embed="rId2"/>
          <a:stretch>
            <a:fillRect/>
          </a:stretch>
        </p:blipFill>
        <p:spPr>
          <a:xfrm>
            <a:off x="228600" y="304800"/>
            <a:ext cx="2877561" cy="646232"/>
          </a:xfrm>
          <a:prstGeom prst="rect">
            <a:avLst/>
          </a:prstGeom>
        </p:spPr>
      </p:pic>
      <p:grpSp>
        <p:nvGrpSpPr>
          <p:cNvPr id="7" name="object 3"/>
          <p:cNvGrpSpPr/>
          <p:nvPr/>
        </p:nvGrpSpPr>
        <p:grpSpPr>
          <a:xfrm>
            <a:off x="457200" y="1524000"/>
            <a:ext cx="8077200" cy="3335020"/>
            <a:chOff x="152400" y="1426463"/>
            <a:chExt cx="8077200" cy="3335020"/>
          </a:xfrm>
        </p:grpSpPr>
        <p:pic>
          <p:nvPicPr>
            <p:cNvPr id="11" name="object 4"/>
            <p:cNvPicPr/>
            <p:nvPr/>
          </p:nvPicPr>
          <p:blipFill>
            <a:blip r:embed="rId3" cstate="print"/>
            <a:stretch>
              <a:fillRect/>
            </a:stretch>
          </p:blipFill>
          <p:spPr>
            <a:xfrm>
              <a:off x="152400" y="2779775"/>
              <a:ext cx="8077200" cy="1981200"/>
            </a:xfrm>
            <a:prstGeom prst="rect">
              <a:avLst/>
            </a:prstGeom>
          </p:spPr>
        </p:pic>
        <p:pic>
          <p:nvPicPr>
            <p:cNvPr id="12" name="object 5"/>
            <p:cNvPicPr/>
            <p:nvPr/>
          </p:nvPicPr>
          <p:blipFill>
            <a:blip r:embed="rId4" cstate="print"/>
            <a:stretch>
              <a:fillRect/>
            </a:stretch>
          </p:blipFill>
          <p:spPr>
            <a:xfrm>
              <a:off x="323087" y="1426463"/>
              <a:ext cx="6858000" cy="1371600"/>
            </a:xfrm>
            <a:prstGeom prst="rect">
              <a:avLst/>
            </a:prstGeom>
          </p:spPr>
        </p:pic>
      </p:grpSp>
      <p:pic>
        <p:nvPicPr>
          <p:cNvPr id="13" name="object 8"/>
          <p:cNvPicPr/>
          <p:nvPr/>
        </p:nvPicPr>
        <p:blipFill>
          <a:blip r:embed="rId5" cstate="print"/>
          <a:stretch>
            <a:fillRect/>
          </a:stretch>
        </p:blipFill>
        <p:spPr>
          <a:xfrm>
            <a:off x="2819400" y="4821937"/>
            <a:ext cx="1143000" cy="1447800"/>
          </a:xfrm>
          <a:prstGeom prst="rect">
            <a:avLst/>
          </a:prstGeom>
        </p:spPr>
      </p:pic>
      <p:sp>
        <p:nvSpPr>
          <p:cNvPr id="8" name="object 4"/>
          <p:cNvSpPr txBox="1"/>
          <p:nvPr/>
        </p:nvSpPr>
        <p:spPr>
          <a:xfrm>
            <a:off x="6879881" y="1377707"/>
            <a:ext cx="2190750" cy="1196340"/>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20100"/>
              </a:lnSpc>
              <a:spcBef>
                <a:spcPts val="95"/>
              </a:spcBef>
              <a:spcAft>
                <a:spcPts val="0"/>
              </a:spcAft>
              <a:buClrTx/>
              <a:buSzTx/>
              <a:buFontTx/>
              <a:buNone/>
              <a:tabLst/>
              <a:defRPr/>
            </a:pPr>
            <a:r>
              <a:rPr kumimoji="0" sz="1600" b="0" i="0" u="none" strike="noStrike" kern="1200" cap="none" spc="-5" normalizeH="0" baseline="0" noProof="0" dirty="0">
                <a:ln>
                  <a:noFill/>
                </a:ln>
                <a:solidFill>
                  <a:srgbClr val="6F2F9F"/>
                </a:solidFill>
                <a:effectLst/>
                <a:uLnTx/>
                <a:uFillTx/>
                <a:latin typeface="Arial MT"/>
                <a:ea typeface="+mn-ea"/>
                <a:cs typeface="Arial MT"/>
              </a:rPr>
              <a:t>Missile(M1) </a:t>
            </a:r>
            <a:r>
              <a:rPr kumimoji="0" sz="1600" b="0" i="0" u="none" strike="noStrike" kern="1200" cap="none" spc="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Owns(Nono,</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M1) </a:t>
            </a:r>
            <a:r>
              <a:rPr kumimoji="0" sz="1600" b="0" i="0" u="none" strike="noStrike" kern="1200" cap="none" spc="-5"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American</a:t>
            </a:r>
            <a:r>
              <a:rPr kumimoji="0" sz="1600" b="0" i="0" u="none" strike="noStrike" kern="1200" cap="none" spc="7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(West) </a:t>
            </a:r>
            <a:r>
              <a:rPr kumimoji="0" sz="1600" b="0" i="0" u="none" strike="noStrike" kern="1200" cap="none" spc="10" normalizeH="0" baseline="0" noProof="0" dirty="0">
                <a:ln>
                  <a:noFill/>
                </a:ln>
                <a:solidFill>
                  <a:srgbClr val="6F2F9F"/>
                </a:solidFill>
                <a:effectLst/>
                <a:uLnTx/>
                <a:uFillTx/>
                <a:latin typeface="Arial MT"/>
                <a:ea typeface="+mn-ea"/>
                <a:cs typeface="Arial MT"/>
              </a:rPr>
              <a:t> E</a:t>
            </a:r>
            <a:r>
              <a:rPr kumimoji="0" sz="1600" b="0" i="0" u="none" strike="noStrike" kern="1200" cap="none" spc="-10" normalizeH="0" baseline="0" noProof="0" dirty="0">
                <a:ln>
                  <a:noFill/>
                </a:ln>
                <a:solidFill>
                  <a:srgbClr val="6F2F9F"/>
                </a:solidFill>
                <a:effectLst/>
                <a:uLnTx/>
                <a:uFillTx/>
                <a:latin typeface="Arial MT"/>
                <a:ea typeface="+mn-ea"/>
                <a:cs typeface="Arial MT"/>
              </a:rPr>
              <a:t>ne</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0" normalizeH="0" baseline="0" noProof="0" dirty="0">
                <a:ln>
                  <a:noFill/>
                </a:ln>
                <a:solidFill>
                  <a:srgbClr val="6F2F9F"/>
                </a:solidFill>
                <a:effectLst/>
                <a:uLnTx/>
                <a:uFillTx/>
                <a:latin typeface="Arial MT"/>
                <a:ea typeface="+mn-ea"/>
                <a:cs typeface="Arial MT"/>
              </a:rPr>
              <a:t>y</a:t>
            </a:r>
            <a:r>
              <a:rPr kumimoji="0" sz="1600" b="0" i="0" u="none" strike="noStrike" kern="1200" cap="none" spc="-50" normalizeH="0" baseline="0" noProof="0" dirty="0">
                <a:ln>
                  <a:noFill/>
                </a:ln>
                <a:solidFill>
                  <a:srgbClr val="6F2F9F"/>
                </a:solidFill>
                <a:effectLst/>
                <a:uLnTx/>
                <a:uFillTx/>
                <a:latin typeface="Arial MT"/>
                <a:ea typeface="+mn-ea"/>
                <a:cs typeface="Arial MT"/>
              </a:rPr>
              <a:t> </a:t>
            </a:r>
            <a:r>
              <a:rPr kumimoji="0" sz="1600" b="0" i="0" u="none" strike="noStrike" kern="1200" cap="none" spc="-5" normalizeH="0" baseline="0" noProof="0" dirty="0">
                <a:ln>
                  <a:noFill/>
                </a:ln>
                <a:solidFill>
                  <a:srgbClr val="6F2F9F"/>
                </a:solidFill>
                <a:effectLst/>
                <a:uLnTx/>
                <a:uFillTx/>
                <a:latin typeface="Arial MT"/>
                <a:ea typeface="+mn-ea"/>
                <a:cs typeface="Arial MT"/>
              </a:rPr>
              <a:t>(</a:t>
            </a:r>
            <a:r>
              <a:rPr kumimoji="0" sz="1600" b="0" i="0" u="none" strike="noStrike" kern="1200" cap="none" spc="-10" normalizeH="0" baseline="0" noProof="0" dirty="0">
                <a:ln>
                  <a:noFill/>
                </a:ln>
                <a:solidFill>
                  <a:srgbClr val="6F2F9F"/>
                </a:solidFill>
                <a:effectLst/>
                <a:uLnTx/>
                <a:uFillTx/>
                <a:latin typeface="Arial MT"/>
                <a:ea typeface="+mn-ea"/>
                <a:cs typeface="Arial MT"/>
              </a:rPr>
              <a:t>Non</a:t>
            </a:r>
            <a:r>
              <a:rPr kumimoji="0" sz="1600" b="0" i="0" u="none" strike="noStrike" kern="1200" cap="none" spc="-5" normalizeH="0" baseline="0" noProof="0" dirty="0">
                <a:ln>
                  <a:noFill/>
                </a:ln>
                <a:solidFill>
                  <a:srgbClr val="6F2F9F"/>
                </a:solidFill>
                <a:effectLst/>
                <a:uLnTx/>
                <a:uFillTx/>
                <a:latin typeface="Arial MT"/>
                <a:ea typeface="+mn-ea"/>
                <a:cs typeface="Arial MT"/>
              </a:rPr>
              <a:t>o</a:t>
            </a:r>
            <a:r>
              <a:rPr kumimoji="0" sz="1600" b="0" i="0" u="none" strike="noStrike" kern="1200" cap="none" spc="0" normalizeH="0" baseline="0" noProof="0" dirty="0">
                <a:ln>
                  <a:noFill/>
                </a:ln>
                <a:solidFill>
                  <a:srgbClr val="6F2F9F"/>
                </a:solidFill>
                <a:effectLst/>
                <a:uLnTx/>
                <a:uFillTx/>
                <a:latin typeface="Arial MT"/>
                <a:ea typeface="+mn-ea"/>
                <a:cs typeface="Arial MT"/>
              </a:rPr>
              <a:t>,</a:t>
            </a:r>
            <a:r>
              <a:rPr kumimoji="0" sz="1600" b="0" i="0" u="none" strike="noStrike" kern="1200" cap="none" spc="-80" normalizeH="0" baseline="0" noProof="0" dirty="0">
                <a:ln>
                  <a:noFill/>
                </a:ln>
                <a:solidFill>
                  <a:srgbClr val="6F2F9F"/>
                </a:solidFill>
                <a:effectLst/>
                <a:uLnTx/>
                <a:uFillTx/>
                <a:latin typeface="Arial MT"/>
                <a:ea typeface="+mn-ea"/>
                <a:cs typeface="Arial MT"/>
              </a:rPr>
              <a:t> </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30" normalizeH="0" baseline="0" noProof="0" dirty="0">
                <a:ln>
                  <a:noFill/>
                </a:ln>
                <a:solidFill>
                  <a:srgbClr val="6F2F9F"/>
                </a:solidFill>
                <a:effectLst/>
                <a:uLnTx/>
                <a:uFillTx/>
                <a:latin typeface="Arial MT"/>
                <a:ea typeface="+mn-ea"/>
                <a:cs typeface="Arial MT"/>
              </a:rPr>
              <a:t>m</a:t>
            </a:r>
            <a:r>
              <a:rPr kumimoji="0" sz="1600" b="0" i="0" u="none" strike="noStrike" kern="1200" cap="none" spc="-10" normalizeH="0" baseline="0" noProof="0" dirty="0">
                <a:ln>
                  <a:noFill/>
                </a:ln>
                <a:solidFill>
                  <a:srgbClr val="6F2F9F"/>
                </a:solidFill>
                <a:effectLst/>
                <a:uLnTx/>
                <a:uFillTx/>
                <a:latin typeface="Arial MT"/>
                <a:ea typeface="+mn-ea"/>
                <a:cs typeface="Arial MT"/>
              </a:rPr>
              <a:t>er</a:t>
            </a:r>
            <a:r>
              <a:rPr kumimoji="0" sz="1600" b="0" i="0" u="none" strike="noStrike" kern="1200" cap="none" spc="0" normalizeH="0" baseline="0" noProof="0" dirty="0">
                <a:ln>
                  <a:noFill/>
                </a:ln>
                <a:solidFill>
                  <a:srgbClr val="6F2F9F"/>
                </a:solidFill>
                <a:effectLst/>
                <a:uLnTx/>
                <a:uFillTx/>
                <a:latin typeface="Arial MT"/>
                <a:ea typeface="+mn-ea"/>
                <a:cs typeface="Arial MT"/>
              </a:rPr>
              <a:t>i</a:t>
            </a:r>
            <a:r>
              <a:rPr kumimoji="0" sz="1600" b="0" i="0" u="none" strike="noStrike" kern="1200" cap="none" spc="10" normalizeH="0" baseline="0" noProof="0" dirty="0">
                <a:ln>
                  <a:noFill/>
                </a:ln>
                <a:solidFill>
                  <a:srgbClr val="6F2F9F"/>
                </a:solidFill>
                <a:effectLst/>
                <a:uLnTx/>
                <a:uFillTx/>
                <a:latin typeface="Arial MT"/>
                <a:ea typeface="+mn-ea"/>
                <a:cs typeface="Arial MT"/>
              </a:rPr>
              <a:t>c</a:t>
            </a:r>
            <a:r>
              <a:rPr kumimoji="0" sz="1600" b="0" i="0" u="none" strike="noStrike" kern="1200" cap="none" spc="-10" normalizeH="0" baseline="0" noProof="0" dirty="0">
                <a:ln>
                  <a:noFill/>
                </a:ln>
                <a:solidFill>
                  <a:srgbClr val="6F2F9F"/>
                </a:solidFill>
                <a:effectLst/>
                <a:uLnTx/>
                <a:uFillTx/>
                <a:latin typeface="Arial MT"/>
                <a:ea typeface="+mn-ea"/>
                <a:cs typeface="Arial MT"/>
              </a:rPr>
              <a:t>a</a:t>
            </a:r>
            <a:r>
              <a:rPr kumimoji="0" sz="1600" b="0" i="0" u="none" strike="noStrike" kern="1200" cap="none" spc="0" normalizeH="0" baseline="0" noProof="0" dirty="0">
                <a:ln>
                  <a:noFill/>
                </a:ln>
                <a:solidFill>
                  <a:srgbClr val="6F2F9F"/>
                </a:solidFill>
                <a:effectLst/>
                <a:uLnTx/>
                <a:uFillTx/>
                <a:latin typeface="Arial MT"/>
                <a:ea typeface="+mn-ea"/>
                <a:cs typeface="Arial MT"/>
              </a:rPr>
              <a:t>)</a:t>
            </a:r>
            <a:endParaRPr kumimoji="0" sz="1600" b="0" i="0" u="none" strike="noStrike" kern="1200" cap="none" spc="0" normalizeH="0" baseline="0" noProof="0" dirty="0">
              <a:ln>
                <a:noFill/>
              </a:ln>
              <a:solidFill>
                <a:prstClr val="black"/>
              </a:solidFill>
              <a:effectLst/>
              <a:uLnTx/>
              <a:uFillTx/>
              <a:latin typeface="Arial MT"/>
              <a:ea typeface="+mn-ea"/>
              <a:cs typeface="Arial MT"/>
            </a:endParaRPr>
          </a:p>
        </p:txBody>
      </p:sp>
    </p:spTree>
    <p:extLst>
      <p:ext uri="{BB962C8B-B14F-4D97-AF65-F5344CB8AC3E}">
        <p14:creationId xmlns:p14="http://schemas.microsoft.com/office/powerpoint/2010/main" val="33886491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4" name="Picture 3"/>
          <p:cNvPicPr>
            <a:picLocks noChangeAspect="1"/>
          </p:cNvPicPr>
          <p:nvPr/>
        </p:nvPicPr>
        <p:blipFill>
          <a:blip r:embed="rId2"/>
          <a:stretch>
            <a:fillRect/>
          </a:stretch>
        </p:blipFill>
        <p:spPr>
          <a:xfrm>
            <a:off x="228600" y="304800"/>
            <a:ext cx="2877561" cy="646232"/>
          </a:xfrm>
          <a:prstGeom prst="rect">
            <a:avLst/>
          </a:prstGeom>
        </p:spPr>
      </p:pic>
      <p:pic>
        <p:nvPicPr>
          <p:cNvPr id="2" name="Picture 1"/>
          <p:cNvPicPr>
            <a:picLocks noChangeAspect="1"/>
          </p:cNvPicPr>
          <p:nvPr/>
        </p:nvPicPr>
        <p:blipFill>
          <a:blip r:embed="rId3"/>
          <a:stretch>
            <a:fillRect/>
          </a:stretch>
        </p:blipFill>
        <p:spPr>
          <a:xfrm>
            <a:off x="762000" y="1600200"/>
            <a:ext cx="7239000" cy="4354423"/>
          </a:xfrm>
          <a:prstGeom prst="rect">
            <a:avLst/>
          </a:prstGeom>
        </p:spPr>
      </p:pic>
    </p:spTree>
    <p:extLst>
      <p:ext uri="{BB962C8B-B14F-4D97-AF65-F5344CB8AC3E}">
        <p14:creationId xmlns:p14="http://schemas.microsoft.com/office/powerpoint/2010/main" val="252207596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F1141"/>
                </a:solidFill>
                <a:effectLst/>
                <a:uLnTx/>
                <a:uFillTx/>
                <a:latin typeface="Arial"/>
                <a:ea typeface="+mn-ea"/>
                <a:cs typeface="Arial"/>
              </a:rPr>
              <a:t>BITS</a:t>
            </a:r>
            <a:r>
              <a:rPr kumimoji="0" sz="1100" b="1" i="0" u="none" strike="noStrike" kern="1200" cap="none" spc="-20" normalizeH="0" baseline="0" noProof="0" dirty="0">
                <a:ln>
                  <a:noFill/>
                </a:ln>
                <a:solidFill>
                  <a:srgbClr val="0F1141"/>
                </a:solidFill>
                <a:effectLst/>
                <a:uLnTx/>
                <a:uFillTx/>
                <a:latin typeface="Arial"/>
                <a:ea typeface="+mn-ea"/>
                <a:cs typeface="Arial"/>
              </a:rPr>
              <a:t> </a:t>
            </a:r>
            <a:r>
              <a:rPr kumimoji="0" sz="1100" b="0" i="0" u="none" strike="noStrike" kern="1200" cap="none" spc="-5" normalizeH="0" baseline="0" noProof="0" dirty="0">
                <a:ln>
                  <a:noFill/>
                </a:ln>
                <a:solidFill>
                  <a:srgbClr val="0F1141"/>
                </a:solidFill>
                <a:effectLst/>
                <a:uLnTx/>
                <a:uFillTx/>
                <a:latin typeface="Arial MT"/>
                <a:ea typeface="+mn-ea"/>
              </a:rPr>
              <a:t>Pilani,</a:t>
            </a:r>
            <a:r>
              <a:rPr kumimoji="0" sz="1100" b="0" i="0" u="none" strike="noStrike" kern="1200" cap="none" spc="-25"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Pilani</a:t>
            </a:r>
            <a:r>
              <a:rPr kumimoji="0" sz="1100" b="0" i="0" u="none" strike="noStrike" kern="1200" cap="none" spc="-10" normalizeH="0" baseline="0" noProof="0" dirty="0">
                <a:ln>
                  <a:noFill/>
                </a:ln>
                <a:solidFill>
                  <a:srgbClr val="0F1141"/>
                </a:solidFill>
                <a:effectLst/>
                <a:uLnTx/>
                <a:uFillTx/>
                <a:latin typeface="Arial MT"/>
                <a:ea typeface="+mn-ea"/>
              </a:rPr>
              <a:t> </a:t>
            </a:r>
            <a:r>
              <a:rPr kumimoji="0" sz="1100" b="0" i="0" u="none" strike="noStrike" kern="1200" cap="none" spc="0" normalizeH="0" baseline="0" noProof="0" dirty="0">
                <a:ln>
                  <a:noFill/>
                </a:ln>
                <a:solidFill>
                  <a:srgbClr val="0F1141"/>
                </a:solidFill>
                <a:effectLst/>
                <a:uLnTx/>
                <a:uFillTx/>
                <a:latin typeface="Arial MT"/>
                <a:ea typeface="+mn-ea"/>
              </a:rPr>
              <a:t>Campus</a:t>
            </a:r>
          </a:p>
        </p:txBody>
      </p:sp>
      <p:pic>
        <p:nvPicPr>
          <p:cNvPr id="4" name="Picture 3"/>
          <p:cNvPicPr>
            <a:picLocks noChangeAspect="1"/>
          </p:cNvPicPr>
          <p:nvPr/>
        </p:nvPicPr>
        <p:blipFill>
          <a:blip r:embed="rId2"/>
          <a:stretch>
            <a:fillRect/>
          </a:stretch>
        </p:blipFill>
        <p:spPr>
          <a:xfrm>
            <a:off x="228600" y="304800"/>
            <a:ext cx="2877561" cy="646232"/>
          </a:xfrm>
          <a:prstGeom prst="rect">
            <a:avLst/>
          </a:prstGeom>
        </p:spPr>
      </p:pic>
      <p:pic>
        <p:nvPicPr>
          <p:cNvPr id="2" name="Picture 1"/>
          <p:cNvPicPr>
            <a:picLocks noChangeAspect="1"/>
          </p:cNvPicPr>
          <p:nvPr/>
        </p:nvPicPr>
        <p:blipFill>
          <a:blip r:embed="rId3"/>
          <a:stretch>
            <a:fillRect/>
          </a:stretch>
        </p:blipFill>
        <p:spPr>
          <a:xfrm>
            <a:off x="762000" y="1600200"/>
            <a:ext cx="7239000" cy="4354423"/>
          </a:xfrm>
          <a:prstGeom prst="rect">
            <a:avLst/>
          </a:prstGeom>
        </p:spPr>
      </p:pic>
    </p:spTree>
    <p:extLst>
      <p:ext uri="{BB962C8B-B14F-4D97-AF65-F5344CB8AC3E}">
        <p14:creationId xmlns:p14="http://schemas.microsoft.com/office/powerpoint/2010/main" val="1407786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84832" y="6550152"/>
            <a:ext cx="7059295" cy="48895"/>
            <a:chOff x="2084832" y="6550152"/>
            <a:chExt cx="7059295" cy="48895"/>
          </a:xfrm>
        </p:grpSpPr>
        <p:sp>
          <p:nvSpPr>
            <p:cNvPr id="3" name="object 3"/>
            <p:cNvSpPr/>
            <p:nvPr/>
          </p:nvSpPr>
          <p:spPr>
            <a:xfrm>
              <a:off x="6906767" y="6550152"/>
              <a:ext cx="2237740" cy="45720"/>
            </a:xfrm>
            <a:custGeom>
              <a:avLst/>
              <a:gdLst/>
              <a:ahLst/>
              <a:cxnLst/>
              <a:rect l="l" t="t" r="r" b="b"/>
              <a:pathLst>
                <a:path w="2237740" h="45720">
                  <a:moveTo>
                    <a:pt x="2237231" y="0"/>
                  </a:moveTo>
                  <a:lnTo>
                    <a:pt x="0" y="0"/>
                  </a:lnTo>
                  <a:lnTo>
                    <a:pt x="0" y="45720"/>
                  </a:lnTo>
                  <a:lnTo>
                    <a:pt x="2237231" y="45720"/>
                  </a:lnTo>
                  <a:lnTo>
                    <a:pt x="2237231" y="0"/>
                  </a:lnTo>
                  <a:close/>
                </a:path>
              </a:pathLst>
            </a:custGeom>
            <a:solidFill>
              <a:srgbClr val="E21C23"/>
            </a:solidFill>
          </p:spPr>
          <p:txBody>
            <a:bodyPr wrap="square" lIns="0" tIns="0" rIns="0" bIns="0" rtlCol="0"/>
            <a:lstStyle/>
            <a:p>
              <a:endParaRPr/>
            </a:p>
          </p:txBody>
        </p:sp>
        <p:sp>
          <p:nvSpPr>
            <p:cNvPr id="4" name="object 4"/>
            <p:cNvSpPr/>
            <p:nvPr/>
          </p:nvSpPr>
          <p:spPr>
            <a:xfrm>
              <a:off x="2084832" y="6550152"/>
              <a:ext cx="2578735" cy="48895"/>
            </a:xfrm>
            <a:custGeom>
              <a:avLst/>
              <a:gdLst/>
              <a:ahLst/>
              <a:cxnLst/>
              <a:rect l="l" t="t" r="r" b="b"/>
              <a:pathLst>
                <a:path w="2578735" h="48895">
                  <a:moveTo>
                    <a:pt x="2578608" y="0"/>
                  </a:moveTo>
                  <a:lnTo>
                    <a:pt x="0" y="0"/>
                  </a:lnTo>
                  <a:lnTo>
                    <a:pt x="0" y="48768"/>
                  </a:lnTo>
                  <a:lnTo>
                    <a:pt x="2578608" y="48768"/>
                  </a:lnTo>
                  <a:lnTo>
                    <a:pt x="2578608" y="0"/>
                  </a:lnTo>
                  <a:close/>
                </a:path>
              </a:pathLst>
            </a:custGeom>
            <a:solidFill>
              <a:srgbClr val="FBAF17"/>
            </a:solidFill>
          </p:spPr>
          <p:txBody>
            <a:bodyPr wrap="square" lIns="0" tIns="0" rIns="0" bIns="0" rtlCol="0"/>
            <a:lstStyle/>
            <a:p>
              <a:endParaRPr/>
            </a:p>
          </p:txBody>
        </p:sp>
        <p:sp>
          <p:nvSpPr>
            <p:cNvPr id="5" name="object 5"/>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6" name="object 6"/>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7" name="object 7"/>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8" name="object 8"/>
            <p:cNvSpPr/>
            <p:nvPr/>
          </p:nvSpPr>
          <p:spPr>
            <a:xfrm>
              <a:off x="4629911" y="6550152"/>
              <a:ext cx="2329180" cy="48895"/>
            </a:xfrm>
            <a:custGeom>
              <a:avLst/>
              <a:gdLst/>
              <a:ahLst/>
              <a:cxnLst/>
              <a:rect l="l" t="t" r="r" b="b"/>
              <a:pathLst>
                <a:path w="2329179" h="48895">
                  <a:moveTo>
                    <a:pt x="2328672" y="0"/>
                  </a:moveTo>
                  <a:lnTo>
                    <a:pt x="0" y="0"/>
                  </a:lnTo>
                  <a:lnTo>
                    <a:pt x="0" y="48768"/>
                  </a:lnTo>
                  <a:lnTo>
                    <a:pt x="2328672" y="48768"/>
                  </a:lnTo>
                  <a:lnTo>
                    <a:pt x="2328672" y="0"/>
                  </a:lnTo>
                  <a:close/>
                </a:path>
              </a:pathLst>
            </a:custGeom>
            <a:solidFill>
              <a:srgbClr val="76C2E4"/>
            </a:solidFill>
          </p:spPr>
          <p:txBody>
            <a:bodyPr wrap="square" lIns="0" tIns="0" rIns="0" bIns="0" rtlCol="0"/>
            <a:lstStyle/>
            <a:p>
              <a:endParaRPr/>
            </a:p>
          </p:txBody>
        </p:sp>
        <p:sp>
          <p:nvSpPr>
            <p:cNvPr id="9" name="object 9"/>
            <p:cNvSpPr/>
            <p:nvPr/>
          </p:nvSpPr>
          <p:spPr>
            <a:xfrm>
              <a:off x="6909816" y="6550152"/>
              <a:ext cx="2234565" cy="45720"/>
            </a:xfrm>
            <a:custGeom>
              <a:avLst/>
              <a:gdLst/>
              <a:ahLst/>
              <a:cxnLst/>
              <a:rect l="l" t="t" r="r" b="b"/>
              <a:pathLst>
                <a:path w="2234565" h="45720">
                  <a:moveTo>
                    <a:pt x="2234183" y="0"/>
                  </a:moveTo>
                  <a:lnTo>
                    <a:pt x="0" y="0"/>
                  </a:lnTo>
                  <a:lnTo>
                    <a:pt x="0" y="45720"/>
                  </a:lnTo>
                  <a:lnTo>
                    <a:pt x="2234183" y="45720"/>
                  </a:lnTo>
                  <a:lnTo>
                    <a:pt x="2234183" y="0"/>
                  </a:lnTo>
                  <a:close/>
                </a:path>
              </a:pathLst>
            </a:custGeom>
            <a:solidFill>
              <a:srgbClr val="E21C23"/>
            </a:solidFill>
          </p:spPr>
          <p:txBody>
            <a:bodyPr wrap="square" lIns="0" tIns="0" rIns="0" bIns="0" rtlCol="0"/>
            <a:lstStyle/>
            <a:p>
              <a:endParaRPr/>
            </a:p>
          </p:txBody>
        </p:sp>
        <p:sp>
          <p:nvSpPr>
            <p:cNvPr id="10" name="object 10"/>
            <p:cNvSpPr/>
            <p:nvPr/>
          </p:nvSpPr>
          <p:spPr>
            <a:xfrm>
              <a:off x="2084832" y="6550152"/>
              <a:ext cx="2581910" cy="48895"/>
            </a:xfrm>
            <a:custGeom>
              <a:avLst/>
              <a:gdLst/>
              <a:ahLst/>
              <a:cxnLst/>
              <a:rect l="l" t="t" r="r" b="b"/>
              <a:pathLst>
                <a:path w="2581910" h="48895">
                  <a:moveTo>
                    <a:pt x="2581656" y="0"/>
                  </a:moveTo>
                  <a:lnTo>
                    <a:pt x="0" y="0"/>
                  </a:lnTo>
                  <a:lnTo>
                    <a:pt x="0" y="48768"/>
                  </a:lnTo>
                  <a:lnTo>
                    <a:pt x="2581656" y="48768"/>
                  </a:lnTo>
                  <a:lnTo>
                    <a:pt x="2581656" y="0"/>
                  </a:lnTo>
                  <a:close/>
                </a:path>
              </a:pathLst>
            </a:custGeom>
            <a:solidFill>
              <a:srgbClr val="FBAF17"/>
            </a:solidFill>
          </p:spPr>
          <p:txBody>
            <a:bodyPr wrap="square" lIns="0" tIns="0" rIns="0" bIns="0" rtlCol="0"/>
            <a:lstStyle/>
            <a:p>
              <a:endParaRPr/>
            </a:p>
          </p:txBody>
        </p:sp>
        <p:sp>
          <p:nvSpPr>
            <p:cNvPr id="11" name="object 11"/>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2" name="object 12"/>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3" name="object 13"/>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grpSp>
        <p:nvGrpSpPr>
          <p:cNvPr id="14" name="object 14"/>
          <p:cNvGrpSpPr/>
          <p:nvPr/>
        </p:nvGrpSpPr>
        <p:grpSpPr>
          <a:xfrm>
            <a:off x="0" y="1295400"/>
            <a:ext cx="7010400" cy="45720"/>
            <a:chOff x="0" y="1295400"/>
            <a:chExt cx="7010400" cy="45720"/>
          </a:xfrm>
        </p:grpSpPr>
        <p:sp>
          <p:nvSpPr>
            <p:cNvPr id="15" name="object 15"/>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6" name="object 16"/>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7" name="object 17"/>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18" name="object 18"/>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9" name="object 19"/>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0" name="object 20"/>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grpSp>
      <p:pic>
        <p:nvPicPr>
          <p:cNvPr id="21" name="object 21"/>
          <p:cNvPicPr/>
          <p:nvPr/>
        </p:nvPicPr>
        <p:blipFill>
          <a:blip r:embed="rId2" cstate="print"/>
          <a:stretch>
            <a:fillRect/>
          </a:stretch>
        </p:blipFill>
        <p:spPr>
          <a:xfrm>
            <a:off x="6629400" y="0"/>
            <a:ext cx="2194559" cy="691896"/>
          </a:xfrm>
          <a:prstGeom prst="rect">
            <a:avLst/>
          </a:prstGeom>
        </p:spPr>
      </p:pic>
      <p:sp>
        <p:nvSpPr>
          <p:cNvPr id="22" name="object 22"/>
          <p:cNvSpPr txBox="1"/>
          <p:nvPr/>
        </p:nvSpPr>
        <p:spPr>
          <a:xfrm>
            <a:off x="383540" y="5132273"/>
            <a:ext cx="494284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Microsoft Sans Serif"/>
                <a:cs typeface="Microsoft Sans Serif"/>
              </a:rPr>
              <a:t>Note</a:t>
            </a:r>
            <a:r>
              <a:rPr sz="1400" spc="25" dirty="0">
                <a:latin typeface="Microsoft Sans Serif"/>
                <a:cs typeface="Microsoft Sans Serif"/>
              </a:rPr>
              <a:t> </a:t>
            </a:r>
            <a:r>
              <a:rPr sz="1400" spc="-5" dirty="0">
                <a:latin typeface="Microsoft Sans Serif"/>
                <a:cs typeface="Microsoft Sans Serif"/>
              </a:rPr>
              <a:t>:</a:t>
            </a:r>
            <a:r>
              <a:rPr sz="1400" spc="15" dirty="0">
                <a:latin typeface="Microsoft Sans Serif"/>
                <a:cs typeface="Microsoft Sans Serif"/>
              </a:rPr>
              <a:t> </a:t>
            </a:r>
            <a:r>
              <a:rPr sz="1400" spc="-5" dirty="0">
                <a:latin typeface="Microsoft Sans Serif"/>
                <a:cs typeface="Microsoft Sans Serif"/>
              </a:rPr>
              <a:t>Some</a:t>
            </a:r>
            <a:r>
              <a:rPr sz="1400" spc="35" dirty="0">
                <a:latin typeface="Microsoft Sans Serif"/>
                <a:cs typeface="Microsoft Sans Serif"/>
              </a:rPr>
              <a:t> </a:t>
            </a:r>
            <a:r>
              <a:rPr sz="1400" spc="-10" dirty="0">
                <a:latin typeface="Microsoft Sans Serif"/>
                <a:cs typeface="Microsoft Sans Serif"/>
              </a:rPr>
              <a:t>of</a:t>
            </a:r>
            <a:r>
              <a:rPr sz="1400" spc="15" dirty="0">
                <a:latin typeface="Microsoft Sans Serif"/>
                <a:cs typeface="Microsoft Sans Serif"/>
              </a:rPr>
              <a:t> </a:t>
            </a:r>
            <a:r>
              <a:rPr sz="1400" spc="-10" dirty="0">
                <a:latin typeface="Microsoft Sans Serif"/>
                <a:cs typeface="Microsoft Sans Serif"/>
              </a:rPr>
              <a:t>the</a:t>
            </a:r>
            <a:r>
              <a:rPr sz="1400" spc="30" dirty="0">
                <a:latin typeface="Microsoft Sans Serif"/>
                <a:cs typeface="Microsoft Sans Serif"/>
              </a:rPr>
              <a:t> </a:t>
            </a:r>
            <a:r>
              <a:rPr sz="1400" spc="-10" dirty="0">
                <a:latin typeface="Microsoft Sans Serif"/>
                <a:cs typeface="Microsoft Sans Serif"/>
              </a:rPr>
              <a:t>slides</a:t>
            </a:r>
            <a:r>
              <a:rPr sz="1400" spc="40" dirty="0">
                <a:latin typeface="Microsoft Sans Serif"/>
                <a:cs typeface="Microsoft Sans Serif"/>
              </a:rPr>
              <a:t> </a:t>
            </a:r>
            <a:r>
              <a:rPr sz="1400" spc="-10" dirty="0">
                <a:latin typeface="Microsoft Sans Serif"/>
                <a:cs typeface="Microsoft Sans Serif"/>
              </a:rPr>
              <a:t>are</a:t>
            </a:r>
            <a:r>
              <a:rPr sz="1400" spc="30" dirty="0">
                <a:latin typeface="Microsoft Sans Serif"/>
                <a:cs typeface="Microsoft Sans Serif"/>
              </a:rPr>
              <a:t> </a:t>
            </a:r>
            <a:r>
              <a:rPr sz="1400" spc="-15" dirty="0">
                <a:latin typeface="Microsoft Sans Serif"/>
                <a:cs typeface="Microsoft Sans Serif"/>
              </a:rPr>
              <a:t>adopted</a:t>
            </a:r>
            <a:r>
              <a:rPr sz="1400" spc="55" dirty="0">
                <a:latin typeface="Microsoft Sans Serif"/>
                <a:cs typeface="Microsoft Sans Serif"/>
              </a:rPr>
              <a:t> </a:t>
            </a:r>
            <a:r>
              <a:rPr sz="1400" spc="-10" dirty="0">
                <a:latin typeface="Microsoft Sans Serif"/>
                <a:cs typeface="Microsoft Sans Serif"/>
              </a:rPr>
              <a:t>from</a:t>
            </a:r>
            <a:r>
              <a:rPr sz="1400" spc="35" dirty="0">
                <a:latin typeface="Microsoft Sans Serif"/>
                <a:cs typeface="Microsoft Sans Serif"/>
              </a:rPr>
              <a:t> </a:t>
            </a:r>
            <a:r>
              <a:rPr sz="1400" spc="-20" dirty="0">
                <a:latin typeface="Microsoft Sans Serif"/>
                <a:cs typeface="Microsoft Sans Serif"/>
              </a:rPr>
              <a:t>AIMA</a:t>
            </a:r>
            <a:r>
              <a:rPr sz="1400" spc="90" dirty="0">
                <a:latin typeface="Microsoft Sans Serif"/>
                <a:cs typeface="Microsoft Sans Serif"/>
              </a:rPr>
              <a:t> </a:t>
            </a:r>
            <a:r>
              <a:rPr sz="1400" dirty="0">
                <a:latin typeface="Microsoft Sans Serif"/>
                <a:cs typeface="Microsoft Sans Serif"/>
              </a:rPr>
              <a:t>TB</a:t>
            </a:r>
            <a:r>
              <a:rPr sz="1400" spc="20" dirty="0">
                <a:latin typeface="Microsoft Sans Serif"/>
                <a:cs typeface="Microsoft Sans Serif"/>
              </a:rPr>
              <a:t> </a:t>
            </a:r>
            <a:r>
              <a:rPr sz="1400" spc="-10" dirty="0">
                <a:latin typeface="Microsoft Sans Serif"/>
                <a:cs typeface="Microsoft Sans Serif"/>
              </a:rPr>
              <a:t>materials</a:t>
            </a:r>
            <a:endParaRPr sz="1400">
              <a:latin typeface="Microsoft Sans Serif"/>
              <a:cs typeface="Microsoft Sans Serif"/>
            </a:endParaRPr>
          </a:p>
        </p:txBody>
      </p:sp>
      <p:sp>
        <p:nvSpPr>
          <p:cNvPr id="26" name="object 26"/>
          <p:cNvSpPr txBox="1"/>
          <p:nvPr/>
        </p:nvSpPr>
        <p:spPr>
          <a:xfrm>
            <a:off x="4582414" y="6642478"/>
            <a:ext cx="4483735" cy="182880"/>
          </a:xfrm>
          <a:prstGeom prst="rect">
            <a:avLst/>
          </a:prstGeom>
        </p:spPr>
        <p:txBody>
          <a:bodyPr vert="horz" wrap="square" lIns="0" tIns="0" rIns="0" bIns="0" rtlCol="0">
            <a:spAutoFit/>
          </a:bodyPr>
          <a:lstStyle/>
          <a:p>
            <a:pPr marL="12700">
              <a:lnSpc>
                <a:spcPct val="100000"/>
              </a:lnSpc>
            </a:pPr>
            <a:r>
              <a:rPr sz="1100" b="1" spc="-5" dirty="0">
                <a:solidFill>
                  <a:srgbClr val="0F1141"/>
                </a:solidFill>
                <a:latin typeface="Arial"/>
                <a:cs typeface="Arial"/>
              </a:rPr>
              <a:t>BITS </a:t>
            </a:r>
            <a:r>
              <a:rPr sz="1100" spc="-5" dirty="0">
                <a:solidFill>
                  <a:srgbClr val="0F1141"/>
                </a:solidFill>
                <a:latin typeface="Microsoft Sans Serif"/>
                <a:cs typeface="Microsoft Sans Serif"/>
              </a:rPr>
              <a:t>Pilani,</a:t>
            </a:r>
            <a:r>
              <a:rPr sz="1100" spc="10" dirty="0">
                <a:solidFill>
                  <a:srgbClr val="0F1141"/>
                </a:solidFill>
                <a:latin typeface="Microsoft Sans Serif"/>
                <a:cs typeface="Microsoft Sans Serif"/>
              </a:rPr>
              <a:t> </a:t>
            </a:r>
            <a:r>
              <a:rPr sz="1100" dirty="0">
                <a:solidFill>
                  <a:srgbClr val="0F1141"/>
                </a:solidFill>
                <a:latin typeface="Microsoft Sans Serif"/>
                <a:cs typeface="Microsoft Sans Serif"/>
              </a:rPr>
              <a:t>Deemed</a:t>
            </a:r>
            <a:r>
              <a:rPr sz="1100" spc="-15" dirty="0">
                <a:solidFill>
                  <a:srgbClr val="0F1141"/>
                </a:solidFill>
                <a:latin typeface="Microsoft Sans Serif"/>
                <a:cs typeface="Microsoft Sans Serif"/>
              </a:rPr>
              <a:t> </a:t>
            </a:r>
            <a:r>
              <a:rPr sz="1100" dirty="0">
                <a:solidFill>
                  <a:srgbClr val="0F1141"/>
                </a:solidFill>
                <a:latin typeface="Microsoft Sans Serif"/>
                <a:cs typeface="Microsoft Sans Serif"/>
              </a:rPr>
              <a:t>to</a:t>
            </a:r>
            <a:r>
              <a:rPr sz="1100" spc="10" dirty="0">
                <a:solidFill>
                  <a:srgbClr val="0F1141"/>
                </a:solidFill>
                <a:latin typeface="Microsoft Sans Serif"/>
                <a:cs typeface="Microsoft Sans Serif"/>
              </a:rPr>
              <a:t> </a:t>
            </a:r>
            <a:r>
              <a:rPr sz="1100" dirty="0">
                <a:solidFill>
                  <a:srgbClr val="0F1141"/>
                </a:solidFill>
                <a:latin typeface="Microsoft Sans Serif"/>
                <a:cs typeface="Microsoft Sans Serif"/>
              </a:rPr>
              <a:t>be</a:t>
            </a:r>
            <a:r>
              <a:rPr sz="1100" spc="-15" dirty="0">
                <a:solidFill>
                  <a:srgbClr val="0F1141"/>
                </a:solidFill>
                <a:latin typeface="Microsoft Sans Serif"/>
                <a:cs typeface="Microsoft Sans Serif"/>
              </a:rPr>
              <a:t> </a:t>
            </a:r>
            <a:r>
              <a:rPr sz="1100" spc="-5" dirty="0">
                <a:solidFill>
                  <a:srgbClr val="0F1141"/>
                </a:solidFill>
                <a:latin typeface="Microsoft Sans Serif"/>
                <a:cs typeface="Microsoft Sans Serif"/>
              </a:rPr>
              <a:t>University</a:t>
            </a:r>
            <a:r>
              <a:rPr sz="1100" dirty="0">
                <a:solidFill>
                  <a:srgbClr val="0F1141"/>
                </a:solidFill>
                <a:latin typeface="Microsoft Sans Serif"/>
                <a:cs typeface="Microsoft Sans Serif"/>
              </a:rPr>
              <a:t> </a:t>
            </a:r>
            <a:r>
              <a:rPr sz="1100" spc="5" dirty="0">
                <a:solidFill>
                  <a:srgbClr val="0F1141"/>
                </a:solidFill>
                <a:latin typeface="Microsoft Sans Serif"/>
                <a:cs typeface="Microsoft Sans Serif"/>
              </a:rPr>
              <a:t>under</a:t>
            </a:r>
            <a:r>
              <a:rPr sz="1100" spc="-30" dirty="0">
                <a:solidFill>
                  <a:srgbClr val="0F1141"/>
                </a:solidFill>
                <a:latin typeface="Microsoft Sans Serif"/>
                <a:cs typeface="Microsoft Sans Serif"/>
              </a:rPr>
              <a:t> </a:t>
            </a:r>
            <a:r>
              <a:rPr sz="1100" spc="-245" dirty="0">
                <a:solidFill>
                  <a:srgbClr val="0F1141"/>
                </a:solidFill>
                <a:latin typeface="Microsoft Sans Serif"/>
                <a:cs typeface="Microsoft Sans Serif"/>
              </a:rPr>
              <a:t>S</a:t>
            </a:r>
            <a:r>
              <a:rPr sz="1100" b="1" spc="-245" dirty="0">
                <a:solidFill>
                  <a:srgbClr val="0F1141"/>
                </a:solidFill>
                <a:latin typeface="Arial"/>
                <a:cs typeface="Arial"/>
              </a:rPr>
              <a:t>B</a:t>
            </a:r>
            <a:r>
              <a:rPr sz="1100" spc="-245" dirty="0">
                <a:solidFill>
                  <a:srgbClr val="0F1141"/>
                </a:solidFill>
                <a:latin typeface="Microsoft Sans Serif"/>
                <a:cs typeface="Microsoft Sans Serif"/>
              </a:rPr>
              <a:t>e</a:t>
            </a:r>
            <a:r>
              <a:rPr sz="1100" b="1" spc="-245" dirty="0">
                <a:solidFill>
                  <a:srgbClr val="0F1141"/>
                </a:solidFill>
                <a:latin typeface="Arial"/>
                <a:cs typeface="Arial"/>
              </a:rPr>
              <a:t>I</a:t>
            </a:r>
            <a:r>
              <a:rPr sz="1100" spc="-245" dirty="0">
                <a:solidFill>
                  <a:srgbClr val="0F1141"/>
                </a:solidFill>
                <a:latin typeface="Microsoft Sans Serif"/>
                <a:cs typeface="Microsoft Sans Serif"/>
              </a:rPr>
              <a:t>c</a:t>
            </a:r>
            <a:r>
              <a:rPr sz="1100" b="1" spc="-245" dirty="0">
                <a:solidFill>
                  <a:srgbClr val="0F1141"/>
                </a:solidFill>
                <a:latin typeface="Arial"/>
                <a:cs typeface="Arial"/>
              </a:rPr>
              <a:t>T</a:t>
            </a:r>
            <a:r>
              <a:rPr sz="1100" spc="-245" dirty="0">
                <a:solidFill>
                  <a:srgbClr val="0F1141"/>
                </a:solidFill>
                <a:latin typeface="Microsoft Sans Serif"/>
                <a:cs typeface="Microsoft Sans Serif"/>
              </a:rPr>
              <a:t>t</a:t>
            </a:r>
            <a:r>
              <a:rPr sz="1100" b="1" spc="-245" dirty="0">
                <a:solidFill>
                  <a:srgbClr val="0F1141"/>
                </a:solidFill>
                <a:latin typeface="Arial"/>
                <a:cs typeface="Arial"/>
              </a:rPr>
              <a:t>S</a:t>
            </a:r>
            <a:r>
              <a:rPr sz="1100" spc="-245" dirty="0">
                <a:solidFill>
                  <a:srgbClr val="0F1141"/>
                </a:solidFill>
                <a:latin typeface="Microsoft Sans Serif"/>
                <a:cs typeface="Microsoft Sans Serif"/>
              </a:rPr>
              <a:t>ionPi3laonfi,UPGilaCnAi</a:t>
            </a:r>
            <a:r>
              <a:rPr sz="1100" spc="-165" dirty="0">
                <a:solidFill>
                  <a:srgbClr val="0F1141"/>
                </a:solidFill>
                <a:latin typeface="Microsoft Sans Serif"/>
                <a:cs typeface="Microsoft Sans Serif"/>
              </a:rPr>
              <a:t> </a:t>
            </a:r>
            <a:r>
              <a:rPr sz="1100" spc="-254" dirty="0">
                <a:solidFill>
                  <a:srgbClr val="0F1141"/>
                </a:solidFill>
                <a:latin typeface="Microsoft Sans Serif"/>
                <a:cs typeface="Microsoft Sans Serif"/>
              </a:rPr>
              <a:t>Ccta,</a:t>
            </a:r>
            <a:r>
              <a:rPr sz="1100" spc="-204" dirty="0">
                <a:solidFill>
                  <a:srgbClr val="0F1141"/>
                </a:solidFill>
                <a:latin typeface="Microsoft Sans Serif"/>
                <a:cs typeface="Microsoft Sans Serif"/>
              </a:rPr>
              <a:t> </a:t>
            </a:r>
            <a:r>
              <a:rPr sz="1100" spc="-310" dirty="0">
                <a:solidFill>
                  <a:srgbClr val="0F1141"/>
                </a:solidFill>
                <a:latin typeface="Microsoft Sans Serif"/>
                <a:cs typeface="Microsoft Sans Serif"/>
              </a:rPr>
              <a:t>m19p5u6s</a:t>
            </a:r>
            <a:endParaRPr sz="1100">
              <a:latin typeface="Microsoft Sans Serif"/>
              <a:cs typeface="Microsoft Sans Serif"/>
            </a:endParaRPr>
          </a:p>
        </p:txBody>
      </p:sp>
      <p:sp>
        <p:nvSpPr>
          <p:cNvPr id="23" name="object 23"/>
          <p:cNvSpPr txBox="1"/>
          <p:nvPr/>
        </p:nvSpPr>
        <p:spPr>
          <a:xfrm>
            <a:off x="4778755" y="4447108"/>
            <a:ext cx="3992879"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Thank</a:t>
            </a:r>
            <a:r>
              <a:rPr sz="2400" spc="-35" dirty="0">
                <a:latin typeface="Calibri"/>
                <a:cs typeface="Calibri"/>
              </a:rPr>
              <a:t> </a:t>
            </a:r>
            <a:r>
              <a:rPr sz="2400" dirty="0">
                <a:latin typeface="Calibri"/>
                <a:cs typeface="Calibri"/>
              </a:rPr>
              <a:t>You</a:t>
            </a:r>
            <a:r>
              <a:rPr sz="2400" spc="-40" dirty="0">
                <a:latin typeface="Calibri"/>
                <a:cs typeface="Calibri"/>
              </a:rPr>
              <a:t> </a:t>
            </a:r>
            <a:r>
              <a:rPr sz="2400" dirty="0">
                <a:latin typeface="Calibri"/>
                <a:cs typeface="Calibri"/>
              </a:rPr>
              <a:t>for</a:t>
            </a:r>
            <a:r>
              <a:rPr sz="2400" spc="-15" dirty="0">
                <a:latin typeface="Calibri"/>
                <a:cs typeface="Calibri"/>
              </a:rPr>
              <a:t> </a:t>
            </a:r>
            <a:r>
              <a:rPr sz="2400" dirty="0">
                <a:latin typeface="Calibri"/>
                <a:cs typeface="Calibri"/>
              </a:rPr>
              <a:t>all</a:t>
            </a:r>
            <a:r>
              <a:rPr sz="2400" spc="-20" dirty="0">
                <a:latin typeface="Calibri"/>
                <a:cs typeface="Calibri"/>
              </a:rPr>
              <a:t> </a:t>
            </a:r>
            <a:r>
              <a:rPr sz="2400" spc="-5" dirty="0">
                <a:latin typeface="Calibri"/>
                <a:cs typeface="Calibri"/>
              </a:rPr>
              <a:t>your</a:t>
            </a:r>
            <a:r>
              <a:rPr sz="2400" spc="-20" dirty="0">
                <a:latin typeface="Calibri"/>
                <a:cs typeface="Calibri"/>
              </a:rPr>
              <a:t> </a:t>
            </a:r>
            <a:r>
              <a:rPr sz="2400" dirty="0">
                <a:latin typeface="Calibri"/>
                <a:cs typeface="Calibri"/>
              </a:rPr>
              <a:t>Attention</a:t>
            </a:r>
            <a:endParaRPr sz="2400">
              <a:latin typeface="Calibri"/>
              <a:cs typeface="Calibri"/>
            </a:endParaRPr>
          </a:p>
        </p:txBody>
      </p:sp>
      <p:sp>
        <p:nvSpPr>
          <p:cNvPr id="24" name="object 24"/>
          <p:cNvSpPr txBox="1"/>
          <p:nvPr/>
        </p:nvSpPr>
        <p:spPr>
          <a:xfrm>
            <a:off x="383540" y="2357755"/>
            <a:ext cx="7527925" cy="1349375"/>
          </a:xfrm>
          <a:prstGeom prst="rect">
            <a:avLst/>
          </a:prstGeom>
        </p:spPr>
        <p:txBody>
          <a:bodyPr vert="horz" wrap="square" lIns="0" tIns="11430" rIns="0" bIns="0" rtlCol="0">
            <a:spAutoFit/>
          </a:bodyPr>
          <a:lstStyle/>
          <a:p>
            <a:pPr marL="12700">
              <a:lnSpc>
                <a:spcPct val="100000"/>
              </a:lnSpc>
              <a:spcBef>
                <a:spcPts val="90"/>
              </a:spcBef>
            </a:pPr>
            <a:r>
              <a:rPr sz="1400" b="1" spc="-10" dirty="0">
                <a:latin typeface="Arial"/>
                <a:cs typeface="Arial"/>
              </a:rPr>
              <a:t>Required</a:t>
            </a:r>
            <a:r>
              <a:rPr sz="1400" b="1" spc="25" dirty="0">
                <a:latin typeface="Arial"/>
                <a:cs typeface="Arial"/>
              </a:rPr>
              <a:t> </a:t>
            </a:r>
            <a:r>
              <a:rPr sz="1400" b="1" spc="-10" dirty="0">
                <a:latin typeface="Arial"/>
                <a:cs typeface="Arial"/>
              </a:rPr>
              <a:t>Reading:</a:t>
            </a:r>
            <a:r>
              <a:rPr sz="1400" b="1" spc="450" dirty="0">
                <a:latin typeface="Arial"/>
                <a:cs typeface="Arial"/>
              </a:rPr>
              <a:t> </a:t>
            </a:r>
            <a:r>
              <a:rPr sz="1400" b="1" spc="-10" dirty="0">
                <a:latin typeface="Arial"/>
                <a:cs typeface="Arial"/>
              </a:rPr>
              <a:t>AIMA</a:t>
            </a:r>
            <a:r>
              <a:rPr sz="1400" b="1" spc="-15" dirty="0">
                <a:latin typeface="Arial"/>
                <a:cs typeface="Arial"/>
              </a:rPr>
              <a:t> </a:t>
            </a:r>
            <a:r>
              <a:rPr sz="1400" b="1" spc="-5" dirty="0">
                <a:latin typeface="Arial"/>
                <a:cs typeface="Arial"/>
              </a:rPr>
              <a:t>-</a:t>
            </a:r>
            <a:r>
              <a:rPr sz="1400" b="1" spc="-20" dirty="0">
                <a:latin typeface="Arial"/>
                <a:cs typeface="Arial"/>
              </a:rPr>
              <a:t> </a:t>
            </a:r>
            <a:r>
              <a:rPr sz="1400" b="1" spc="-15" dirty="0">
                <a:latin typeface="Arial"/>
                <a:cs typeface="Arial"/>
              </a:rPr>
              <a:t>Chapter</a:t>
            </a:r>
            <a:r>
              <a:rPr sz="1400" b="1" spc="455" dirty="0">
                <a:latin typeface="Arial"/>
                <a:cs typeface="Arial"/>
              </a:rPr>
              <a:t> </a:t>
            </a:r>
            <a:r>
              <a:rPr sz="1400" b="1" spc="-5" dirty="0">
                <a:latin typeface="Arial"/>
                <a:cs typeface="Arial"/>
              </a:rPr>
              <a:t>#</a:t>
            </a:r>
            <a:r>
              <a:rPr sz="1400" b="1" spc="-10" dirty="0">
                <a:latin typeface="Arial"/>
                <a:cs typeface="Arial"/>
              </a:rPr>
              <a:t> 4.1,</a:t>
            </a:r>
            <a:r>
              <a:rPr sz="1400" b="1" spc="10" dirty="0">
                <a:latin typeface="Arial"/>
                <a:cs typeface="Arial"/>
              </a:rPr>
              <a:t> </a:t>
            </a:r>
            <a:r>
              <a:rPr sz="1400" b="1" spc="-10" dirty="0">
                <a:latin typeface="Arial"/>
                <a:cs typeface="Arial"/>
              </a:rPr>
              <a:t>#4.2,</a:t>
            </a:r>
            <a:r>
              <a:rPr sz="1400" b="1" spc="5" dirty="0">
                <a:latin typeface="Arial"/>
                <a:cs typeface="Arial"/>
              </a:rPr>
              <a:t> </a:t>
            </a:r>
            <a:r>
              <a:rPr sz="1400" b="1" spc="-10" dirty="0">
                <a:latin typeface="Arial"/>
                <a:cs typeface="Arial"/>
              </a:rPr>
              <a:t>#5.1,</a:t>
            </a:r>
            <a:r>
              <a:rPr sz="1400" b="1" spc="35" dirty="0">
                <a:latin typeface="Arial"/>
                <a:cs typeface="Arial"/>
              </a:rPr>
              <a:t> </a:t>
            </a:r>
            <a:r>
              <a:rPr sz="1400" b="1" spc="-10" dirty="0">
                <a:latin typeface="Arial"/>
                <a:cs typeface="Arial"/>
              </a:rPr>
              <a:t>#9</a:t>
            </a:r>
            <a:endParaRPr sz="1400">
              <a:latin typeface="Arial"/>
              <a:cs typeface="Arial"/>
            </a:endParaRPr>
          </a:p>
          <a:p>
            <a:pPr>
              <a:lnSpc>
                <a:spcPct val="100000"/>
              </a:lnSpc>
              <a:spcBef>
                <a:spcPts val="55"/>
              </a:spcBef>
            </a:pPr>
            <a:endParaRPr sz="1550">
              <a:latin typeface="Arial"/>
              <a:cs typeface="Arial"/>
            </a:endParaRPr>
          </a:p>
          <a:p>
            <a:pPr marL="12700">
              <a:lnSpc>
                <a:spcPct val="100000"/>
              </a:lnSpc>
            </a:pPr>
            <a:r>
              <a:rPr sz="1800" spc="-10" dirty="0">
                <a:solidFill>
                  <a:srgbClr val="6F2F9F"/>
                </a:solidFill>
                <a:latin typeface="Calibri"/>
                <a:cs typeface="Calibri"/>
              </a:rPr>
              <a:t>Next </a:t>
            </a:r>
            <a:r>
              <a:rPr sz="1800" spc="-5" dirty="0">
                <a:solidFill>
                  <a:srgbClr val="6F2F9F"/>
                </a:solidFill>
                <a:latin typeface="Calibri"/>
                <a:cs typeface="Calibri"/>
              </a:rPr>
              <a:t>Session</a:t>
            </a:r>
            <a:r>
              <a:rPr sz="1800" spc="10" dirty="0">
                <a:solidFill>
                  <a:srgbClr val="6F2F9F"/>
                </a:solidFill>
                <a:latin typeface="Calibri"/>
                <a:cs typeface="Calibri"/>
              </a:rPr>
              <a:t> </a:t>
            </a:r>
            <a:r>
              <a:rPr sz="1800" dirty="0">
                <a:solidFill>
                  <a:srgbClr val="6F2F9F"/>
                </a:solidFill>
                <a:latin typeface="Calibri"/>
                <a:cs typeface="Calibri"/>
              </a:rPr>
              <a:t>Plan:</a:t>
            </a:r>
            <a:endParaRPr sz="1800">
              <a:latin typeface="Calibri"/>
              <a:cs typeface="Calibri"/>
            </a:endParaRPr>
          </a:p>
          <a:p>
            <a:pPr marL="356870" marR="5080">
              <a:lnSpc>
                <a:spcPct val="100000"/>
              </a:lnSpc>
              <a:spcBef>
                <a:spcPts val="434"/>
              </a:spcBef>
            </a:pPr>
            <a:r>
              <a:rPr sz="1800" dirty="0">
                <a:solidFill>
                  <a:srgbClr val="6F2F9F"/>
                </a:solidFill>
                <a:latin typeface="Calibri"/>
                <a:cs typeface="Calibri"/>
              </a:rPr>
              <a:t>-</a:t>
            </a:r>
            <a:r>
              <a:rPr sz="1800" spc="-5" dirty="0">
                <a:solidFill>
                  <a:srgbClr val="6F2F9F"/>
                </a:solidFill>
                <a:latin typeface="Calibri"/>
                <a:cs typeface="Calibri"/>
              </a:rPr>
              <a:t> </a:t>
            </a:r>
            <a:r>
              <a:rPr sz="1800" spc="-5" dirty="0">
                <a:solidFill>
                  <a:srgbClr val="FF0000"/>
                </a:solidFill>
                <a:latin typeface="Calibri"/>
                <a:cs typeface="Calibri"/>
              </a:rPr>
              <a:t>(Prerequisite</a:t>
            </a:r>
            <a:r>
              <a:rPr sz="1800" spc="60" dirty="0">
                <a:solidFill>
                  <a:srgbClr val="FF0000"/>
                </a:solidFill>
                <a:latin typeface="Calibri"/>
                <a:cs typeface="Calibri"/>
              </a:rPr>
              <a:t> </a:t>
            </a:r>
            <a:r>
              <a:rPr sz="1800" spc="-5" dirty="0">
                <a:solidFill>
                  <a:srgbClr val="FF0000"/>
                </a:solidFill>
                <a:latin typeface="Calibri"/>
                <a:cs typeface="Calibri"/>
              </a:rPr>
              <a:t>Reading</a:t>
            </a:r>
            <a:r>
              <a:rPr sz="1800" spc="35" dirty="0">
                <a:solidFill>
                  <a:srgbClr val="FF0000"/>
                </a:solidFill>
                <a:latin typeface="Calibri"/>
                <a:cs typeface="Calibri"/>
              </a:rPr>
              <a:t> </a:t>
            </a:r>
            <a:r>
              <a:rPr sz="1800" dirty="0">
                <a:solidFill>
                  <a:srgbClr val="FF0000"/>
                </a:solidFill>
                <a:latin typeface="Calibri"/>
                <a:cs typeface="Calibri"/>
              </a:rPr>
              <a:t>:</a:t>
            </a:r>
            <a:r>
              <a:rPr sz="1800" spc="20" dirty="0">
                <a:solidFill>
                  <a:srgbClr val="FF0000"/>
                </a:solidFill>
                <a:latin typeface="Calibri"/>
                <a:cs typeface="Calibri"/>
              </a:rPr>
              <a:t> </a:t>
            </a:r>
            <a:r>
              <a:rPr sz="1800" spc="-5" dirty="0">
                <a:solidFill>
                  <a:srgbClr val="FF0000"/>
                </a:solidFill>
                <a:latin typeface="Calibri"/>
                <a:cs typeface="Calibri"/>
              </a:rPr>
              <a:t>Refresh</a:t>
            </a:r>
            <a:r>
              <a:rPr sz="1800" spc="5" dirty="0">
                <a:solidFill>
                  <a:srgbClr val="FF0000"/>
                </a:solidFill>
                <a:latin typeface="Calibri"/>
                <a:cs typeface="Calibri"/>
              </a:rPr>
              <a:t> </a:t>
            </a:r>
            <a:r>
              <a:rPr sz="1800" spc="-5" dirty="0">
                <a:solidFill>
                  <a:srgbClr val="FF0000"/>
                </a:solidFill>
                <a:latin typeface="Calibri"/>
                <a:cs typeface="Calibri"/>
              </a:rPr>
              <a:t>the</a:t>
            </a:r>
            <a:r>
              <a:rPr sz="1800" spc="15" dirty="0">
                <a:solidFill>
                  <a:srgbClr val="FF0000"/>
                </a:solidFill>
                <a:latin typeface="Calibri"/>
                <a:cs typeface="Calibri"/>
              </a:rPr>
              <a:t> </a:t>
            </a:r>
            <a:r>
              <a:rPr sz="1800" spc="-5" dirty="0">
                <a:solidFill>
                  <a:srgbClr val="FF0000"/>
                </a:solidFill>
                <a:latin typeface="Calibri"/>
                <a:cs typeface="Calibri"/>
              </a:rPr>
              <a:t>basics</a:t>
            </a:r>
            <a:r>
              <a:rPr sz="1800" spc="10" dirty="0">
                <a:solidFill>
                  <a:srgbClr val="FF0000"/>
                </a:solidFill>
                <a:latin typeface="Calibri"/>
                <a:cs typeface="Calibri"/>
              </a:rPr>
              <a:t> </a:t>
            </a:r>
            <a:r>
              <a:rPr sz="1800" dirty="0">
                <a:solidFill>
                  <a:srgbClr val="FF0000"/>
                </a:solidFill>
                <a:latin typeface="Calibri"/>
                <a:cs typeface="Calibri"/>
              </a:rPr>
              <a:t>of</a:t>
            </a:r>
            <a:r>
              <a:rPr sz="1800" spc="-5" dirty="0">
                <a:solidFill>
                  <a:srgbClr val="FF0000"/>
                </a:solidFill>
                <a:latin typeface="Calibri"/>
                <a:cs typeface="Calibri"/>
              </a:rPr>
              <a:t> probability</a:t>
            </a:r>
            <a:r>
              <a:rPr sz="1800" spc="40" dirty="0">
                <a:solidFill>
                  <a:srgbClr val="FF0000"/>
                </a:solidFill>
                <a:latin typeface="Calibri"/>
                <a:cs typeface="Calibri"/>
              </a:rPr>
              <a:t> </a:t>
            </a:r>
            <a:r>
              <a:rPr sz="1800" dirty="0">
                <a:solidFill>
                  <a:srgbClr val="FF0000"/>
                </a:solidFill>
                <a:latin typeface="Calibri"/>
                <a:cs typeface="Calibri"/>
              </a:rPr>
              <a:t>, </a:t>
            </a:r>
            <a:r>
              <a:rPr sz="1800" spc="-5" dirty="0">
                <a:solidFill>
                  <a:srgbClr val="FF0000"/>
                </a:solidFill>
                <a:latin typeface="Calibri"/>
                <a:cs typeface="Calibri"/>
              </a:rPr>
              <a:t>Bayes</a:t>
            </a:r>
            <a:r>
              <a:rPr sz="1800" spc="-10" dirty="0">
                <a:solidFill>
                  <a:srgbClr val="FF0000"/>
                </a:solidFill>
                <a:latin typeface="Calibri"/>
                <a:cs typeface="Calibri"/>
              </a:rPr>
              <a:t> </a:t>
            </a:r>
            <a:r>
              <a:rPr sz="1800" spc="-5" dirty="0">
                <a:solidFill>
                  <a:srgbClr val="FF0000"/>
                </a:solidFill>
                <a:latin typeface="Calibri"/>
                <a:cs typeface="Calibri"/>
              </a:rPr>
              <a:t>Theorem</a:t>
            </a:r>
            <a:r>
              <a:rPr sz="1800" spc="20" dirty="0">
                <a:solidFill>
                  <a:srgbClr val="FF0000"/>
                </a:solidFill>
                <a:latin typeface="Calibri"/>
                <a:cs typeface="Calibri"/>
              </a:rPr>
              <a:t> </a:t>
            </a:r>
            <a:r>
              <a:rPr sz="1800" dirty="0">
                <a:solidFill>
                  <a:srgbClr val="FF0000"/>
                </a:solidFill>
                <a:latin typeface="Calibri"/>
                <a:cs typeface="Calibri"/>
              </a:rPr>
              <a:t>, </a:t>
            </a:r>
            <a:r>
              <a:rPr sz="1800" spc="5" dirty="0">
                <a:solidFill>
                  <a:srgbClr val="FF0000"/>
                </a:solidFill>
                <a:latin typeface="Calibri"/>
                <a:cs typeface="Calibri"/>
              </a:rPr>
              <a:t> </a:t>
            </a:r>
            <a:r>
              <a:rPr sz="1800" spc="-5" dirty="0">
                <a:solidFill>
                  <a:srgbClr val="FF0000"/>
                </a:solidFill>
                <a:latin typeface="Calibri"/>
                <a:cs typeface="Calibri"/>
              </a:rPr>
              <a:t>Conditional</a:t>
            </a:r>
            <a:r>
              <a:rPr sz="1800" spc="45" dirty="0">
                <a:solidFill>
                  <a:srgbClr val="FF0000"/>
                </a:solidFill>
                <a:latin typeface="Calibri"/>
                <a:cs typeface="Calibri"/>
              </a:rPr>
              <a:t> </a:t>
            </a:r>
            <a:r>
              <a:rPr sz="1800" spc="-5" dirty="0">
                <a:solidFill>
                  <a:srgbClr val="FF0000"/>
                </a:solidFill>
                <a:latin typeface="Calibri"/>
                <a:cs typeface="Calibri"/>
              </a:rPr>
              <a:t>Probability,</a:t>
            </a:r>
            <a:r>
              <a:rPr sz="1800" spc="10" dirty="0">
                <a:solidFill>
                  <a:srgbClr val="FF0000"/>
                </a:solidFill>
                <a:latin typeface="Calibri"/>
                <a:cs typeface="Calibri"/>
              </a:rPr>
              <a:t> </a:t>
            </a:r>
            <a:r>
              <a:rPr sz="1800" spc="-5" dirty="0">
                <a:solidFill>
                  <a:srgbClr val="FF0000"/>
                </a:solidFill>
                <a:latin typeface="Calibri"/>
                <a:cs typeface="Calibri"/>
              </a:rPr>
              <a:t>Product</a:t>
            </a:r>
            <a:r>
              <a:rPr sz="1800" spc="20" dirty="0">
                <a:solidFill>
                  <a:srgbClr val="FF0000"/>
                </a:solidFill>
                <a:latin typeface="Calibri"/>
                <a:cs typeface="Calibri"/>
              </a:rPr>
              <a:t> </a:t>
            </a:r>
            <a:r>
              <a:rPr sz="1800" spc="-5" dirty="0">
                <a:solidFill>
                  <a:srgbClr val="FF0000"/>
                </a:solidFill>
                <a:latin typeface="Calibri"/>
                <a:cs typeface="Calibri"/>
              </a:rPr>
              <a:t>Rule,</a:t>
            </a:r>
            <a:r>
              <a:rPr sz="1800" spc="10" dirty="0">
                <a:solidFill>
                  <a:srgbClr val="FF0000"/>
                </a:solidFill>
                <a:latin typeface="Calibri"/>
                <a:cs typeface="Calibri"/>
              </a:rPr>
              <a:t> </a:t>
            </a:r>
            <a:r>
              <a:rPr sz="1800" spc="-5" dirty="0">
                <a:solidFill>
                  <a:srgbClr val="FF0000"/>
                </a:solidFill>
                <a:latin typeface="Calibri"/>
                <a:cs typeface="Calibri"/>
              </a:rPr>
              <a:t>Conditional</a:t>
            </a:r>
            <a:r>
              <a:rPr sz="1800" spc="50" dirty="0">
                <a:solidFill>
                  <a:srgbClr val="FF0000"/>
                </a:solidFill>
                <a:latin typeface="Calibri"/>
                <a:cs typeface="Calibri"/>
              </a:rPr>
              <a:t> </a:t>
            </a:r>
            <a:r>
              <a:rPr sz="1800" spc="-10" dirty="0">
                <a:solidFill>
                  <a:srgbClr val="FF0000"/>
                </a:solidFill>
                <a:latin typeface="Calibri"/>
                <a:cs typeface="Calibri"/>
              </a:rPr>
              <a:t>Independence,</a:t>
            </a:r>
            <a:r>
              <a:rPr sz="1800" spc="125" dirty="0">
                <a:solidFill>
                  <a:srgbClr val="FF0000"/>
                </a:solidFill>
                <a:latin typeface="Calibri"/>
                <a:cs typeface="Calibri"/>
              </a:rPr>
              <a:t> </a:t>
            </a:r>
            <a:r>
              <a:rPr sz="1800" spc="-5" dirty="0">
                <a:solidFill>
                  <a:srgbClr val="FF0000"/>
                </a:solidFill>
                <a:latin typeface="Calibri"/>
                <a:cs typeface="Calibri"/>
              </a:rPr>
              <a:t>Chain</a:t>
            </a:r>
            <a:r>
              <a:rPr sz="1800" spc="40" dirty="0">
                <a:solidFill>
                  <a:srgbClr val="FF0000"/>
                </a:solidFill>
                <a:latin typeface="Calibri"/>
                <a:cs typeface="Calibri"/>
              </a:rPr>
              <a:t> </a:t>
            </a:r>
            <a:r>
              <a:rPr sz="1800" spc="-5" dirty="0">
                <a:solidFill>
                  <a:srgbClr val="FF0000"/>
                </a:solidFill>
                <a:latin typeface="Calibri"/>
                <a:cs typeface="Calibri"/>
              </a:rPr>
              <a:t>Rule)</a:t>
            </a:r>
            <a:endParaRPr sz="1800">
              <a:latin typeface="Calibri"/>
              <a:cs typeface="Calibri"/>
            </a:endParaRPr>
          </a:p>
        </p:txBody>
      </p:sp>
      <p:sp>
        <p:nvSpPr>
          <p:cNvPr id="25" name="object 25"/>
          <p:cNvSpPr txBox="1"/>
          <p:nvPr/>
        </p:nvSpPr>
        <p:spPr>
          <a:xfrm>
            <a:off x="612444" y="3681729"/>
            <a:ext cx="7105015" cy="1343025"/>
          </a:xfrm>
          <a:prstGeom prst="rect">
            <a:avLst/>
          </a:prstGeom>
        </p:spPr>
        <p:txBody>
          <a:bodyPr vert="horz" wrap="square" lIns="0" tIns="67310" rIns="0" bIns="0" rtlCol="0">
            <a:spAutoFit/>
          </a:bodyPr>
          <a:lstStyle/>
          <a:p>
            <a:pPr marL="469900" indent="-457200">
              <a:lnSpc>
                <a:spcPct val="100000"/>
              </a:lnSpc>
              <a:spcBef>
                <a:spcPts val="530"/>
              </a:spcBef>
              <a:buClr>
                <a:srgbClr val="0F1141"/>
              </a:buClr>
              <a:buChar char="-"/>
              <a:tabLst>
                <a:tab pos="469265" algn="l"/>
                <a:tab pos="469900" algn="l"/>
              </a:tabLst>
            </a:pPr>
            <a:r>
              <a:rPr sz="1800" spc="-10" dirty="0">
                <a:solidFill>
                  <a:srgbClr val="6F2F9F"/>
                </a:solidFill>
                <a:latin typeface="Calibri"/>
                <a:cs typeface="Calibri"/>
              </a:rPr>
              <a:t>Inferences</a:t>
            </a:r>
            <a:r>
              <a:rPr sz="1800" spc="60" dirty="0">
                <a:solidFill>
                  <a:srgbClr val="6F2F9F"/>
                </a:solidFill>
                <a:latin typeface="Calibri"/>
                <a:cs typeface="Calibri"/>
              </a:rPr>
              <a:t> </a:t>
            </a:r>
            <a:r>
              <a:rPr sz="1800" spc="-10" dirty="0">
                <a:solidFill>
                  <a:srgbClr val="6F2F9F"/>
                </a:solidFill>
                <a:latin typeface="Calibri"/>
                <a:cs typeface="Calibri"/>
              </a:rPr>
              <a:t>using</a:t>
            </a:r>
            <a:r>
              <a:rPr sz="1800" spc="40" dirty="0">
                <a:solidFill>
                  <a:srgbClr val="6F2F9F"/>
                </a:solidFill>
                <a:latin typeface="Calibri"/>
                <a:cs typeface="Calibri"/>
              </a:rPr>
              <a:t> </a:t>
            </a:r>
            <a:r>
              <a:rPr sz="1800" dirty="0">
                <a:solidFill>
                  <a:srgbClr val="6F2F9F"/>
                </a:solidFill>
                <a:latin typeface="Calibri"/>
                <a:cs typeface="Calibri"/>
              </a:rPr>
              <a:t>Logic</a:t>
            </a:r>
            <a:r>
              <a:rPr sz="1800" spc="5" dirty="0">
                <a:solidFill>
                  <a:srgbClr val="6F2F9F"/>
                </a:solidFill>
                <a:latin typeface="Calibri"/>
                <a:cs typeface="Calibri"/>
              </a:rPr>
              <a:t> </a:t>
            </a:r>
            <a:r>
              <a:rPr sz="1800" dirty="0">
                <a:solidFill>
                  <a:srgbClr val="6F2F9F"/>
                </a:solidFill>
                <a:latin typeface="Calibri"/>
                <a:cs typeface="Calibri"/>
              </a:rPr>
              <a:t>(</a:t>
            </a:r>
            <a:r>
              <a:rPr sz="1800" spc="5" dirty="0">
                <a:solidFill>
                  <a:srgbClr val="6F2F9F"/>
                </a:solidFill>
                <a:latin typeface="Calibri"/>
                <a:cs typeface="Calibri"/>
              </a:rPr>
              <a:t> </a:t>
            </a:r>
            <a:r>
              <a:rPr sz="1800" dirty="0">
                <a:solidFill>
                  <a:srgbClr val="6F2F9F"/>
                </a:solidFill>
                <a:latin typeface="Calibri"/>
                <a:cs typeface="Calibri"/>
              </a:rPr>
              <a:t>Forward</a:t>
            </a:r>
            <a:r>
              <a:rPr sz="1800" spc="-15" dirty="0">
                <a:solidFill>
                  <a:srgbClr val="6F2F9F"/>
                </a:solidFill>
                <a:latin typeface="Calibri"/>
                <a:cs typeface="Calibri"/>
              </a:rPr>
              <a:t> </a:t>
            </a:r>
            <a:r>
              <a:rPr sz="1800" dirty="0">
                <a:solidFill>
                  <a:srgbClr val="6F2F9F"/>
                </a:solidFill>
                <a:latin typeface="Calibri"/>
                <a:cs typeface="Calibri"/>
              </a:rPr>
              <a:t>/</a:t>
            </a:r>
            <a:r>
              <a:rPr sz="1800" spc="-5" dirty="0">
                <a:solidFill>
                  <a:srgbClr val="6F2F9F"/>
                </a:solidFill>
                <a:latin typeface="Calibri"/>
                <a:cs typeface="Calibri"/>
              </a:rPr>
              <a:t> </a:t>
            </a:r>
            <a:r>
              <a:rPr sz="1800" dirty="0">
                <a:solidFill>
                  <a:srgbClr val="6F2F9F"/>
                </a:solidFill>
                <a:latin typeface="Calibri"/>
                <a:cs typeface="Calibri"/>
              </a:rPr>
              <a:t>Backward</a:t>
            </a:r>
            <a:r>
              <a:rPr sz="1800" spc="-15" dirty="0">
                <a:solidFill>
                  <a:srgbClr val="6F2F9F"/>
                </a:solidFill>
                <a:latin typeface="Calibri"/>
                <a:cs typeface="Calibri"/>
              </a:rPr>
              <a:t> </a:t>
            </a:r>
            <a:r>
              <a:rPr sz="1800" spc="-10" dirty="0">
                <a:solidFill>
                  <a:srgbClr val="6F2F9F"/>
                </a:solidFill>
                <a:latin typeface="Calibri"/>
                <a:cs typeface="Calibri"/>
              </a:rPr>
              <a:t>Chaining</a:t>
            </a:r>
            <a:r>
              <a:rPr sz="1800" spc="70" dirty="0">
                <a:solidFill>
                  <a:srgbClr val="6F2F9F"/>
                </a:solidFill>
                <a:latin typeface="Calibri"/>
                <a:cs typeface="Calibri"/>
              </a:rPr>
              <a:t> </a:t>
            </a:r>
            <a:r>
              <a:rPr sz="1800" dirty="0">
                <a:solidFill>
                  <a:srgbClr val="6F2F9F"/>
                </a:solidFill>
                <a:latin typeface="Calibri"/>
                <a:cs typeface="Calibri"/>
              </a:rPr>
              <a:t>/</a:t>
            </a:r>
            <a:r>
              <a:rPr sz="1800" spc="-5" dirty="0">
                <a:solidFill>
                  <a:srgbClr val="6F2F9F"/>
                </a:solidFill>
                <a:latin typeface="Calibri"/>
                <a:cs typeface="Calibri"/>
              </a:rPr>
              <a:t> </a:t>
            </a:r>
            <a:r>
              <a:rPr sz="1800" dirty="0">
                <a:solidFill>
                  <a:srgbClr val="6F2F9F"/>
                </a:solidFill>
                <a:latin typeface="Calibri"/>
                <a:cs typeface="Calibri"/>
              </a:rPr>
              <a:t>DPLL</a:t>
            </a:r>
            <a:r>
              <a:rPr sz="1800" spc="5" dirty="0">
                <a:solidFill>
                  <a:srgbClr val="6F2F9F"/>
                </a:solidFill>
                <a:latin typeface="Calibri"/>
                <a:cs typeface="Calibri"/>
              </a:rPr>
              <a:t> </a:t>
            </a:r>
            <a:r>
              <a:rPr sz="1800" spc="-5" dirty="0">
                <a:solidFill>
                  <a:srgbClr val="6F2F9F"/>
                </a:solidFill>
                <a:latin typeface="Calibri"/>
                <a:cs typeface="Calibri"/>
              </a:rPr>
              <a:t>algorithm)</a:t>
            </a:r>
            <a:endParaRPr sz="1800">
              <a:latin typeface="Calibri"/>
              <a:cs typeface="Calibri"/>
            </a:endParaRPr>
          </a:p>
          <a:p>
            <a:pPr marL="469900" indent="-457200">
              <a:lnSpc>
                <a:spcPct val="100000"/>
              </a:lnSpc>
              <a:spcBef>
                <a:spcPts val="430"/>
              </a:spcBef>
              <a:buClr>
                <a:srgbClr val="0F1141"/>
              </a:buClr>
              <a:buChar char="-"/>
              <a:tabLst>
                <a:tab pos="469265" algn="l"/>
                <a:tab pos="469900" algn="l"/>
              </a:tabLst>
            </a:pPr>
            <a:r>
              <a:rPr sz="1800" spc="-5" dirty="0">
                <a:solidFill>
                  <a:srgbClr val="6F2F9F"/>
                </a:solidFill>
                <a:latin typeface="Calibri"/>
                <a:cs typeface="Calibri"/>
              </a:rPr>
              <a:t>Bayesian</a:t>
            </a:r>
            <a:r>
              <a:rPr sz="1800" spc="-10" dirty="0">
                <a:solidFill>
                  <a:srgbClr val="6F2F9F"/>
                </a:solidFill>
                <a:latin typeface="Calibri"/>
                <a:cs typeface="Calibri"/>
              </a:rPr>
              <a:t> </a:t>
            </a:r>
            <a:r>
              <a:rPr sz="1800" spc="-5" dirty="0">
                <a:solidFill>
                  <a:srgbClr val="6F2F9F"/>
                </a:solidFill>
                <a:latin typeface="Calibri"/>
                <a:cs typeface="Calibri"/>
              </a:rPr>
              <a:t>Network</a:t>
            </a:r>
            <a:endParaRPr sz="1800">
              <a:latin typeface="Calibri"/>
              <a:cs typeface="Calibri"/>
            </a:endParaRPr>
          </a:p>
          <a:p>
            <a:pPr marL="469900" indent="-457200">
              <a:lnSpc>
                <a:spcPct val="100000"/>
              </a:lnSpc>
              <a:spcBef>
                <a:spcPts val="434"/>
              </a:spcBef>
              <a:buClr>
                <a:srgbClr val="0F1141"/>
              </a:buClr>
              <a:buChar char="-"/>
              <a:tabLst>
                <a:tab pos="469265" algn="l"/>
                <a:tab pos="469900" algn="l"/>
              </a:tabLst>
            </a:pPr>
            <a:r>
              <a:rPr sz="1800" spc="-5" dirty="0">
                <a:solidFill>
                  <a:srgbClr val="6F2F9F"/>
                </a:solidFill>
                <a:latin typeface="Calibri"/>
                <a:cs typeface="Calibri"/>
              </a:rPr>
              <a:t>Representation</a:t>
            </a:r>
            <a:endParaRPr sz="1800">
              <a:latin typeface="Calibri"/>
              <a:cs typeface="Calibri"/>
            </a:endParaRPr>
          </a:p>
          <a:p>
            <a:pPr marL="469900" indent="-457200">
              <a:lnSpc>
                <a:spcPct val="100000"/>
              </a:lnSpc>
              <a:spcBef>
                <a:spcPts val="434"/>
              </a:spcBef>
              <a:buClr>
                <a:srgbClr val="0F1141"/>
              </a:buClr>
              <a:buChar char="-"/>
              <a:tabLst>
                <a:tab pos="469265" algn="l"/>
                <a:tab pos="469900" algn="l"/>
              </a:tabLst>
            </a:pPr>
            <a:r>
              <a:rPr sz="1800" spc="-10" dirty="0">
                <a:solidFill>
                  <a:srgbClr val="6F2F9F"/>
                </a:solidFill>
                <a:latin typeface="Calibri"/>
                <a:cs typeface="Calibri"/>
              </a:rPr>
              <a:t>Inferences</a:t>
            </a:r>
            <a:r>
              <a:rPr sz="1800" spc="65" dirty="0">
                <a:solidFill>
                  <a:srgbClr val="6F2F9F"/>
                </a:solidFill>
                <a:latin typeface="Calibri"/>
                <a:cs typeface="Calibri"/>
              </a:rPr>
              <a:t> </a:t>
            </a:r>
            <a:r>
              <a:rPr sz="1800" dirty="0">
                <a:solidFill>
                  <a:srgbClr val="6F2F9F"/>
                </a:solidFill>
                <a:latin typeface="Calibri"/>
                <a:cs typeface="Calibri"/>
              </a:rPr>
              <a:t>(Exact</a:t>
            </a:r>
            <a:r>
              <a:rPr sz="1800" spc="-25" dirty="0">
                <a:solidFill>
                  <a:srgbClr val="6F2F9F"/>
                </a:solidFill>
                <a:latin typeface="Calibri"/>
                <a:cs typeface="Calibri"/>
              </a:rPr>
              <a:t> </a:t>
            </a:r>
            <a:r>
              <a:rPr sz="1800" spc="-5" dirty="0">
                <a:solidFill>
                  <a:srgbClr val="6F2F9F"/>
                </a:solidFill>
                <a:latin typeface="Calibri"/>
                <a:cs typeface="Calibri"/>
              </a:rPr>
              <a:t>and</a:t>
            </a:r>
            <a:r>
              <a:rPr sz="1800" spc="15" dirty="0">
                <a:solidFill>
                  <a:srgbClr val="6F2F9F"/>
                </a:solidFill>
                <a:latin typeface="Calibri"/>
                <a:cs typeface="Calibri"/>
              </a:rPr>
              <a:t> </a:t>
            </a:r>
            <a:r>
              <a:rPr sz="1800" spc="-5" dirty="0">
                <a:solidFill>
                  <a:srgbClr val="6F2F9F"/>
                </a:solidFill>
                <a:latin typeface="Calibri"/>
                <a:cs typeface="Calibri"/>
              </a:rPr>
              <a:t>approximate-only</a:t>
            </a:r>
            <a:r>
              <a:rPr sz="1800" spc="50" dirty="0">
                <a:solidFill>
                  <a:srgbClr val="6F2F9F"/>
                </a:solidFill>
                <a:latin typeface="Calibri"/>
                <a:cs typeface="Calibri"/>
              </a:rPr>
              <a:t> </a:t>
            </a:r>
            <a:r>
              <a:rPr sz="1800" spc="-5" dirty="0">
                <a:solidFill>
                  <a:srgbClr val="6F2F9F"/>
                </a:solidFill>
                <a:latin typeface="Calibri"/>
                <a:cs typeface="Calibri"/>
              </a:rPr>
              <a:t>Direct</a:t>
            </a:r>
            <a:r>
              <a:rPr sz="1800" spc="20" dirty="0">
                <a:solidFill>
                  <a:srgbClr val="6F2F9F"/>
                </a:solidFill>
                <a:latin typeface="Calibri"/>
                <a:cs typeface="Calibri"/>
              </a:rPr>
              <a:t> </a:t>
            </a:r>
            <a:r>
              <a:rPr sz="1800" spc="-10" dirty="0">
                <a:solidFill>
                  <a:srgbClr val="6F2F9F"/>
                </a:solidFill>
                <a:latin typeface="Calibri"/>
                <a:cs typeface="Calibri"/>
              </a:rPr>
              <a:t>sampling)</a:t>
            </a:r>
            <a:endParaRPr sz="1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TotalTime>
  <Words>3020</Words>
  <Application>Microsoft Office PowerPoint</Application>
  <PresentationFormat>On-screen Show (4:3)</PresentationFormat>
  <Paragraphs>515</Paragraphs>
  <Slides>58</Slides>
  <Notes>2</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58</vt:i4>
      </vt:variant>
    </vt:vector>
  </HeadingPairs>
  <TitlesOfParts>
    <vt:vector size="71" baseType="lpstr">
      <vt:lpstr>Arial</vt:lpstr>
      <vt:lpstr>Arial MT</vt:lpstr>
      <vt:lpstr>Calibri</vt:lpstr>
      <vt:lpstr>Cambria Math</vt:lpstr>
      <vt:lpstr>Microsoft Sans Serif</vt:lpstr>
      <vt:lpstr>Times New Roman</vt:lpstr>
      <vt:lpstr>Wingdings</vt:lpstr>
      <vt:lpstr>Office Theme</vt:lpstr>
      <vt:lpstr>1_Office Theme</vt:lpstr>
      <vt:lpstr>4_Office Theme</vt:lpstr>
      <vt:lpstr>2_Office Theme</vt:lpstr>
      <vt:lpstr>3_Office Theme</vt:lpstr>
      <vt:lpstr>5_Office Theme</vt:lpstr>
      <vt:lpstr>PowerPoint Presentation</vt:lpstr>
      <vt:lpstr>Artificial and Computational Intelligence</vt:lpstr>
      <vt:lpstr>Course Plan</vt:lpstr>
      <vt:lpstr>PowerPoint Presentation</vt:lpstr>
      <vt:lpstr>Learning Objective</vt:lpstr>
      <vt:lpstr>Knowledge based Agent : Model &amp; Represent</vt:lpstr>
      <vt:lpstr>Knowledge based Agent : Model &amp; Represent</vt:lpstr>
      <vt:lpstr>Knowledge based Agent : Model &amp; Represent</vt:lpstr>
      <vt:lpstr>Representation</vt:lpstr>
      <vt:lpstr>Propositional Logic</vt:lpstr>
      <vt:lpstr>Propositional Logic</vt:lpstr>
      <vt:lpstr>Knowledge based Agent : Model &amp; Represent</vt:lpstr>
      <vt:lpstr>Percept 1: [None, None, None, None, None] Action: Forward</vt:lpstr>
      <vt:lpstr>PowerPoint Presentation</vt:lpstr>
      <vt:lpstr>PowerPoint Presentation</vt:lpstr>
      <vt:lpstr>Representation by Propositional Logic</vt:lpstr>
      <vt:lpstr>TT – Entails Inference – Example</vt:lpstr>
      <vt:lpstr>TT – Entails Inference – Example</vt:lpstr>
      <vt:lpstr>Inference : Properties</vt:lpstr>
      <vt:lpstr>Inference : Example – Theorem Proving (Self Study)</vt:lpstr>
      <vt:lpstr>Inference : Example –  Theorem Proving</vt:lpstr>
      <vt:lpstr>Inference : Example –  Theorem Proving</vt:lpstr>
      <vt:lpstr>Inference : Example –  Theorem Proving</vt:lpstr>
      <vt:lpstr>PowerPoint Presentation</vt:lpstr>
      <vt:lpstr>PL-Resolution</vt:lpstr>
      <vt:lpstr>PowerPoint Presentation</vt:lpstr>
      <vt:lpstr>PowerPoint Presentation</vt:lpstr>
      <vt:lpstr>PL-Resolution</vt:lpstr>
      <vt:lpstr>PL-Resolution</vt:lpstr>
      <vt:lpstr>PL-Resolution</vt:lpstr>
      <vt:lpstr>PL-Resolution</vt:lpstr>
      <vt:lpstr>DPLL Algorithm</vt:lpstr>
      <vt:lpstr>DPLL Algorithm</vt:lpstr>
      <vt:lpstr>PowerPoint Presentation</vt:lpstr>
      <vt:lpstr>Sample Problem : </vt:lpstr>
      <vt:lpstr>Towards Predicate Logic</vt:lpstr>
      <vt:lpstr>Towards Predicate Logic</vt:lpstr>
      <vt:lpstr>Predicate Logic</vt:lpstr>
      <vt:lpstr>Predicate Logic – Sample Modelling</vt:lpstr>
      <vt:lpstr>Predicate Logic – Sample Modelling</vt:lpstr>
      <vt:lpstr>Predicate Logic – Sample Modelling</vt:lpstr>
      <vt:lpstr>Predicate Logic – Sample Modelling  Quantifiers</vt:lpstr>
      <vt:lpstr>Predicate Logic – Inference</vt:lpstr>
      <vt:lpstr>Forward Chaining</vt:lpstr>
      <vt:lpstr>Forward Chaining</vt:lpstr>
      <vt:lpstr>Forward Chaining</vt:lpstr>
      <vt:lpstr>Forward Chaining</vt:lpstr>
      <vt:lpstr>Forward Chaining</vt:lpstr>
      <vt:lpstr>Forward Chaining</vt:lpstr>
      <vt:lpstr>Forward Chaining</vt:lpstr>
      <vt:lpstr>Forward Chaining</vt:lpstr>
      <vt:lpstr>Forward Chaining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bits-14-14</dc:creator>
  <cp:lastModifiedBy>Microsoft account</cp:lastModifiedBy>
  <cp:revision>8</cp:revision>
  <dcterms:created xsi:type="dcterms:W3CDTF">2023-06-09T04:18:19Z</dcterms:created>
  <dcterms:modified xsi:type="dcterms:W3CDTF">2024-08-18T02:52:06Z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2023-02-04T00:00:00Z</vt:filetime>
  </property>
  <property fmtid="{D5CDD505-2E9C-101B-9397-08002B2CF9AE}" pid="3" name="Creator">
    <vt:lpwstr>Microsoft® PowerPoint® 2016</vt:lpwstr>
  </property>
  <property fmtid="{D5CDD505-2E9C-101B-9397-08002B2CF9AE}" pid="4" name="LastSaved">
    <vt:filetime>2023-06-09T00:00:00Z</vt:filetime>
  </property>
</Properties>
</file>