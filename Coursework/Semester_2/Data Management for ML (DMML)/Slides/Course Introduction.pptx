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1" r:id="rId2"/>
  </p:sldMasterIdLst>
  <p:notesMasterIdLst>
    <p:notesMasterId r:id="rId18"/>
  </p:notesMasterIdLst>
  <p:sldIdLst>
    <p:sldId id="280" r:id="rId3"/>
    <p:sldId id="288" r:id="rId4"/>
    <p:sldId id="304" r:id="rId5"/>
    <p:sldId id="292" r:id="rId6"/>
    <p:sldId id="294" r:id="rId7"/>
    <p:sldId id="293" r:id="rId8"/>
    <p:sldId id="296" r:id="rId9"/>
    <p:sldId id="303" r:id="rId10"/>
    <p:sldId id="295" r:id="rId11"/>
    <p:sldId id="298" r:id="rId12"/>
    <p:sldId id="299" r:id="rId13"/>
    <p:sldId id="302" r:id="rId14"/>
    <p:sldId id="297" r:id="rId15"/>
    <p:sldId id="300" r:id="rId16"/>
    <p:sldId id="301" r:id="rId17"/>
  </p:sldIdLst>
  <p:sldSz cx="9144000" cy="6858000" type="screen4x3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9" roundtripDataSignature="AMtx7mhoVTYsewBTeGP/orxPbeyiyEOX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344BE36-BD14-47F5-8E31-27210049D258}">
  <a:tblStyle styleId="{D344BE36-BD14-47F5-8E31-27210049D25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4CE8418-8C64-4E17-896F-388B1B23299E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4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9" Type="http://customschemas.google.com/relationships/presentationmetadata" Target="metadata"/><Relationship Id="rId3" Type="http://schemas.openxmlformats.org/officeDocument/2006/relationships/slide" Target="slides/slide1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2401187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90408caa8d_1_57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0" name="Google Shape;350;g90408caa8d_1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921394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90408caa8d_1_104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700" cy="48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6" name="Google Shape;356;g90408caa8d_1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08075" y="812800"/>
            <a:ext cx="5343525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516536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0"/>
          <p:cNvSpPr txBox="1">
            <a:spLocks noGrp="1"/>
          </p:cNvSpPr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0"/>
          <p:cNvSpPr txBox="1">
            <a:spLocks noGrp="1"/>
          </p:cNvSpPr>
          <p:nvPr>
            <p:ph type="subTitle" idx="1"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 txBox="1">
            <a:spLocks noGrp="1"/>
          </p:cNvSpPr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2"/>
          <p:cNvSpPr txBox="1">
            <a:spLocks noGrp="1"/>
          </p:cNvSpPr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body" idx="2"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>
            <a:spLocks noGrp="1"/>
          </p:cNvSpPr>
          <p:nvPr>
            <p:ph type="subTitle" idx="1"/>
          </p:nvPr>
        </p:nvSpPr>
        <p:spPr>
          <a:xfrm>
            <a:off x="395640" y="274680"/>
            <a:ext cx="6120360" cy="3941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 txBox="1">
            <a:spLocks noGrp="1"/>
          </p:cNvSpPr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5"/>
          <p:cNvSpPr txBox="1">
            <a:spLocks noGrp="1"/>
          </p:cNvSpPr>
          <p:nvPr>
            <p:ph type="body" idx="2"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5"/>
          <p:cNvSpPr txBox="1">
            <a:spLocks noGrp="1"/>
          </p:cNvSpPr>
          <p:nvPr>
            <p:ph type="body" idx="3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6"/>
          <p:cNvSpPr txBox="1">
            <a:spLocks noGrp="1"/>
          </p:cNvSpPr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body" idx="2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body" idx="3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7"/>
          <p:cNvSpPr txBox="1">
            <a:spLocks noGrp="1"/>
          </p:cNvSpPr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body" idx="2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body" idx="3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>
            <a:spLocks noGrp="1"/>
          </p:cNvSpPr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body" idx="2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9"/>
          <p:cNvSpPr txBox="1">
            <a:spLocks noGrp="1"/>
          </p:cNvSpPr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2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3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body" idx="4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0"/>
          <p:cNvSpPr txBox="1">
            <a:spLocks noGrp="1"/>
          </p:cNvSpPr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0"/>
          <p:cNvSpPr txBox="1">
            <a:spLocks noGrp="1"/>
          </p:cNvSpPr>
          <p:nvPr>
            <p:ph type="body" idx="2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 txBox="1">
            <a:spLocks noGrp="1"/>
          </p:cNvSpPr>
          <p:nvPr>
            <p:ph type="body" idx="3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0"/>
          <p:cNvSpPr txBox="1">
            <a:spLocks noGrp="1"/>
          </p:cNvSpPr>
          <p:nvPr>
            <p:ph type="body" idx="4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body" idx="5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body" idx="6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875154535a_0_130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Char char="•"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g875154535a_0_130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None/>
              <a:defRPr sz="3600" b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g875154535a_0_130"/>
          <p:cNvSpPr txBox="1">
            <a:spLocks noGrp="1"/>
          </p:cNvSpPr>
          <p:nvPr>
            <p:ph type="dt" idx="10"/>
          </p:nvPr>
        </p:nvSpPr>
        <p:spPr>
          <a:xfrm>
            <a:off x="139700" y="6602412"/>
            <a:ext cx="1944600" cy="2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g875154535a_0_130"/>
          <p:cNvSpPr txBox="1">
            <a:spLocks noGrp="1"/>
          </p:cNvSpPr>
          <p:nvPr>
            <p:ph type="ftr" idx="11"/>
          </p:nvPr>
        </p:nvSpPr>
        <p:spPr>
          <a:xfrm>
            <a:off x="2468562" y="6569075"/>
            <a:ext cx="42624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" name="Google Shape;87;g875154535a_0_130"/>
          <p:cNvSpPr txBox="1">
            <a:spLocks noGrp="1"/>
          </p:cNvSpPr>
          <p:nvPr>
            <p:ph type="sldNum" idx="12"/>
          </p:nvPr>
        </p:nvSpPr>
        <p:spPr>
          <a:xfrm>
            <a:off x="7010400" y="6569075"/>
            <a:ext cx="21336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 Page </a:t>
            </a:r>
            <a:fld id="{00000000-1234-1234-1234-123412341234}" type="slidenum">
              <a:rPr lang="en-IN"/>
              <a:t>‹#›</a:t>
            </a:fld>
            <a:endParaRPr sz="16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875154535a_0_752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g875154535a_0_752"/>
          <p:cNvSpPr txBox="1"/>
          <p:nvPr/>
        </p:nvSpPr>
        <p:spPr>
          <a:xfrm>
            <a:off x="3276600" y="6596390"/>
            <a:ext cx="5867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N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IN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 sz="1100" b="0" i="0" u="none" strike="noStrike" cap="none">
              <a:solidFill>
                <a:srgbClr val="1011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" name="Google Shape;94;g875154535a_0_752"/>
          <p:cNvGrpSpPr/>
          <p:nvPr/>
        </p:nvGrpSpPr>
        <p:grpSpPr>
          <a:xfrm>
            <a:off x="2083888" y="6550671"/>
            <a:ext cx="7060186" cy="48601"/>
            <a:chOff x="2083888" y="6550671"/>
            <a:chExt cx="7060186" cy="48601"/>
          </a:xfrm>
        </p:grpSpPr>
        <p:sp>
          <p:nvSpPr>
            <p:cNvPr id="95" name="Google Shape;95;g875154535a_0_752"/>
            <p:cNvSpPr/>
            <p:nvPr/>
          </p:nvSpPr>
          <p:spPr>
            <a:xfrm>
              <a:off x="4630476" y="6550672"/>
              <a:ext cx="2328600" cy="4860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g875154535a_0_752"/>
            <p:cNvSpPr/>
            <p:nvPr/>
          </p:nvSpPr>
          <p:spPr>
            <a:xfrm>
              <a:off x="6907874" y="6550671"/>
              <a:ext cx="2236200" cy="45600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g875154535a_0_752"/>
            <p:cNvSpPr/>
            <p:nvPr/>
          </p:nvSpPr>
          <p:spPr>
            <a:xfrm>
              <a:off x="2083888" y="6550672"/>
              <a:ext cx="2580600" cy="4860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8" name="Google Shape;98;g875154535a_0_752" descr="Picture 7.png"/>
          <p:cNvPicPr preferRelativeResize="0"/>
          <p:nvPr/>
        </p:nvPicPr>
        <p:blipFill rotWithShape="1">
          <a:blip r:embed="rId2">
            <a:alphaModFix/>
          </a:blip>
          <a:srcRect l="1921" b="5338"/>
          <a:stretch/>
        </p:blipFill>
        <p:spPr>
          <a:xfrm>
            <a:off x="6629400" y="-1"/>
            <a:ext cx="2193193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" name="Google Shape;99;g875154535a_0_752"/>
          <p:cNvGrpSpPr/>
          <p:nvPr/>
        </p:nvGrpSpPr>
        <p:grpSpPr>
          <a:xfrm>
            <a:off x="2133600" y="6558112"/>
            <a:ext cx="7010409" cy="45600"/>
            <a:chOff x="1905000" y="6553200"/>
            <a:chExt cx="7010409" cy="45600"/>
          </a:xfrm>
        </p:grpSpPr>
        <p:sp>
          <p:nvSpPr>
            <p:cNvPr id="100" name="Google Shape;100;g875154535a_0_752"/>
            <p:cNvSpPr/>
            <p:nvPr/>
          </p:nvSpPr>
          <p:spPr>
            <a:xfrm>
              <a:off x="4267200" y="6553200"/>
              <a:ext cx="2328600" cy="4560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g875154535a_0_752"/>
            <p:cNvSpPr/>
            <p:nvPr/>
          </p:nvSpPr>
          <p:spPr>
            <a:xfrm>
              <a:off x="1905000" y="6553200"/>
              <a:ext cx="2362200" cy="4560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g875154535a_0_752"/>
            <p:cNvSpPr/>
            <p:nvPr/>
          </p:nvSpPr>
          <p:spPr>
            <a:xfrm>
              <a:off x="6586809" y="6553200"/>
              <a:ext cx="2328600" cy="456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g875154535a_0_752"/>
          <p:cNvGrpSpPr/>
          <p:nvPr/>
        </p:nvGrpSpPr>
        <p:grpSpPr>
          <a:xfrm>
            <a:off x="0" y="1295400"/>
            <a:ext cx="7010409" cy="45600"/>
            <a:chOff x="1905000" y="6553200"/>
            <a:chExt cx="7010409" cy="45600"/>
          </a:xfrm>
        </p:grpSpPr>
        <p:sp>
          <p:nvSpPr>
            <p:cNvPr id="104" name="Google Shape;104;g875154535a_0_752"/>
            <p:cNvSpPr/>
            <p:nvPr/>
          </p:nvSpPr>
          <p:spPr>
            <a:xfrm>
              <a:off x="4267200" y="6553200"/>
              <a:ext cx="2328600" cy="4560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g875154535a_0_752"/>
            <p:cNvSpPr/>
            <p:nvPr/>
          </p:nvSpPr>
          <p:spPr>
            <a:xfrm>
              <a:off x="1905000" y="6553200"/>
              <a:ext cx="2362200" cy="4560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g875154535a_0_752"/>
            <p:cNvSpPr/>
            <p:nvPr/>
          </p:nvSpPr>
          <p:spPr>
            <a:xfrm>
              <a:off x="6586809" y="6553200"/>
              <a:ext cx="2328600" cy="456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g875154535a_0_752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g875154535a_0_752"/>
          <p:cNvSpPr txBox="1">
            <a:spLocks noGrp="1"/>
          </p:cNvSpPr>
          <p:nvPr>
            <p:ph type="body" idx="3"/>
          </p:nvPr>
        </p:nvSpPr>
        <p:spPr>
          <a:xfrm>
            <a:off x="4495800" y="6363741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g875154535a_0_75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" name="Google Shape;110;g875154535a_0_75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1" name="Google Shape;111;g875154535a_0_752"/>
          <p:cNvSpPr txBox="1">
            <a:spLocks noGrp="1"/>
          </p:cNvSpPr>
          <p:nvPr>
            <p:ph type="sldNum" idx="12"/>
          </p:nvPr>
        </p:nvSpPr>
        <p:spPr>
          <a:xfrm>
            <a:off x="7010400" y="6101551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2">
  <p:cSld name="Title and Content_2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875154535a_0_1067"/>
          <p:cNvSpPr txBox="1">
            <a:spLocks noGrp="1"/>
          </p:cNvSpPr>
          <p:nvPr>
            <p:ph type="body" idx="1"/>
          </p:nvPr>
        </p:nvSpPr>
        <p:spPr>
          <a:xfrm>
            <a:off x="304800" y="1493837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0114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g875154535a_0_1067"/>
          <p:cNvSpPr txBox="1"/>
          <p:nvPr/>
        </p:nvSpPr>
        <p:spPr>
          <a:xfrm>
            <a:off x="3276600" y="6596390"/>
            <a:ext cx="5867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N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IN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 sz="1100" b="0" i="0" u="none" strike="noStrike" cap="none">
              <a:solidFill>
                <a:srgbClr val="10114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" name="Google Shape;115;g875154535a_0_1067"/>
          <p:cNvGrpSpPr/>
          <p:nvPr/>
        </p:nvGrpSpPr>
        <p:grpSpPr>
          <a:xfrm>
            <a:off x="2083888" y="6550671"/>
            <a:ext cx="7060186" cy="48601"/>
            <a:chOff x="2083888" y="6550671"/>
            <a:chExt cx="7060186" cy="48601"/>
          </a:xfrm>
        </p:grpSpPr>
        <p:sp>
          <p:nvSpPr>
            <p:cNvPr id="116" name="Google Shape;116;g875154535a_0_1067"/>
            <p:cNvSpPr/>
            <p:nvPr/>
          </p:nvSpPr>
          <p:spPr>
            <a:xfrm>
              <a:off x="4630476" y="6550672"/>
              <a:ext cx="2328600" cy="4860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g875154535a_0_1067"/>
            <p:cNvSpPr/>
            <p:nvPr/>
          </p:nvSpPr>
          <p:spPr>
            <a:xfrm>
              <a:off x="6907874" y="6550671"/>
              <a:ext cx="2236200" cy="45600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g875154535a_0_1067"/>
            <p:cNvSpPr/>
            <p:nvPr/>
          </p:nvSpPr>
          <p:spPr>
            <a:xfrm>
              <a:off x="2083888" y="6550672"/>
              <a:ext cx="2580600" cy="4860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9" name="Google Shape;119;g875154535a_0_1067" descr="Picture 7.png"/>
          <p:cNvPicPr preferRelativeResize="0"/>
          <p:nvPr/>
        </p:nvPicPr>
        <p:blipFill rotWithShape="1">
          <a:blip r:embed="rId2">
            <a:alphaModFix/>
          </a:blip>
          <a:srcRect l="1921" b="5338"/>
          <a:stretch/>
        </p:blipFill>
        <p:spPr>
          <a:xfrm>
            <a:off x="6629400" y="-1"/>
            <a:ext cx="2193193" cy="6926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g875154535a_0_1067"/>
          <p:cNvGrpSpPr/>
          <p:nvPr/>
        </p:nvGrpSpPr>
        <p:grpSpPr>
          <a:xfrm>
            <a:off x="2133600" y="6558112"/>
            <a:ext cx="7010409" cy="45600"/>
            <a:chOff x="1905000" y="6553200"/>
            <a:chExt cx="7010409" cy="45600"/>
          </a:xfrm>
        </p:grpSpPr>
        <p:sp>
          <p:nvSpPr>
            <p:cNvPr id="121" name="Google Shape;121;g875154535a_0_1067"/>
            <p:cNvSpPr/>
            <p:nvPr/>
          </p:nvSpPr>
          <p:spPr>
            <a:xfrm>
              <a:off x="4267200" y="6553200"/>
              <a:ext cx="2328600" cy="4560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g875154535a_0_1067"/>
            <p:cNvSpPr/>
            <p:nvPr/>
          </p:nvSpPr>
          <p:spPr>
            <a:xfrm>
              <a:off x="1905000" y="6553200"/>
              <a:ext cx="2362200" cy="4560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g875154535a_0_1067"/>
            <p:cNvSpPr/>
            <p:nvPr/>
          </p:nvSpPr>
          <p:spPr>
            <a:xfrm>
              <a:off x="6586809" y="6553200"/>
              <a:ext cx="2328600" cy="456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g875154535a_0_1067"/>
          <p:cNvGrpSpPr/>
          <p:nvPr/>
        </p:nvGrpSpPr>
        <p:grpSpPr>
          <a:xfrm>
            <a:off x="0" y="1295400"/>
            <a:ext cx="7010409" cy="45600"/>
            <a:chOff x="1905000" y="6553200"/>
            <a:chExt cx="7010409" cy="45600"/>
          </a:xfrm>
        </p:grpSpPr>
        <p:sp>
          <p:nvSpPr>
            <p:cNvPr id="125" name="Google Shape;125;g875154535a_0_1067"/>
            <p:cNvSpPr/>
            <p:nvPr/>
          </p:nvSpPr>
          <p:spPr>
            <a:xfrm>
              <a:off x="4267200" y="6553200"/>
              <a:ext cx="2328600" cy="4560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g875154535a_0_1067"/>
            <p:cNvSpPr/>
            <p:nvPr/>
          </p:nvSpPr>
          <p:spPr>
            <a:xfrm>
              <a:off x="1905000" y="6553200"/>
              <a:ext cx="2362200" cy="4560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g875154535a_0_1067"/>
            <p:cNvSpPr/>
            <p:nvPr/>
          </p:nvSpPr>
          <p:spPr>
            <a:xfrm>
              <a:off x="6586809" y="6553200"/>
              <a:ext cx="2328600" cy="456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g875154535a_0_1067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g875154535a_0_1067"/>
          <p:cNvSpPr txBox="1">
            <a:spLocks noGrp="1"/>
          </p:cNvSpPr>
          <p:nvPr>
            <p:ph type="body" idx="3"/>
          </p:nvPr>
        </p:nvSpPr>
        <p:spPr>
          <a:xfrm>
            <a:off x="4495800" y="6363741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g875154535a_0_106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1" name="Google Shape;131;g875154535a_0_106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2" name="Google Shape;132;g875154535a_0_1067"/>
          <p:cNvSpPr txBox="1">
            <a:spLocks noGrp="1"/>
          </p:cNvSpPr>
          <p:nvPr>
            <p:ph type="sldNum" idx="12"/>
          </p:nvPr>
        </p:nvSpPr>
        <p:spPr>
          <a:xfrm>
            <a:off x="7010400" y="6101551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_AND_BODY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7d304a8384_0_270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g7d304a8384_0_27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36" name="Google Shape;136;g7d304a8384_0_270"/>
          <p:cNvSpPr txBox="1">
            <a:spLocks noGrp="1"/>
          </p:cNvSpPr>
          <p:nvPr>
            <p:ph type="dt" idx="10"/>
          </p:nvPr>
        </p:nvSpPr>
        <p:spPr>
          <a:xfrm>
            <a:off x="457200" y="6245225"/>
            <a:ext cx="21336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" name="Google Shape;137;g7d304a8384_0_270"/>
          <p:cNvSpPr txBox="1">
            <a:spLocks noGrp="1"/>
          </p:cNvSpPr>
          <p:nvPr>
            <p:ph type="ftr" idx="11"/>
          </p:nvPr>
        </p:nvSpPr>
        <p:spPr>
          <a:xfrm>
            <a:off x="3124200" y="6245225"/>
            <a:ext cx="28956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8" name="Google Shape;138;g7d304a8384_0_270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4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39" name="Google Shape;139;g7d304a8384_0_2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24550" y="0"/>
            <a:ext cx="1848225" cy="56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>
            <a:spLocks noGrp="1"/>
          </p:cNvSpPr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1"/>
          <p:cNvSpPr txBox="1">
            <a:spLocks noGrp="1"/>
          </p:cNvSpPr>
          <p:nvPr>
            <p:ph type="subTitle" idx="1"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3"/>
          <p:cNvSpPr txBox="1">
            <a:spLocks noGrp="1"/>
          </p:cNvSpPr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3"/>
          <p:cNvSpPr txBox="1">
            <a:spLocks noGrp="1"/>
          </p:cNvSpPr>
          <p:nvPr>
            <p:ph type="body" idx="2"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4"/>
          <p:cNvSpPr txBox="1">
            <a:spLocks noGrp="1"/>
          </p:cNvSpPr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5"/>
          <p:cNvSpPr txBox="1">
            <a:spLocks noGrp="1"/>
          </p:cNvSpPr>
          <p:nvPr>
            <p:ph type="subTitle" idx="1"/>
          </p:nvPr>
        </p:nvSpPr>
        <p:spPr>
          <a:xfrm>
            <a:off x="395640" y="274680"/>
            <a:ext cx="6120360" cy="3941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6"/>
          <p:cNvSpPr txBox="1">
            <a:spLocks noGrp="1"/>
          </p:cNvSpPr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3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36"/>
          <p:cNvSpPr txBox="1">
            <a:spLocks noGrp="1"/>
          </p:cNvSpPr>
          <p:nvPr>
            <p:ph type="body" idx="2"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6"/>
          <p:cNvSpPr txBox="1">
            <a:spLocks noGrp="1"/>
          </p:cNvSpPr>
          <p:nvPr>
            <p:ph type="body" idx="3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7"/>
          <p:cNvSpPr txBox="1">
            <a:spLocks noGrp="1"/>
          </p:cNvSpPr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37"/>
          <p:cNvSpPr txBox="1">
            <a:spLocks noGrp="1"/>
          </p:cNvSpPr>
          <p:nvPr>
            <p:ph type="body" idx="2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37"/>
          <p:cNvSpPr txBox="1">
            <a:spLocks noGrp="1"/>
          </p:cNvSpPr>
          <p:nvPr>
            <p:ph type="body" idx="3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8"/>
          <p:cNvSpPr txBox="1">
            <a:spLocks noGrp="1"/>
          </p:cNvSpPr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3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38"/>
          <p:cNvSpPr txBox="1">
            <a:spLocks noGrp="1"/>
          </p:cNvSpPr>
          <p:nvPr>
            <p:ph type="body" idx="2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38"/>
          <p:cNvSpPr txBox="1">
            <a:spLocks noGrp="1"/>
          </p:cNvSpPr>
          <p:nvPr>
            <p:ph type="body" idx="3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9"/>
          <p:cNvSpPr txBox="1">
            <a:spLocks noGrp="1"/>
          </p:cNvSpPr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3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39"/>
          <p:cNvSpPr txBox="1">
            <a:spLocks noGrp="1"/>
          </p:cNvSpPr>
          <p:nvPr>
            <p:ph type="body" idx="2"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0"/>
          <p:cNvSpPr txBox="1">
            <a:spLocks noGrp="1"/>
          </p:cNvSpPr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4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40"/>
          <p:cNvSpPr txBox="1">
            <a:spLocks noGrp="1"/>
          </p:cNvSpPr>
          <p:nvPr>
            <p:ph type="body" idx="2"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40"/>
          <p:cNvSpPr txBox="1">
            <a:spLocks noGrp="1"/>
          </p:cNvSpPr>
          <p:nvPr>
            <p:ph type="body" idx="3"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40"/>
          <p:cNvSpPr txBox="1">
            <a:spLocks noGrp="1"/>
          </p:cNvSpPr>
          <p:nvPr>
            <p:ph type="body" idx="4"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1"/>
          <p:cNvSpPr txBox="1">
            <a:spLocks noGrp="1"/>
          </p:cNvSpPr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4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41"/>
          <p:cNvSpPr txBox="1">
            <a:spLocks noGrp="1"/>
          </p:cNvSpPr>
          <p:nvPr>
            <p:ph type="body" idx="2"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41"/>
          <p:cNvSpPr txBox="1">
            <a:spLocks noGrp="1"/>
          </p:cNvSpPr>
          <p:nvPr>
            <p:ph type="body" idx="3"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41"/>
          <p:cNvSpPr txBox="1">
            <a:spLocks noGrp="1"/>
          </p:cNvSpPr>
          <p:nvPr>
            <p:ph type="body" idx="4"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41"/>
          <p:cNvSpPr txBox="1">
            <a:spLocks noGrp="1"/>
          </p:cNvSpPr>
          <p:nvPr>
            <p:ph type="body" idx="5"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41"/>
          <p:cNvSpPr txBox="1">
            <a:spLocks noGrp="1"/>
          </p:cNvSpPr>
          <p:nvPr>
            <p:ph type="body" idx="6"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/>
          <p:nvPr/>
        </p:nvSpPr>
        <p:spPr>
          <a:xfrm>
            <a:off x="0" y="3352680"/>
            <a:ext cx="8686440" cy="274284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2"/>
          <p:cNvSpPr/>
          <p:nvPr/>
        </p:nvSpPr>
        <p:spPr>
          <a:xfrm>
            <a:off x="2895480" y="6095880"/>
            <a:ext cx="2895120" cy="7596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2"/>
          <p:cNvSpPr/>
          <p:nvPr/>
        </p:nvSpPr>
        <p:spPr>
          <a:xfrm>
            <a:off x="0" y="6095880"/>
            <a:ext cx="2895120" cy="7596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2"/>
          <p:cNvSpPr/>
          <p:nvPr/>
        </p:nvSpPr>
        <p:spPr>
          <a:xfrm>
            <a:off x="5791320" y="6095880"/>
            <a:ext cx="2895120" cy="759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2"/>
          <p:cNvSpPr txBox="1">
            <a:spLocks noGrp="1"/>
          </p:cNvSpPr>
          <p:nvPr>
            <p:ph type="body" idx="1"/>
          </p:nvPr>
        </p:nvSpPr>
        <p:spPr>
          <a:xfrm>
            <a:off x="2514600" y="5410080"/>
            <a:ext cx="6019560" cy="533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title"/>
          </p:nvPr>
        </p:nvSpPr>
        <p:spPr>
          <a:xfrm>
            <a:off x="2514600" y="3809880"/>
            <a:ext cx="6019560" cy="1523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6" name="Google Shape;16;p12"/>
          <p:cNvPicPr preferRelativeResize="0"/>
          <p:nvPr/>
        </p:nvPicPr>
        <p:blipFill rotWithShape="1">
          <a:blip r:embed="rId15">
            <a:alphaModFix/>
          </a:blip>
          <a:srcRect b="28589"/>
          <a:stretch/>
        </p:blipFill>
        <p:spPr>
          <a:xfrm>
            <a:off x="76320" y="3352680"/>
            <a:ext cx="2057040" cy="197964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2"/>
          <p:cNvSpPr/>
          <p:nvPr/>
        </p:nvSpPr>
        <p:spPr>
          <a:xfrm>
            <a:off x="-76320" y="5257800"/>
            <a:ext cx="2209320" cy="553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IN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IN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2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2"/>
          <p:cNvSpPr/>
          <p:nvPr/>
        </p:nvSpPr>
        <p:spPr>
          <a:xfrm>
            <a:off x="152280" y="5666760"/>
            <a:ext cx="1904760" cy="276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IN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/>
          <p:nvPr/>
        </p:nvSpPr>
        <p:spPr>
          <a:xfrm>
            <a:off x="3276720" y="6596280"/>
            <a:ext cx="5866920" cy="26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N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IN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 rotWithShape="1">
          <a:blip r:embed="rId17">
            <a:alphaModFix/>
          </a:blip>
          <a:srcRect l="1916" b="5315"/>
          <a:stretch/>
        </p:blipFill>
        <p:spPr>
          <a:xfrm>
            <a:off x="6629400" y="0"/>
            <a:ext cx="2192760" cy="6922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" name="Google Shape;70;p14"/>
          <p:cNvGrpSpPr/>
          <p:nvPr/>
        </p:nvGrpSpPr>
        <p:grpSpPr>
          <a:xfrm>
            <a:off x="2133720" y="6553080"/>
            <a:ext cx="7009920" cy="45360"/>
            <a:chOff x="2133720" y="6553080"/>
            <a:chExt cx="7009920" cy="45360"/>
          </a:xfrm>
        </p:grpSpPr>
        <p:sp>
          <p:nvSpPr>
            <p:cNvPr id="71" name="Google Shape;71;p14"/>
            <p:cNvSpPr/>
            <p:nvPr/>
          </p:nvSpPr>
          <p:spPr>
            <a:xfrm>
              <a:off x="4495680" y="6553080"/>
              <a:ext cx="2328120" cy="4536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4"/>
            <p:cNvSpPr/>
            <p:nvPr/>
          </p:nvSpPr>
          <p:spPr>
            <a:xfrm>
              <a:off x="2133720" y="6553080"/>
              <a:ext cx="2361960" cy="4536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6815520" y="6553080"/>
              <a:ext cx="2328120" cy="453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" name="Google Shape;74;p14"/>
          <p:cNvGrpSpPr/>
          <p:nvPr/>
        </p:nvGrpSpPr>
        <p:grpSpPr>
          <a:xfrm>
            <a:off x="0" y="1295280"/>
            <a:ext cx="7009920" cy="45360"/>
            <a:chOff x="0" y="1295280"/>
            <a:chExt cx="7009920" cy="45360"/>
          </a:xfrm>
        </p:grpSpPr>
        <p:sp>
          <p:nvSpPr>
            <p:cNvPr id="75" name="Google Shape;75;p14"/>
            <p:cNvSpPr/>
            <p:nvPr/>
          </p:nvSpPr>
          <p:spPr>
            <a:xfrm>
              <a:off x="2362320" y="1295280"/>
              <a:ext cx="2328120" cy="45360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4"/>
            <p:cNvSpPr/>
            <p:nvPr/>
          </p:nvSpPr>
          <p:spPr>
            <a:xfrm>
              <a:off x="0" y="1295280"/>
              <a:ext cx="2361960" cy="45360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4681800" y="1295280"/>
              <a:ext cx="2328120" cy="4536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" name="Google Shape;78;p14"/>
          <p:cNvSpPr txBox="1">
            <a:spLocks noGrp="1"/>
          </p:cNvSpPr>
          <p:nvPr>
            <p:ph type="title"/>
          </p:nvPr>
        </p:nvSpPr>
        <p:spPr>
          <a:xfrm>
            <a:off x="395640" y="274680"/>
            <a:ext cx="6120360" cy="84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240" cy="452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sldNum" idx="12"/>
          </p:nvPr>
        </p:nvSpPr>
        <p:spPr>
          <a:xfrm>
            <a:off x="8532360" y="6237360"/>
            <a:ext cx="611280" cy="29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b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90408caa8d_1_57"/>
          <p:cNvSpPr txBox="1"/>
          <p:nvPr/>
        </p:nvSpPr>
        <p:spPr>
          <a:xfrm>
            <a:off x="1907640" y="3456720"/>
            <a:ext cx="6768300" cy="20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IN" sz="2200" b="1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Introduction</a:t>
            </a:r>
          </a:p>
          <a:p>
            <a:pPr lvl="0">
              <a:buSzPts val="2200"/>
            </a:pPr>
            <a:r>
              <a:rPr lang="en-IN" sz="1800" dirty="0">
                <a:solidFill>
                  <a:srgbClr val="FF0000"/>
                </a:solidFill>
              </a:rPr>
              <a:t>DSE* ZG529 / AIML* ZG529</a:t>
            </a:r>
            <a:br>
              <a:rPr lang="en-IN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2600" b="1" dirty="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Management for Machine Learning</a:t>
            </a:r>
            <a:endParaRPr sz="2600" b="1" dirty="0">
              <a:solidFill>
                <a:srgbClr val="FFC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3" name="Google Shape;353;g90408caa8d_1_57"/>
          <p:cNvSpPr txBox="1"/>
          <p:nvPr/>
        </p:nvSpPr>
        <p:spPr>
          <a:xfrm>
            <a:off x="2267640" y="5410080"/>
            <a:ext cx="6266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IN" sz="2000" dirty="0">
                <a:solidFill>
                  <a:srgbClr val="FF9900"/>
                </a:solidFill>
              </a:rPr>
              <a:t>Instructor-in-Charge  - </a:t>
            </a:r>
            <a:r>
              <a:rPr lang="en-IN" sz="2000" dirty="0" err="1">
                <a:solidFill>
                  <a:srgbClr val="FF9900"/>
                </a:solidFill>
              </a:rPr>
              <a:t>Prof.</a:t>
            </a:r>
            <a:r>
              <a:rPr lang="en-IN" sz="2000" dirty="0">
                <a:solidFill>
                  <a:srgbClr val="FF9900"/>
                </a:solidFill>
              </a:rPr>
              <a:t> Pravin Y Pawar</a:t>
            </a:r>
            <a:endParaRPr sz="2000" b="0" i="0" u="none" strike="noStrike" cap="none" dirty="0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90408caa8d_1_104"/>
          <p:cNvSpPr txBox="1"/>
          <p:nvPr/>
        </p:nvSpPr>
        <p:spPr>
          <a:xfrm>
            <a:off x="395640" y="274680"/>
            <a:ext cx="6120300" cy="8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IN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Course Outline: DM4ML</a:t>
            </a:r>
            <a:endParaRPr sz="3600" b="0" i="0" u="none" strike="noStrike" cap="none" dirty="0">
              <a:solidFill>
                <a:srgbClr val="FF0000"/>
              </a:solidFill>
              <a:sym typeface="Arial"/>
            </a:endParaRPr>
          </a:p>
        </p:txBody>
      </p:sp>
      <p:sp>
        <p:nvSpPr>
          <p:cNvPr id="359" name="Google Shape;359;g90408caa8d_1_104"/>
          <p:cNvSpPr txBox="1"/>
          <p:nvPr/>
        </p:nvSpPr>
        <p:spPr>
          <a:xfrm>
            <a:off x="0" y="1402774"/>
            <a:ext cx="7629993" cy="5127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>
              <a:lnSpc>
                <a:spcPct val="115000"/>
              </a:lnSpc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the nature of course</a:t>
            </a:r>
          </a:p>
          <a:p>
            <a:pPr marL="914400" lvl="1" indent="-342900">
              <a:lnSpc>
                <a:spcPct val="115000"/>
              </a:lnSpc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 from data technologies domain dealing with crucial aspects related to the </a:t>
            </a:r>
            <a:r>
              <a:rPr lang="en-US" sz="20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various phases of data </a:t>
            </a:r>
          </a:p>
          <a:p>
            <a:pPr marL="914400" lvl="1" indent="-342900">
              <a:lnSpc>
                <a:spcPct val="115000"/>
              </a:lnSpc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Enables students to understand and explore</a:t>
            </a:r>
          </a:p>
          <a:p>
            <a:pPr marL="914400" lvl="8" indent="-342900">
              <a:lnSpc>
                <a:spcPct val="115000"/>
              </a:lnSpc>
              <a:buClr>
                <a:schemeClr val="dk1"/>
              </a:buClr>
              <a:buSzPts val="1800"/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of </a:t>
            </a: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modern data stack</a:t>
            </a:r>
          </a:p>
          <a:p>
            <a:pPr marL="914400" lvl="8" indent="-342900">
              <a:lnSpc>
                <a:spcPct val="115000"/>
              </a:lnSpc>
              <a:buClr>
                <a:schemeClr val="dk1"/>
              </a:buClr>
              <a:buSzPts val="1800"/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various components 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involved in end-to-end process of dealing with data right from collection, to storage, process and consume</a:t>
            </a:r>
          </a:p>
          <a:p>
            <a:pPr marL="914400" lvl="6" indent="-342900">
              <a:lnSpc>
                <a:spcPct val="115000"/>
              </a:lnSpc>
              <a:buClr>
                <a:schemeClr val="dk1"/>
              </a:buClr>
              <a:buSzPts val="1800"/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the help of various </a:t>
            </a: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 source solutions </a:t>
            </a: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well as </a:t>
            </a:r>
            <a:r>
              <a:rPr lang="en-US" sz="18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cloud services</a:t>
            </a:r>
          </a:p>
          <a:p>
            <a:pPr marL="914400" lvl="6" indent="-342900">
              <a:lnSpc>
                <a:spcPct val="115000"/>
              </a:lnSpc>
              <a:buClr>
                <a:schemeClr val="dk1"/>
              </a:buClr>
              <a:buSzPts val="1800"/>
              <a:buFont typeface="Wingdings" panose="05000000000000000000" pitchFamily="2" charset="2"/>
              <a:buChar char="ü"/>
            </a:pPr>
            <a:endParaRPr lang="en-US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>
              <a:lnSpc>
                <a:spcPct val="115000"/>
              </a:lnSpc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Approach to teaching</a:t>
            </a:r>
          </a:p>
          <a:p>
            <a:pPr marL="914400" lvl="1" indent="-342900">
              <a:lnSpc>
                <a:spcPct val="115000"/>
              </a:lnSpc>
              <a:buClr>
                <a:schemeClr val="dk1"/>
              </a:buClr>
              <a:buSzPts val="1800"/>
              <a:buFont typeface="Calibri"/>
              <a:buChar char="○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Intermixing of </a:t>
            </a:r>
            <a:r>
              <a:rPr lang="en-US" sz="20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classroom discussions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0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hands-on demonstrations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0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expert sessions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through webinars</a:t>
            </a: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endParaRPr lang="en-US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endParaRPr lang="en-US"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endParaRPr sz="2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90408caa8d_1_104"/>
          <p:cNvSpPr txBox="1"/>
          <p:nvPr/>
        </p:nvSpPr>
        <p:spPr>
          <a:xfrm>
            <a:off x="8532360" y="6237360"/>
            <a:ext cx="611400" cy="2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lang="en-IN"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1064" y="3702570"/>
            <a:ext cx="1832696" cy="282758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4065" y="1402774"/>
            <a:ext cx="598753" cy="56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4065" y="4835895"/>
            <a:ext cx="598753" cy="56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2545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(Would be)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Data Engineers, Analytics Engineers, Data Architects, ETL/ELT Developers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ML Engineers, Data Scientists, ML Architects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Application Developers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Data Team members (Data Engineers, Modelers, Administrators, Stewards, Analysts)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 data enthusiasts!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Audience</a:t>
            </a:r>
          </a:p>
        </p:txBody>
      </p:sp>
    </p:spTree>
    <p:extLst>
      <p:ext uri="{BB962C8B-B14F-4D97-AF65-F5344CB8AC3E}">
        <p14:creationId xmlns:p14="http://schemas.microsoft.com/office/powerpoint/2010/main" val="221504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The course aims at providing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Introduction to the </a:t>
            </a:r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models, storages and querying languages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used in data management emphasizing on machine learning aspects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Required guidance on </a:t>
            </a:r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architecture of modern data platform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, usage and types of </a:t>
            </a:r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pipelines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Hands-on exposure to </a:t>
            </a:r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common techniques, and tools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used by data engineers to support </a:t>
            </a:r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build, test, deploy and automate the machine learning pipelines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Exposure to the </a:t>
            </a:r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industry best practices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essential to deal with </a:t>
            </a:r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privacy, metadata and observability</a:t>
            </a:r>
          </a:p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Course Objectives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57" y="1493837"/>
            <a:ext cx="598753" cy="56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4572000"/>
            <a:ext cx="19812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7449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 will be able to : </a:t>
            </a:r>
          </a:p>
          <a:p>
            <a:pPr marL="914400" lvl="6" indent="-381000">
              <a:lnSpc>
                <a:spcPct val="115000"/>
              </a:lnSpc>
              <a:buSzPts val="2400"/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 the </a:t>
            </a:r>
            <a:r>
              <a:rPr lang="en-US" sz="20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necessity, position and role of data management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components appearing in the </a:t>
            </a:r>
            <a:r>
              <a:rPr lang="en-US" sz="20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modern data stacks</a:t>
            </a:r>
          </a:p>
          <a:p>
            <a:pPr marL="914400">
              <a:lnSpc>
                <a:spcPct val="115000"/>
              </a:lnSpc>
              <a:buClr>
                <a:schemeClr val="dk1"/>
              </a:buClr>
              <a:buFont typeface="Calibri"/>
              <a:buChar char="○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Acknowledge the </a:t>
            </a:r>
            <a:r>
              <a:rPr lang="en-US" sz="20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patterns, challenges and possible solutions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associated with </a:t>
            </a:r>
            <a:r>
              <a:rPr lang="en-US" sz="20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 data ingestion, flow, storage and processing on data platforms</a:t>
            </a:r>
          </a:p>
          <a:p>
            <a:pPr marL="914400">
              <a:lnSpc>
                <a:spcPct val="115000"/>
              </a:lnSpc>
              <a:buClr>
                <a:schemeClr val="dk1"/>
              </a:buClr>
              <a:buFont typeface="Calibri"/>
              <a:buChar char="○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Gain </a:t>
            </a:r>
            <a:r>
              <a:rPr lang="en-US" sz="20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experience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</a:t>
            </a:r>
            <a:r>
              <a:rPr lang="en-US" sz="20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designing and handling the dataflow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during machine learning pipeline by means of state-of-art tools </a:t>
            </a:r>
          </a:p>
          <a:p>
            <a:pPr marL="914400">
              <a:lnSpc>
                <a:spcPct val="115000"/>
              </a:lnSpc>
              <a:buClr>
                <a:schemeClr val="dk1"/>
              </a:buClr>
              <a:buFont typeface="Calibri"/>
              <a:buChar char="○"/>
            </a:pPr>
            <a:r>
              <a:rPr lang="en-US" sz="20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Apply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acquired conceptual data management knowledge and practices over a real-world machine learning workflow addressing the </a:t>
            </a:r>
            <a:r>
              <a:rPr lang="en-US" sz="20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model metadata, privacy and monitoring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aspects</a:t>
            </a:r>
          </a:p>
          <a:p>
            <a:endParaRPr lang="en-US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Learning Outcomes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87" y="1493837"/>
            <a:ext cx="598753" cy="56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7495" y="5286531"/>
            <a:ext cx="1228725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9715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Text Book(s)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T1	Fundamentals of Data Engineering: Plan and Build Robust Data Systems by Reis and Housley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T2	Reliable Machine Learning By Cathy Chen, Niall Richard Murphy,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Kranti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Parisa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, D.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Sculley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, Todd Underwood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Reference Book(s) &amp; other resources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R1	Designing Data-Intensive Applications by Martin Kleppmann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R2	Data Pipelines Pocket Reference by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Densore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R3	Building Machine Learning Pipelines  by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Hapke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, Nelson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Books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88" y="1493837"/>
            <a:ext cx="598753" cy="56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74" y="3756887"/>
            <a:ext cx="598753" cy="56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5257800"/>
            <a:ext cx="1676400" cy="125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5260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04799" y="1493836"/>
            <a:ext cx="8539397" cy="5364164"/>
          </a:xfrm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Components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Hands-on demonstrations in classes / webinars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Guided labs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Practical experience through Assignment problems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Expert talks 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Experiential Learning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87" y="1493836"/>
            <a:ext cx="598753" cy="56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3719" y="4353081"/>
            <a:ext cx="1775285" cy="165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252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304799" y="1493836"/>
            <a:ext cx="8539397" cy="5364164"/>
          </a:xfrm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Software Stack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Python / SQL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CSV / JSON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Python IDE / Jupyter Notebooks / SQL Editors + GIT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AWS S3 / AWS DynamoDB / PostgreSQL / HDFS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FiveTran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dbt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+ Snowflake / RedShift + AWS QuickSight /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PowerBI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Apache Airflow / Beam /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Metaflow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MLFlow / DVC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Feast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APIs (REST)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Apache Hadoop / Spark / Kafka 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Experiential Learning(2)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78" y="1493836"/>
            <a:ext cx="598753" cy="56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2036" y="4343400"/>
            <a:ext cx="214312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6051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lnSpc>
                <a:spcPct val="115000"/>
              </a:lnSpc>
              <a:buClr>
                <a:schemeClr val="dk1"/>
              </a:buClr>
              <a:buFont typeface="Calibri"/>
              <a:buChar char="●"/>
            </a:pPr>
            <a:r>
              <a:rPr 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Modules </a:t>
            </a:r>
          </a:p>
          <a:p>
            <a:pPr marL="812800" lvl="1" indent="-285750">
              <a:lnSpc>
                <a:spcPct val="115000"/>
              </a:lnSpc>
              <a:buClr>
                <a:schemeClr val="dk1"/>
              </a:buClr>
              <a:buSzPts val="2500"/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Foundations of data management (3 sessions)</a:t>
            </a:r>
          </a:p>
          <a:p>
            <a:pPr marL="812800" lvl="1" indent="-285750">
              <a:lnSpc>
                <a:spcPct val="115000"/>
              </a:lnSpc>
              <a:buClr>
                <a:schemeClr val="dk1"/>
              </a:buClr>
              <a:buSzPts val="2500"/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Modern Data Platform (3 sessions)</a:t>
            </a:r>
          </a:p>
          <a:p>
            <a:pPr marL="812800" lvl="1" indent="-285750">
              <a:lnSpc>
                <a:spcPct val="115000"/>
              </a:lnSpc>
              <a:buClr>
                <a:schemeClr val="dk1"/>
              </a:buClr>
              <a:buSzPts val="2500"/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Management in ML Workflow (6 sessions)</a:t>
            </a:r>
          </a:p>
          <a:p>
            <a:pPr marL="812800" lvl="1" indent="-285750">
              <a:lnSpc>
                <a:spcPct val="115000"/>
              </a:lnSpc>
              <a:buClr>
                <a:schemeClr val="dk1"/>
              </a:buClr>
              <a:buSzPts val="2500"/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Advanced Topic in Data Management (4 sessions)</a:t>
            </a:r>
          </a:p>
          <a:p>
            <a:endParaRPr lang="en-US" sz="2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Modular Structure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78" y="1493837"/>
            <a:ext cx="598753" cy="56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4680679"/>
            <a:ext cx="17526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7960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27050" indent="-457200">
              <a:lnSpc>
                <a:spcPct val="115000"/>
              </a:lnSpc>
              <a:buClr>
                <a:schemeClr val="dk1"/>
              </a:buClr>
              <a:buSzPts val="25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Foundations of data management (3 sessions)</a:t>
            </a:r>
          </a:p>
          <a:p>
            <a:pPr marL="984250" lvl="1" indent="-457200">
              <a:lnSpc>
                <a:spcPct val="115000"/>
              </a:lnSpc>
              <a:buSzPts val="2500"/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Representations</a:t>
            </a:r>
          </a:p>
          <a:p>
            <a:pPr marL="984250" lvl="1" indent="-457200">
              <a:lnSpc>
                <a:spcPct val="115000"/>
              </a:lnSpc>
              <a:buSzPts val="2500"/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Management Fundamentals</a:t>
            </a:r>
          </a:p>
          <a:p>
            <a:pPr marL="984250" lvl="1" indent="-457200">
              <a:lnSpc>
                <a:spcPct val="115000"/>
              </a:lnSpc>
              <a:buSzPts val="2500"/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Architectures</a:t>
            </a:r>
          </a:p>
          <a:p>
            <a:pPr marL="984250" lvl="1" indent="-457200">
              <a:lnSpc>
                <a:spcPct val="115000"/>
              </a:lnSpc>
              <a:buSzPts val="2500"/>
              <a:buFont typeface="Courier New" panose="02070309020205020404" pitchFamily="49" charset="0"/>
              <a:buChar char="o"/>
            </a:pPr>
            <a:endParaRPr lang="en-US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27050" indent="-457200">
              <a:lnSpc>
                <a:spcPct val="115000"/>
              </a:lnSpc>
              <a:buClr>
                <a:schemeClr val="dk1"/>
              </a:buClr>
              <a:buSzPts val="25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Modern Data Platform (3 sessions)</a:t>
            </a:r>
          </a:p>
          <a:p>
            <a:pPr marL="984250" lvl="1" indent="-457200">
              <a:lnSpc>
                <a:spcPct val="115000"/>
              </a:lnSpc>
              <a:buSzPts val="2500"/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Pipelines</a:t>
            </a:r>
          </a:p>
          <a:p>
            <a:pPr marL="984250" lvl="1" indent="-457200">
              <a:lnSpc>
                <a:spcPct val="115000"/>
              </a:lnSpc>
              <a:buSzPts val="2500"/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Modern Data Infrastructure and </a:t>
            </a:r>
            <a:r>
              <a:rPr lang="en-US" sz="20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DataOps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984250" lvl="1" indent="-457200">
              <a:lnSpc>
                <a:spcPct val="115000"/>
              </a:lnSpc>
              <a:buSzPts val="2500"/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ML lifecycle and Workflow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Modular Structure(2)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57" y="1612637"/>
            <a:ext cx="598753" cy="56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57" y="3535818"/>
            <a:ext cx="598753" cy="56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0548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27050" indent="-457200">
              <a:lnSpc>
                <a:spcPct val="115000"/>
              </a:lnSpc>
              <a:buClr>
                <a:schemeClr val="dk1"/>
              </a:buClr>
              <a:buSzPts val="25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Management in ML Workflow (6 sessions)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Ingestion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Profiling and Validation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Analytics Engineering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Workflow Orchestration and Automation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Preparations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ML Experimentation and Metadata</a:t>
            </a:r>
          </a:p>
          <a:p>
            <a:pPr marL="1441450" lvl="2" indent="-457200">
              <a:lnSpc>
                <a:spcPct val="115000"/>
              </a:lnSpc>
              <a:buSzPts val="2500"/>
              <a:buFont typeface="Arial" panose="020B0604020202020204" pitchFamily="34" charset="0"/>
              <a:buChar char="•"/>
            </a:pP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Modular Structure(3)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77" y="1493837"/>
            <a:ext cx="598753" cy="56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1260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Advanced Topic in Data Management (4 sessions)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Distributed and Scalable Data Processing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Pipelines for LLMs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Privacy, Governance and Responsible ML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and ML Observability</a:t>
            </a:r>
          </a:p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Modular Structure(4)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87" y="1493837"/>
            <a:ext cx="598753" cy="56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2639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Experiments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Design and implement the simple data flows involving various data formats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Build a Modern Data Stack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Implement and orchestrate a data pipeline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Manage Machine Learning Model Artifcats and Metadata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Construct a Machine Learning Pipeline with Data Versioning Tool and Feature store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Labs Outline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87" y="1493837"/>
            <a:ext cx="598753" cy="56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019" y="4244805"/>
            <a:ext cx="2355720" cy="177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723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Break-up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Evaluations Components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538220"/>
              </p:ext>
            </p:extLst>
          </p:nvPr>
        </p:nvGraphicFramePr>
        <p:xfrm>
          <a:off x="304800" y="2192562"/>
          <a:ext cx="8229602" cy="2890207"/>
        </p:xfrm>
        <a:graphic>
          <a:graphicData uri="http://schemas.openxmlformats.org/drawingml/2006/table">
            <a:tbl>
              <a:tblPr>
                <a:tableStyleId>{D344BE36-BD14-47F5-8E31-27210049D258}</a:tableStyleId>
              </a:tblPr>
              <a:tblGrid>
                <a:gridCol w="1252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2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2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43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88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88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44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5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  <a:endParaRPr lang="en-US" sz="1400" kern="50">
                        <a:effectLst/>
                        <a:latin typeface="Calibri" panose="020F0502020204030204" pitchFamily="34" charset="0"/>
                        <a:ea typeface="WenQuanYi Micro Hei"/>
                        <a:cs typeface="Calibri" panose="020F0502020204030204" pitchFamily="34" charset="0"/>
                      </a:endParaRPr>
                    </a:p>
                  </a:txBody>
                  <a:tcPr marL="63905" marR="6390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5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Name</a:t>
                      </a:r>
                      <a:endParaRPr lang="en-US" sz="1400" kern="50">
                        <a:effectLst/>
                        <a:latin typeface="Calibri" panose="020F0502020204030204" pitchFamily="34" charset="0"/>
                        <a:ea typeface="WenQuanYi Micro Hei"/>
                        <a:cs typeface="Calibri" panose="020F0502020204030204" pitchFamily="34" charset="0"/>
                      </a:endParaRPr>
                    </a:p>
                  </a:txBody>
                  <a:tcPr marL="63905" marR="6390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5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Type</a:t>
                      </a:r>
                      <a:endParaRPr lang="en-US" sz="1400" kern="50">
                        <a:effectLst/>
                        <a:latin typeface="Calibri" panose="020F0502020204030204" pitchFamily="34" charset="0"/>
                        <a:ea typeface="WenQuanYi Micro Hei"/>
                        <a:cs typeface="Calibri" panose="020F0502020204030204" pitchFamily="34" charset="0"/>
                      </a:endParaRPr>
                    </a:p>
                  </a:txBody>
                  <a:tcPr marL="63905" marR="6390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5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Duration</a:t>
                      </a:r>
                      <a:endParaRPr lang="en-US" sz="1400" kern="50">
                        <a:effectLst/>
                        <a:latin typeface="Calibri" panose="020F0502020204030204" pitchFamily="34" charset="0"/>
                        <a:ea typeface="WenQuanYi Micro Hei"/>
                        <a:cs typeface="Calibri" panose="020F0502020204030204" pitchFamily="34" charset="0"/>
                      </a:endParaRPr>
                    </a:p>
                  </a:txBody>
                  <a:tcPr marL="63905" marR="6390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5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Weight</a:t>
                      </a:r>
                      <a:endParaRPr lang="en-US" sz="1400" kern="50">
                        <a:effectLst/>
                        <a:latin typeface="Calibri" panose="020F0502020204030204" pitchFamily="34" charset="0"/>
                        <a:ea typeface="WenQuanYi Micro Hei"/>
                        <a:cs typeface="Calibri" panose="020F0502020204030204" pitchFamily="34" charset="0"/>
                      </a:endParaRPr>
                    </a:p>
                  </a:txBody>
                  <a:tcPr marL="63905" marR="6390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5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Day, Date, Session, Time</a:t>
                      </a:r>
                      <a:endParaRPr lang="en-US" sz="1400" kern="50">
                        <a:effectLst/>
                        <a:latin typeface="Calibri" panose="020F0502020204030204" pitchFamily="34" charset="0"/>
                        <a:ea typeface="WenQuanYi Micro Hei"/>
                        <a:cs typeface="Calibri" panose="020F0502020204030204" pitchFamily="34" charset="0"/>
                      </a:endParaRPr>
                    </a:p>
                  </a:txBody>
                  <a:tcPr marL="63905" marR="63905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9012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5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US" sz="1400" kern="5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5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EC-1</a:t>
                      </a:r>
                      <a:endParaRPr lang="en-US" sz="1400" kern="50">
                        <a:effectLst/>
                        <a:latin typeface="Calibri" panose="020F0502020204030204" pitchFamily="34" charset="0"/>
                        <a:ea typeface="WenQuanYi Micro Hei"/>
                        <a:cs typeface="Calibri" panose="020F0502020204030204" pitchFamily="34" charset="0"/>
                      </a:endParaRPr>
                    </a:p>
                  </a:txBody>
                  <a:tcPr marL="63905" marR="6390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5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Experiential learning Quizzes</a:t>
                      </a:r>
                      <a:endParaRPr lang="en-US" sz="1400" kern="50" dirty="0">
                        <a:effectLst/>
                        <a:latin typeface="Calibri" panose="020F0502020204030204" pitchFamily="34" charset="0"/>
                        <a:ea typeface="WenQuanYi Micro Hei"/>
                        <a:cs typeface="Calibri" panose="020F0502020204030204" pitchFamily="34" charset="0"/>
                      </a:endParaRPr>
                    </a:p>
                  </a:txBody>
                  <a:tcPr marL="63905" marR="6390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5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Take Home</a:t>
                      </a:r>
                      <a:endParaRPr lang="en-US" sz="1400" kern="50">
                        <a:effectLst/>
                        <a:latin typeface="Calibri" panose="020F0502020204030204" pitchFamily="34" charset="0"/>
                        <a:ea typeface="WenQuanYi Micro Hei"/>
                        <a:cs typeface="Calibri" panose="020F0502020204030204" pitchFamily="34" charset="0"/>
                      </a:endParaRPr>
                    </a:p>
                  </a:txBody>
                  <a:tcPr marL="63905" marR="6390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5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 days</a:t>
                      </a:r>
                      <a:endParaRPr lang="en-US" sz="1400" kern="50">
                        <a:effectLst/>
                        <a:latin typeface="Calibri" panose="020F0502020204030204" pitchFamily="34" charset="0"/>
                        <a:ea typeface="WenQuanYi Micro Hei"/>
                        <a:cs typeface="Calibri" panose="020F0502020204030204" pitchFamily="34" charset="0"/>
                      </a:endParaRPr>
                    </a:p>
                  </a:txBody>
                  <a:tcPr marL="63905" marR="6390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5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10%</a:t>
                      </a:r>
                      <a:endParaRPr lang="en-US" sz="1400" kern="50" dirty="0">
                        <a:effectLst/>
                        <a:latin typeface="Calibri" panose="020F0502020204030204" pitchFamily="34" charset="0"/>
                        <a:ea typeface="WenQuanYi Micro Hei"/>
                        <a:cs typeface="Calibri" panose="020F0502020204030204" pitchFamily="34" charset="0"/>
                      </a:endParaRPr>
                    </a:p>
                  </a:txBody>
                  <a:tcPr marL="63905" marR="6390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5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TBA</a:t>
                      </a:r>
                      <a:endParaRPr lang="en-US" sz="1400" kern="50">
                        <a:effectLst/>
                        <a:latin typeface="Calibri" panose="020F0502020204030204" pitchFamily="34" charset="0"/>
                        <a:ea typeface="WenQuanYi Micro Hei"/>
                        <a:cs typeface="Calibri" panose="020F0502020204030204" pitchFamily="34" charset="0"/>
                      </a:endParaRPr>
                    </a:p>
                  </a:txBody>
                  <a:tcPr marL="63905" marR="63905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901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5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Experiential learning Assignment-1</a:t>
                      </a:r>
                      <a:endParaRPr lang="en-US" sz="1400" kern="50" dirty="0">
                        <a:effectLst/>
                        <a:latin typeface="Calibri" panose="020F0502020204030204" pitchFamily="34" charset="0"/>
                        <a:ea typeface="WenQuanYi Micro Hei"/>
                        <a:cs typeface="Calibri" panose="020F0502020204030204" pitchFamily="34" charset="0"/>
                      </a:endParaRPr>
                    </a:p>
                  </a:txBody>
                  <a:tcPr marL="63905" marR="6390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5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Take Home</a:t>
                      </a:r>
                      <a:endParaRPr lang="en-US" sz="1400" kern="50">
                        <a:effectLst/>
                        <a:latin typeface="Calibri" panose="020F0502020204030204" pitchFamily="34" charset="0"/>
                        <a:ea typeface="WenQuanYi Micro Hei"/>
                        <a:cs typeface="Calibri" panose="020F0502020204030204" pitchFamily="34" charset="0"/>
                      </a:endParaRPr>
                    </a:p>
                  </a:txBody>
                  <a:tcPr marL="63905" marR="6390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5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 days</a:t>
                      </a:r>
                      <a:endParaRPr lang="en-US" sz="1400" kern="50">
                        <a:effectLst/>
                        <a:latin typeface="Calibri" panose="020F0502020204030204" pitchFamily="34" charset="0"/>
                        <a:ea typeface="WenQuanYi Micro Hei"/>
                        <a:cs typeface="Calibri" panose="020F0502020204030204" pitchFamily="34" charset="0"/>
                      </a:endParaRPr>
                    </a:p>
                  </a:txBody>
                  <a:tcPr marL="63905" marR="6390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5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20%</a:t>
                      </a:r>
                      <a:endParaRPr lang="en-US" sz="1400" kern="50" dirty="0">
                        <a:effectLst/>
                        <a:latin typeface="Calibri" panose="020F0502020204030204" pitchFamily="34" charset="0"/>
                        <a:ea typeface="WenQuanYi Micro Hei"/>
                        <a:cs typeface="Calibri" panose="020F0502020204030204" pitchFamily="34" charset="0"/>
                      </a:endParaRPr>
                    </a:p>
                  </a:txBody>
                  <a:tcPr marL="63905" marR="6390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5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TBA</a:t>
                      </a:r>
                      <a:endParaRPr lang="en-US" sz="1400" kern="50">
                        <a:effectLst/>
                        <a:latin typeface="Calibri" panose="020F0502020204030204" pitchFamily="34" charset="0"/>
                        <a:ea typeface="WenQuanYi Micro Hei"/>
                        <a:cs typeface="Calibri" panose="020F0502020204030204" pitchFamily="34" charset="0"/>
                      </a:endParaRPr>
                    </a:p>
                  </a:txBody>
                  <a:tcPr marL="63905" marR="63905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8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5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EC-2</a:t>
                      </a:r>
                      <a:endParaRPr lang="en-US" sz="1400" kern="50">
                        <a:effectLst/>
                        <a:latin typeface="Calibri" panose="020F0502020204030204" pitchFamily="34" charset="0"/>
                        <a:ea typeface="WenQuanYi Micro Hei"/>
                        <a:cs typeface="Calibri" panose="020F0502020204030204" pitchFamily="34" charset="0"/>
                      </a:endParaRPr>
                    </a:p>
                  </a:txBody>
                  <a:tcPr marL="63905" marR="6390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5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Mid-Semester Test</a:t>
                      </a:r>
                      <a:endParaRPr lang="en-US" sz="1400" kern="50" dirty="0">
                        <a:effectLst/>
                        <a:latin typeface="Calibri" panose="020F0502020204030204" pitchFamily="34" charset="0"/>
                        <a:ea typeface="WenQuanYi Micro Hei"/>
                        <a:cs typeface="Calibri" panose="020F0502020204030204" pitchFamily="34" charset="0"/>
                      </a:endParaRPr>
                    </a:p>
                  </a:txBody>
                  <a:tcPr marL="63905" marR="6390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5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Closed Book</a:t>
                      </a:r>
                      <a:endParaRPr lang="en-US" sz="1400" kern="50">
                        <a:effectLst/>
                        <a:latin typeface="Calibri" panose="020F0502020204030204" pitchFamily="34" charset="0"/>
                        <a:ea typeface="WenQuanYi Micro Hei"/>
                        <a:cs typeface="Calibri" panose="020F0502020204030204" pitchFamily="34" charset="0"/>
                      </a:endParaRPr>
                    </a:p>
                  </a:txBody>
                  <a:tcPr marL="63905" marR="6390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5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 hours</a:t>
                      </a:r>
                      <a:endParaRPr lang="en-US" sz="1400" kern="50">
                        <a:effectLst/>
                        <a:latin typeface="Calibri" panose="020F0502020204030204" pitchFamily="34" charset="0"/>
                        <a:ea typeface="WenQuanYi Micro Hei"/>
                        <a:cs typeface="Calibri" panose="020F0502020204030204" pitchFamily="34" charset="0"/>
                      </a:endParaRPr>
                    </a:p>
                  </a:txBody>
                  <a:tcPr marL="63905" marR="6390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5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30%</a:t>
                      </a:r>
                      <a:endParaRPr lang="en-US" sz="1400" kern="50" dirty="0">
                        <a:effectLst/>
                        <a:latin typeface="Calibri" panose="020F0502020204030204" pitchFamily="34" charset="0"/>
                        <a:ea typeface="WenQuanYi Micro Hei"/>
                        <a:cs typeface="Calibri" panose="020F0502020204030204" pitchFamily="34" charset="0"/>
                      </a:endParaRPr>
                    </a:p>
                  </a:txBody>
                  <a:tcPr marL="63905" marR="6390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 programme schedule</a:t>
                      </a:r>
                      <a:endParaRPr lang="en-US" sz="14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905" marR="63905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8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5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EC-3</a:t>
                      </a:r>
                      <a:endParaRPr lang="en-US" sz="1400" kern="50">
                        <a:effectLst/>
                        <a:latin typeface="Calibri" panose="020F0502020204030204" pitchFamily="34" charset="0"/>
                        <a:ea typeface="WenQuanYi Micro Hei"/>
                        <a:cs typeface="Calibri" panose="020F0502020204030204" pitchFamily="34" charset="0"/>
                      </a:endParaRPr>
                    </a:p>
                  </a:txBody>
                  <a:tcPr marL="63905" marR="6390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5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Comprehensive Exam</a:t>
                      </a:r>
                      <a:endParaRPr lang="en-US" sz="1400" kern="50">
                        <a:effectLst/>
                        <a:latin typeface="Calibri" panose="020F0502020204030204" pitchFamily="34" charset="0"/>
                        <a:ea typeface="WenQuanYi Micro Hei"/>
                        <a:cs typeface="Calibri" panose="020F0502020204030204" pitchFamily="34" charset="0"/>
                      </a:endParaRPr>
                    </a:p>
                  </a:txBody>
                  <a:tcPr marL="63905" marR="6390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5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Open Book</a:t>
                      </a:r>
                      <a:endParaRPr lang="en-US" sz="1400" kern="50">
                        <a:effectLst/>
                        <a:latin typeface="Calibri" panose="020F0502020204030204" pitchFamily="34" charset="0"/>
                        <a:ea typeface="WenQuanYi Micro Hei"/>
                        <a:cs typeface="Calibri" panose="020F0502020204030204" pitchFamily="34" charset="0"/>
                      </a:endParaRPr>
                    </a:p>
                  </a:txBody>
                  <a:tcPr marL="63905" marR="6390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5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 hours</a:t>
                      </a:r>
                      <a:endParaRPr lang="en-US" sz="1400" kern="50">
                        <a:effectLst/>
                        <a:latin typeface="Calibri" panose="020F0502020204030204" pitchFamily="34" charset="0"/>
                        <a:ea typeface="WenQuanYi Micro Hei"/>
                        <a:cs typeface="Calibri" panose="020F0502020204030204" pitchFamily="34" charset="0"/>
                      </a:endParaRPr>
                    </a:p>
                  </a:txBody>
                  <a:tcPr marL="63905" marR="6390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400" kern="5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40%</a:t>
                      </a:r>
                      <a:endParaRPr lang="en-US" sz="1400" kern="50" dirty="0">
                        <a:effectLst/>
                        <a:latin typeface="Calibri" panose="020F0502020204030204" pitchFamily="34" charset="0"/>
                        <a:ea typeface="WenQuanYi Micro Hei"/>
                        <a:cs typeface="Calibri" panose="020F0502020204030204" pitchFamily="34" charset="0"/>
                      </a:endParaRPr>
                    </a:p>
                  </a:txBody>
                  <a:tcPr marL="63905" marR="6390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 programme schedule</a:t>
                      </a:r>
                      <a:endParaRPr lang="en-US" sz="14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905" marR="63905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97" y="1562731"/>
            <a:ext cx="598753" cy="56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4056" y="5151663"/>
            <a:ext cx="1380344" cy="1380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708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84200" lvl="1" indent="0">
              <a:buNone/>
            </a:pP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Course Handout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93837"/>
            <a:ext cx="598753" cy="56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3856" y="1774305"/>
            <a:ext cx="2428875" cy="187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8852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735</Words>
  <Application>Microsoft Office PowerPoint</Application>
  <PresentationFormat>On-screen Show (4:3)</PresentationFormat>
  <Paragraphs>139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Courier New</vt:lpstr>
      <vt:lpstr>Times New Roman</vt:lpstr>
      <vt:lpstr>WenQuanYi Micro Hei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BITS</cp:lastModifiedBy>
  <cp:revision>49</cp:revision>
  <dcterms:modified xsi:type="dcterms:W3CDTF">2025-10-23T13:56:30Z</dcterms:modified>
</cp:coreProperties>
</file>