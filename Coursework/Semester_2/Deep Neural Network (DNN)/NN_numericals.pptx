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ink/ink15.xml" ContentType="application/inkml+xml"/>
  <Override PartName="/ppt/ink/ink18.xml" ContentType="application/inkml+xml"/>
  <Override PartName="/ppt/ink/ink17.xml" ContentType="application/inkml+xml"/>
  <Override PartName="/ppt/ink/ink16.xml" ContentType="application/inkml+xml"/>
  <Override PartName="/ppt/ink/ink8.xml" ContentType="application/inkml+xml"/>
  <Override PartName="/ppt/ink/ink7.xml" ContentType="application/inkml+xml"/>
  <Override PartName="/ppt/ink/ink9.xml" ContentType="application/inkml+xml"/>
  <Override PartName="/ppt/ink/ink10.xml" ContentType="application/inkml+xml"/>
  <Override PartName="/ppt/ink/ink6.xml" ContentType="application/inkml+xml"/>
  <Override PartName="/ppt/ink/ink2.xml" ContentType="application/inkml+xml"/>
  <Override PartName="/ppt/ink/ink1.xml" ContentType="application/inkml+xml"/>
  <Override PartName="/ppt/ink/ink3.xml" ContentType="application/inkml+xml"/>
  <Override PartName="/ppt/ink/ink5.xml" ContentType="application/inkml+xml"/>
  <Override PartName="/ppt/ink/ink4.xml" ContentType="application/inkml+xml"/>
  <Override PartName="/ppt/ink/ink11.xml" ContentType="application/inkml+xml"/>
  <Override PartName="/ppt/ink/ink14.xml" ContentType="application/inkml+xml"/>
  <Override PartName="/ppt/ink/ink13.xml" ContentType="application/inkml+xml"/>
  <Override PartName="/ppt/ink/ink12.xml" ContentType="application/inkml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05-24T09:10:41.5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1209 5968 770 0,'0'0'60'0,"0"0"18"16,0 0 9-16,0 0 16 15,0 0-21-15,-87-7-38 16,19 44-4-16,-25 30-5 15,2 5 23-15,9-2 41 16,19-6 24-16,31-18-33 16,16 4-20-16,12 3 11 15,10-4-23-15,30-6-17 16,16-2-17-16,9-4-14 16,2-3-7-16,-2-4 3 15,-12 0-5-15,-13-1 1 16,-19-2-1-16,-17 2-1 0,-2 1 2 15,-31 0 12-15,-12 2-6 16,-16-1 2-16,-7-2 3 16,-1-3 1-16,11-6 22 15,11-3-4-15,16-7 9 16,16-1-20-16,11 2-21 16,4 6 10-16,6 9-9 15,13 10 10-15,6 11-10 16,5 8 5-16,3 7-4 15,1 17 11-15,-4 20 26 16,-12 25 21-16,-12 12 19 0,-6-2-8 16,-25-6 6-1,-10-12-11-15,-5 2-22 0,0-2 7 16,1-9-12-16,8-10-17 16,7-26-2-16,11-18-7 15,8-14-7-15,5-6 1 16,0 0-6-16,2 2 5 15,12-2-6-15,9-13-31 16,28-20-91-16,-2 0-211 16,0-23-653-16</inkml:trace>
  <inkml:trace contextRef="#ctx0" brushRef="#br0" timeOffset="151.527">1143 8992 2306 0,'0'0'246'0,"0"0"-246"0,0 0-100 15,0 0-268-15,0 0-772 0</inkml:trace>
  <inkml:trace contextRef="#ctx0" brushRef="#br0" timeOffset="21462.4629">13053 10233 1428 0,'0'0'241'0,"0"0"-30"0,0 0 11 15,0 0-16-15,0 0-15 16,0 0-51-16,-36-57-63 15,36 57-42-15,0 3-23 16,0 19-12-16,0 12 19 16,0 9 1-16,8 9 7 15,-4 4-8-15,2 0-4 16,-1-1-4-16,-1-3-10 16,1-5 5-16,-3-6-6 15,3-9-30-15,-2-9-128 16,0-12-169-16,0-7-237 15,0-4-106-15</inkml:trace>
  <inkml:trace contextRef="#ctx0" brushRef="#br0" timeOffset="21691.6498">13212 10251 1418 0,'0'0'319'0,"0"0"25"0,0 0-163 16,0 0-98-16,0 0 43 15,0 87 4-15,-1-34-22 16,-5 6-36-16,3 2-5 16,-1-2-24-16,-2-6-20 15,1-7-16-15,-2-5-6 0,-3-5-1 16,-1-8-86 0,-4-5-166-16,-10-1-213 0,-2-8-96 15,3-8-322-15</inkml:trace>
  <inkml:trace contextRef="#ctx0" brushRef="#br0" timeOffset="21901.1704">12784 10664 1416 0,'0'0'300'0,"0"0"-54"16,0 0-120-16,0 0 14 15,0 0 32-15,0 0-33 16,53 85-45-16,-22-60-40 15,5-3-2-15,3-2-22 16,-1-4-17-16,1-2 0 0,1-4-13 16,-4-2-49-16,8-8-136 15,-10 0-325-15,-7-11-528 0</inkml:trace>
  <inkml:trace contextRef="#ctx0" brushRef="#br0" timeOffset="22081.2768">13339 10514 1719 0,'0'0'310'0,"0"0"-129"15,0 0-89-15,0 0 41 0,-67 98-27 16,51-59-53 0,-1 0-26-16,0 1-18 15,-1-1-9-15,-16 21-7 0,2-11-263 16,1-5-384-16</inkml:trace>
  <inkml:trace contextRef="#ctx0" brushRef="#br0" timeOffset="25775.786">8162 11898 2074 0,'0'0'504'0,"0"0"-345"16,0 0-41-16,0 0-21 0,0 0-46 15,0 77 3-15,0-23-11 16,0 9-8-16,0 3-25 16,0-1-7-16,0 22-3 15,0-17-257-15,0-11-669 0</inkml:trace>
  <inkml:trace contextRef="#ctx0" brushRef="#br0" timeOffset="26599.4979">7992 14269 1618 0,'0'0'496'0,"0"0"-277"0,0 0-5 15,0 0-36-15,0 0 13 16,-57 72-44-16,50-12-24 16,5 24-24-16,2-2-16 15,3-7-18-15,11-12-2 16,10-14-21-16,3 4-3 16,7-2-18-16,2-10-6 15,1-15-6-15,2-13 6 16,-2-13-15-16,-2-10 8 15,2-24-2-15,-4-24 3 0,-5-20-3 16,-10-18-5-16,-14-7 1 16,-4 22-2-16,-6 21 0 15,-8 25-7-15,3 10 6 16,-8 2-5-16,-4 4 4 16,-5 3-11-16,-4 10-1 15,-3 6-8-15,-4 3-55 16,2 13-71-16,-4 4-220 15,10-3-335-15,10-6-686 0</inkml:trace>
  <inkml:trace contextRef="#ctx0" brushRef="#br0" timeOffset="26746.4874">8201 14241 2318 0,'0'0'288'0,"0"0"-208"0,0 0-50 15,0 0-20-15,0 0-10 16,0 0-248-16,0 0-440 0</inkml:trace>
  <inkml:trace contextRef="#ctx0" brushRef="#br0" timeOffset="29616.4358">2988 9796 1579 0,'0'0'227'16,"0"0"53"-16,0 0-40 15,0 0-45-15,0 0-136 16,0 0-33-16,-18 126 0 16,6-15 9-16,-10 8 18 0,-11-6-9 15,-12-17-25 1,-4-13-9-16,1-19 1 0,8-14-4 16,10-19 1-16,6-14-7 15,5-6 5-15,-2-9 0 16,2-2 43-16,2-18 35 15,-2-34-45-15,4-4-30 16,3-9-2-16,9 0 5 16,3 20-11-16,12 5 17 15,10 15-8-15,10 16-4 16,8 9-5-16,8 12 0 16,7 17-1-16,0 7 1 15,-3 7 18-15,-1 3-4 0,-8-1-15 16,-1-5-8-16,-6-4-35 15,-4-8-123-15,4-14-74 16,-7-8-278-16,-10-6-698 0</inkml:trace>
  <inkml:trace contextRef="#ctx0" brushRef="#br0" timeOffset="29801.7868">3383 10048 1960 0,'0'0'333'0,"0"0"-100"16,0 0-110-16,0 0-69 0,0 0-17 16,0 0-22-1,88-32-13-15,-52 23-2 0,0 1-29 16,1-1-160-16,-7 4-282 16,-8 2-264-16</inkml:trace>
  <inkml:trace contextRef="#ctx0" brushRef="#br0" timeOffset="29979.3002">3537 10215 1204 0,'0'0'841'0,"0"0"-610"16,0 0-11-16,0 0-104 16,0 0-30-16,0 0-34 15,0 0-29-15,67-46-15 16,-13 16-8-16,8-8-32 0,26-16-199 15,-19 8-334-15,-8 7-422 16</inkml:trace>
  <inkml:trace contextRef="#ctx0" brushRef="#br0" timeOffset="30300.7536">4081 9718 1640 0,'0'0'325'0,"0"0"-89"15,0 0-73-15,0 0-12 16,-30 82-15-16,30-44-27 16,2 2-9-16,10 1-3 15,7-9-21-15,0-1-24 0,1-10-19 16,-1-7-10-16,-2-7-5 16,1-7-2-16,-4 0-7 15,0-15 0-15,-3-12-1 16,-3-7-8-16,-6-8-1 15,-2-6 1-15,-5-4 1 16,-14 6-1-16,-2 2 0 16,-4 13 0-16,4 11-6 15,-6 11-18-15,0 9-65 16,0 1-95-16,7 32-83 16,6-4-373-16,8-1-945 0</inkml:trace>
  <inkml:trace contextRef="#ctx0" brushRef="#br0" timeOffset="30461.4873">4426 9745 1859 0,'0'0'287'16,"0"0"-78"-16,0 0-101 16,0 0-65-16,0 0-25 15,0 0-18-15,0 0-113 16,34-39-258-16,-19 32-544 0</inkml:trace>
  <inkml:trace contextRef="#ctx0" brushRef="#br0" timeOffset="30789.4431">4769 9528 1264 0,'0'0'925'0,"0"0"-713"16,0 0-17-16,0 0-49 15,-52 76 61-15,50-39-48 16,2 7-44-16,0-3-31 16,11-2-20-16,5-7-16 15,1-7-19-15,5-6-8 16,-3-9-6-16,4-9-5 16,-3-1 4-16,4-14-5 15,-4-13-2-15,1-8-6 16,-5-9-1-16,-10-6 1 15,-6-1-1-15,0-2 0 0,-8 6-9 16,-12 5-13-16,-3 11-2 16,-2 15-36-16,-2 13-43 15,0 3-100-15,2 28-37 16,4 0-214-16,6-5-368 0</inkml:trace>
  <inkml:trace contextRef="#ctx0" brushRef="#br0" timeOffset="31041.8496">4999 9224 2078 0,'0'0'357'16,"0"0"-42"-16,0 0-130 15,0 0-11-15,0 0-56 16,0 0-10-16,43 95-17 0,-21-45-28 15,4 7-15-15,3 1-16 16,1 0-17-16,-3-2-15 16,-3-3 1-16,-6-2-1 15,-2-1-66-15,-14 6-152 16,-2-12-307-16,-2-10-565 0</inkml:trace>
  <inkml:trace contextRef="#ctx0" brushRef="#br0" timeOffset="31266.2081">4558 10185 2428 0,'0'0'350'0,"0"0"-256"16,0 0-33-16,0 0-25 15,0 0 28-15,0 0-1 16,83-21-2-16,-21 1-17 15,10-2-26-15,-4-2-17 16,-6 2-1-16,-15 6-129 16,-17-1-107-16,-15 8-372 15,-15 1-771-15</inkml:trace>
  <inkml:trace contextRef="#ctx0" brushRef="#br0" timeOffset="31450.9024">4486 10311 2517 0,'0'0'289'16,"0"0"-160"-16,0 0-74 15,0 0 47-15,0 0-29 16,86-40-26-16,2 1-20 16,3 0-11-16,-5 3-16 15,10 2-111-15,-36 14-239 16,-7 1-923-16</inkml:trace>
  <inkml:trace contextRef="#ctx0" brushRef="#br0" timeOffset="32966.6029">17793 11833 1813 0,'0'0'348'16,"0"0"-86"-16,0 0-41 15,0 0-37-15,0 0-57 16,0 0-32-16,26 47 22 16,-7-6-33-16,5 7-30 15,3-2-24-15,6 0-8 16,5-9-2-16,7-6-10 16,-2-12-9-16,-2-10 9 0,-4-9-10 15,-12-7 0-15,-8-20 0 16,-11-8-1-16,-6-7 1 15,0-4 1-15,-3 3-1 16,-6 11 6-16,3 10 3 16,0 12 50-16,3 10 4 15,1 11-27-15,2 32-23 16,0 32 10-16,0 26 19 16,11 11 6-16,-1-5-14 15,-2-13 5-15,-4-29-18 16,-1-10-19-16,-3-15 4 0,0-6 0 15,0 0-6-15,-3 2 1 16,-7-7-1-16,-5-9 1 16,-2-10 1-16,-5-10 13 15,-5 0-15-15,-2-11 0 16,-4-11-1-16,0-2-29 16,5-4-53-16,2 0-8 15,11-5-32-15,12-1-85 16,20-24-170-16,16 9-371 15,8 2-863-15</inkml:trace>
  <inkml:trace contextRef="#ctx0" brushRef="#br0" timeOffset="33146.744">18727 12206 2138 0,'0'0'333'0,"0"0"-70"16,0 0-161-16,0 0 56 15,0 0-73-15,0 0-56 16,0 0-29-16,76-21-103 16,-48 12-144-16,-5 3-261 15,-10-1-514-15</inkml:trace>
  <inkml:trace contextRef="#ctx0" brushRef="#br0" timeOffset="33305.0127">18655 12366 2239 0,'0'0'274'0,"0"0"-94"16,0 0-113-16,0 0 20 15,0 0-31-15,111 9-35 16,-50-13-21-16,30-16-40 16,-16 2-217-16,-10-3-537 0</inkml:trace>
  <inkml:trace contextRef="#ctx0" brushRef="#br0" timeOffset="33508.9902">19465 11916 2550 0,'0'0'336'15,"0"0"-156"-15,0 0-90 0,-28 71 21 16,28-21 6-1,0 9-59-15,12 3-20 0,1 1-20 16,-2-1-5-16,-11 24-13 16,-6-14-112-16,-16-12-499 0</inkml:trace>
  <inkml:trace contextRef="#ctx0" brushRef="#br0" timeOffset="37173.5573">11504 9925 1300 0,'0'0'369'0,"0"0"-63"0,0 0-73 15,0 0-58 1,0 0-48-16,0 0-60 0,16-6-32 16,-3 6-13-1,7 0-22-15,5 0-11 0,2 0-79 16,1-2-115-16,-7 0-181 16,-6 1-226-16</inkml:trace>
  <inkml:trace contextRef="#ctx0" brushRef="#br0" timeOffset="37308.6425">11554 9975 983 0,'0'0'334'16,"0"0"-77"-16,0 0-31 0,0 0-56 15,0 0-48 1,0 0-84-16,0 0 15 0,74-3-53 16,-23-16-143-16,0-2-490 0</inkml:trace>
  <inkml:trace contextRef="#ctx0" brushRef="#br0" timeOffset="37637.2616">12094 9601 1709 0,'0'0'395'16,"0"0"-140"-16,0 0-106 15,0 0 27-15,-64 76-27 16,51-34-4-16,7 2-61 15,6 1-14-15,0-4-22 0,4-7-13 16,11-9-13-16,1-6-8 16,4-7-14-16,-1-9 1 15,2-3-1-15,0-3 6 16,0-14-6-16,0-10-1 16,-5-4 1-16,-7-6-8 15,-5-4 2-15,-4-2-4 16,0 4-5-16,-10 3-2 15,-6 9-1-15,-2 8-43 16,-2 7-44-16,2 7-46 16,0 5-76-16,6 7-302 15,5 5-405-15</inkml:trace>
  <inkml:trace contextRef="#ctx0" brushRef="#br0" timeOffset="37745.6468">12273 9637 1141 0,'0'0'173'0,"0"0"-106"16,0 0-67-16,0 0-130 0</inkml:trace>
  <inkml:trace contextRef="#ctx0" brushRef="#br0" timeOffset="38033.5746">12521 9392 1386 0,'0'0'389'0,"0"0"-15"15,0 0-121 1,0 0-39-16,-85 58 3 0,74-32-37 16,5 4-55-16,6-4-24 15,0-1-34-15,3-1-13 16,12-1-15-16,6-3-9 16,4 0 0-16,2-1-18 15,3-2 3-15,-4-1-14 16,-4-2 12-16,-5-3-13 15,-7-1 1-15,-7-3-1 16,-3 0-2-16,0-2-11 16,-11 2 8-16,-10-2 4 15,-9-4-45-15,-22-1-127 16,9-6-193-16,1-8-534 0</inkml:trace>
  <inkml:trace contextRef="#ctx0" brushRef="#br0" timeOffset="38202.7783">12483 9428 1670 0,'0'0'400'0,"0"0"-93"15,0 0-147-15,119-75-15 16,-71 55-68-16,2 0-41 16,-2 3-23-16,-9 6-13 15,-3 11-9-15,-12 0-293 16,-12 0-807-16</inkml:trace>
  <inkml:trace contextRef="#ctx0" brushRef="#br0" timeOffset="39463.708">10864 11393 1290 0,'0'0'512'0,"0"0"-215"16,0 0-105-16,0 0-45 15,0 0-30-15,0 0-57 16,0 0-31-16,39 0-12 16,-22-1-10-16,2-1-6 0,2 2-1 15,-3-1-24-15,3 0-147 16,-7-1-183-16,-4 1-382 0</inkml:trace>
  <inkml:trace contextRef="#ctx0" brushRef="#br0" timeOffset="39628.1406">10935 11480 1079 0,'0'0'619'15,"0"0"-331"-15,0 0-103 16,0 0-101-16,0 0-34 0,0 0-32 15,89-37-18 1,-59 25-6-16,0 3-179 0,-11 5-87 16,-8 3-698-16</inkml:trace>
  <inkml:trace contextRef="#ctx0" brushRef="#br0" timeOffset="40092.2852">10507 11822 1388 0,'0'0'320'0,"0"0"43"0,0 0-90 16,0 0-5-16,0 0-75 16,0 0-1-16,0 0-80 15,-36-1-60-15,24 20 7 16,0 8-2-16,2 3-12 16,8 3-7-16,2 1-15 15,0-4-14-15,6-2-9 16,9-5 1-16,0-7-1 15,3-9-4-15,0-4 4 0,-2-3 5 16,2-3-4-16,-1-17-1 16,-4-2 0-16,-4-6-9 15,-6-3-11-15,-3-3-7 16,0 2-17-16,-11 3-12 16,-3 7-20-16,-2 10-5 15,-1 5-49-15,0 7-78 16,-3 12-128-16,5 6-249 15,6 1-345-15</inkml:trace>
  <inkml:trace contextRef="#ctx0" brushRef="#br0" timeOffset="40235.5266">10640 11897 1378 0,'0'0'304'0,"0"0"-116"0,0 0-129 16,0 0-37-16,0 0-22 15,0 0-19-15,0 0-237 16,86-21-395-16</inkml:trace>
  <inkml:trace contextRef="#ctx0" brushRef="#br0" timeOffset="40655.8043">10851 11754 1562 0,'0'0'388'0,"0"0"-141"16,0 0-90-16,0 0 47 16,0 0-44-16,-65 84-23 0,65-61-20 15,0 0-25-15,0-3-17 16,10-3-16-16,7-3-16 16,5-2-8-16,5-2-4 15,3-1-6-15,-2 0-10 16,1-3-7-16,-7 2-7 15,-6-1 8-15,-5 0-3 16,-7 0 3-16,-4 1 4 16,0 2-1-16,-11-1-1 15,-7-1-4-15,1-5-1 16,-1-3-5-16,2 0 7 16,5-9-2-16,5-13-5 0,4-4-1 15,2-3 1-15,0 0-1 16,13-4 0-16,4 0-1 15,3 0 1-15,5 1 1 16,0 1-1-16,4-1-39 16,1 1-61-16,0 4-119 15,8 5-109-15,-8 6-347 16,-6 8-766-16</inkml:trace>
  <inkml:trace contextRef="#ctx0" brushRef="#br0" timeOffset="41566.6735">10414 13280 1243 0,'0'0'398'16,"0"0"-91"-16,0 0-39 15,0 0-70-15,0 0-29 16,0 0-70-16,0 0-47 16,-11 0-27-16,11 0-10 0,9 0 0 15,4-5-3 1,3-2-12-16,4 0-29 0,-1 0-87 16,1 2-85-16,-6 0-189 15,-5 4-338-15</inkml:trace>
  <inkml:trace contextRef="#ctx0" brushRef="#br0" timeOffset="41730.5463">10416 13372 1395 0,'0'0'348'0,"0"0"-51"16,0 0-159-16,0 0-37 15,0 0-27-15,0 0-39 16,0 0-35-16,64-22-4 15,-9-2-189-15,-8 3-195 0,-1-1-322 16</inkml:trace>
  <inkml:trace contextRef="#ctx0" brushRef="#br0" timeOffset="42075.746">10805 13132 1684 0,'0'0'399'16,"0"0"-118"-16,0 0-113 16,0 0 13-16,0 0-30 15,-38 80-15-15,38-49-25 0,0 0-38 16,7-1-16 0,9-4-19-16,4-1-11 0,-1-8-11 15,2-3-3-15,-4-8-7 16,-1-4-5-1,-4-2 1-15,0-7 5 0,-6-13-6 16,0-4-1-16,-6-8-5 16,0-2 4-16,-6-3-5 15,-9 4-14-15,0 2-3 16,-1 5-5-16,0 9 4 16,2 7-60-16,3 8-76 15,2 4-84-15,2 10-337 16,2 4-525-16</inkml:trace>
  <inkml:trace contextRef="#ctx0" brushRef="#br0" timeOffset="42231.63">11062 13179 1547 0,'0'0'531'0,"0"0"-355"15,0 0-46-15,0 0-88 16,0 0-32-16,0 0-10 15,0 0-74-15,27-17-237 16,-20 9-518-16</inkml:trace>
  <inkml:trace contextRef="#ctx0" brushRef="#br0" timeOffset="42653.2627">11174 12958 1594 0,'0'0'297'0,"0"0"-58"0,0 0-119 16,0 0-58-16,0 0 49 15,0 0-47-15,0 0-9 16,76-14 18-16,-66 14-18 16,-1 1-13-16,-4 10-3 15,-5 5 11-15,0 2 4 16,0 6-3-16,0-1-17 15,-10 2-5-15,2-3-4 16,-1 0-5-16,3-5 5 0,3-6 12 16,0-2-1-16,3-5-1 15,0 0-14-15,9-1-6 16,7 2 4-16,5-2 1 16,6-3-7-16,3 2 7 15,1 1-5-15,-1-1-5 16,-2 1 4-16,-6 4-2 15,-11 1 4-15,-9 3-4 16,-2 6 1-16,-27 7-1 16,-23 10-12-16,-41 12-16 15,-50 12-155-15,12-10-296 16,-2-11-717-16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05-24T09:11:36.7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2450 6890 2118 0,'0'0'254'0,"0"0"-155"16,0 0-24-16,0 0 0 16,0 0-3-16,0 0-26 15,9 0-22-15,11 0-6 16,10 0-11-16,3-1-6 16,3-3 5-16,-4-1-6 15,-2 0-60-15,-4-1-162 16,-11 0-299-16,-3 1-148 0</inkml:trace>
  <inkml:trace contextRef="#ctx0" brushRef="#br0" timeOffset="178.0507">2445 6981 1702 0,'0'0'326'16,"0"0"-161"-16,0 0-100 15,0 0-44-15,0 0-11 16,0 0-9-16,105-9-1 16,18-21-101-16,-8 0-238 15,0 1-289-15</inkml:trace>
  <inkml:trace contextRef="#ctx0" brushRef="#br0" timeOffset="1461.7252">3810 6818 1060 0,'0'0'249'0,"0"0"-65"0,0 0-14 16,0 0-24-16,0 0-29 15,0 0-33-15,0 0-33 16,0 0-25-16,9 0 8 16,4 0 30-16,7 4-5 15,2 2-14-15,3-2-5 16,2 2 3-16,6 0-1 16,1-1-4-16,2-4-11 15,6 2-7-15,1 0 11 16,5-1 4-16,0-1-5 15,4-1-10-15,1 0-6 16,3 0 0-16,2 0-4 16,2 0 2-16,-2 0-4 0,0 0 1 15,-3 0-2 1,-3 0 5-16,-1 0-5 0,0 0 1 16,-2 0 1-16,0 0-2 15,5 0 4-15,0 0-4 16,2 0 2-16,4 0-3 15,-2 0 0-15,-3 0 0 16,2 0-3-16,4 2-2 16,-1 0 0-16,-1 1 5 15,4 0-5-15,0-2 1 16,-1 2 4-16,4-1 0 16,-5-2-5-16,0 3 0 15,-1-3 14-15,-3 0-14 16,-2 0 14-16,3 2-4 0,2-2 5 15,-2 0 1-15,0 2-3 16,-1-2 7-16,5 0-7 16,-1 0-4-16,-1 0 10 15,1 0-8-15,3 0 3 16,11 0 10-16,20 0-8 16,16 0 20-16,7 0-6 15,-7 0-20-15,-12 0 14 16,-13 0 5-16,-1 0-19 15,2 0 16-15,1 0-12 16,2 0-8-16,6-2 20 16,1 0-6-16,3-1-3 15,3 3 5-15,5-3 0 0,-4 0-9 16,2 0-1 0,-3 0 4-16,-2-1 1 0,-4 1-8 15,-1 0 2 1,-2 0 3-16,-5 2-4 0,-12 1-2 15,-14-3 6-15,-19 2-2 16,-5 1-7-16,5-1-5 16,3-1 7-16,11 1-7 15,-3-2 12-15,0 0 11 16,3 0-9-16,2-1 18 16,-2 0-6-16,-6 0-9 15,-7-1-7-15,-12 3 1 16,-10-1 7-16,-8 0 4 0,-4-1-2 15,-4 4-6 1,-4 0-2-16,-1-1-7 0,-1 1 6 16,-1 0-11-16,0 0-1 15,0 0-1-15,0 0-33 16,-25 0-118-16,-2 0-219 16,-1 0-634-16</inkml:trace>
  <inkml:trace contextRef="#ctx0" brushRef="#br0" timeOffset="3142.822">11926 6800 1126 0,'0'0'253'0,"0"0"-48"0,0 0-56 16,0 0-11-16,0 0-14 15,0 0-32-15,10 0-33 16,6 3 35-16,8 6-2 16,6 0-25-16,3-1 1 15,4 2-19-15,3 0 10 16,5-3 1-16,7 0-1 16,6-2 7-16,7-3-12 15,3 1-14-15,16-3-1 0,13 0 4 16,16 0-7-16,3 0 3 15,-9 0-10-15,-9 0-6 16,-13 2-3-16,1-2-1 16,-14 3-11-16,-9-3 1 15,-13 0 0-15,-2 0 0 16,11 0 4-16,9 0 1 16,10 0 10-16,8 0-3 15,-4 0 0-15,-3 0-3 16,13 0-6-16,1-5 4 15,22 0-10-15,3-2 8 16,-10 4-13-16,-12-2 6 16,-10 2 1-16,-15 2-7 15,-13-2 8-15,-9 2-3 0,-3 0-3 16,23-1 4-16,-2 1-1 16,11-2 0-16,0 1-4 15,-12 2 10-15,7-1-12 16,2 1-1-16,-3 0 0 15,-1 0 1-15,-1 0 0 16,0 0 1-16,2-1-1 16,-4 1 0-16,3 0 1 15,0 0 0-15,-1 0 0 16,-1 0 1-16,-3 0-1 16,-1 0 5-16,-1 0-5 15,-2 0 0-15,1 0 9 16,0 0-3-16,0 0-6 0,-1 0-1 15,1 0 1 1,0 0 6-16,2 0 1 0,1 0-1 16,1 0 4-16,0 0-4 15,-1 0 1-15,1 0-1 16,-1 0-1-16,0 0 8 16,1 1-2-16,-2-1-2 15,-5 0 1-15,-4 0-1 16,-8 0 4-16,-3 0 2 15,-6 0 8-15,-7 0-3 16,0 0-6-16,-5 0 3 16,-4 0-1-16,1 0 1 0,-4-3 4 15,1 3 2 1,-1-4-1-16,2 3 2 0,-2-1 5 16,-3 1 0-16,2-1-3 15,-6 1 0-15,-4 0 2 16,-3 1-1-16,-2-2-1 15,2 2-3-15,-3 0-7 16,-2-1-4-16,3 1-1 16,-4 0-4-16,2 0-7 15,-2 0 10-15,0 0-10 16,1-2 0-16,-1 2 5 16,0 0-5-16,0 0 1 15,0 0-1-15,0 0-1 0,-7 0-9 16,-36 0-84-1,-110 3-147-15,3 4-328 0,-34 0-633 0</inkml:trace>
  <inkml:trace contextRef="#ctx0" brushRef="#br0" timeOffset="4994.1305">23048 6863 880 0,'0'0'846'16,"0"0"-541"-16,0 0-57 15,0 0-30-15,0 0-27 16,0 0-41-16,0 0 0 15,47 12 1-15,-15-9-42 0,10 2-37 16,7-3-24 0,4-1-21-16,5 1-12 0,0-2-6 15,-3 0-8-15,-6 0 0 16,-6 0-1-16,-10 0-12 16,-11 0-118-16,-11 0-154 15,-11 0-40-15,-9 0-257 16,-12-3-501-16</inkml:trace>
  <inkml:trace contextRef="#ctx0" brushRef="#br0" timeOffset="5204.1116">23087 7061 1506 0,'0'0'383'0,"0"0"-100"15,0 0-57-15,0 0-13 16,0 0-30-16,83 1-44 15,-35-1-18-15,5 0-46 16,6-5-32-16,-2-2-19 16,-2 2-13-16,-5-3-4 15,-5 4-7-15,-10-1-129 16,-11 1-163-16,-17 1-480 0</inkml:trace>
  <inkml:trace contextRef="#ctx0" brushRef="#br0" timeOffset="6387.1119">1921 8818 1765 0,'0'0'500'0,"0"0"-312"16,0 0 31-16,0 0 19 15,0 0-33-15,0 0-49 0,0 0-57 16,20-21-39-16,11 4-8 15,8-3-2-15,3-1-20 16,4 0-2-16,3 1-10 16,0-2-6-16,2 5-10 15,-5-2 4-15,-4 5-5 16,-6 1 4-16,-12 3-5 16,-3 3-1-16,-11 4-30 15,-3 0-47-15,-7 2-38 16,0 1-99-16,-11 0-128 0,-9 0-349 15,-5 7-450-15</inkml:trace>
  <inkml:trace contextRef="#ctx0" brushRef="#br0" timeOffset="6652.9286">1830 9042 2067 0,'0'0'313'16,"0"0"-202"-16,0 0 35 16,0 0 13-16,0 0 33 15,0 0-38-15,0 0-48 16,126-55-43-16,-71 29-24 16,1-2-18-16,-3 3-11 0,-1 0-2 15,-10 3-8-15,-2 3 1 16,-7 3-1-16,-8 4-41 15,-10 5-155-15,-7 2-134 16,-8 5-464-16</inkml:trace>
  <inkml:trace contextRef="#ctx0" brushRef="#br0" timeOffset="16373.565">4241 9293 874 0,'0'0'653'16,"0"0"-550"-16,0 0-34 0,0 0 30 15,0 0 9-15,-8 0 27 16,8 0-34-16,3 0-48 16,11 0-23-16,11 0 29 15,10 0 33-15,9 0-18 16,10 3 0-16,16-2 4 16,20 1-14-16,21-2-18 15,1 0-15-15,-1 0 1 16,-8-6-6-16,-4-5-3 15,3-3 4-15,-2-3 7 16,4 1 6-16,-4 1-13 16,-3-1 5-16,-3 2-14 15,0 0-3-15,-3-2 1 0,-1 3 5 16,-2-3-2-16,-2-1 4 16,4 0-1-16,4 0 2 15,3 2 6-15,1-1 0 16,-1 3-3-16,-2-2-3 15,1 1 6-15,-1 0-15 16,4-1 2-16,2-2 3 16,2 0 0-16,3-2 4 15,-3 0 1-15,-3 3 1 16,1 0-11-16,-20 0 9 16,-17 6-3-16,-16 1 1 15,-15 1-1-15,4 1-6 16,-4-1-4-16,-3 0-1 0,-10 1 1 15,-8 3 8-15,-3 1 7 16,-4 0-7-16,-2 1-7 16,-2 1-1-16,-1 1-5 15,2 0 0-15,-2 0 3 16,0 0-9-16,0 0 0 16,0 0-1-16,0 0-20 15,0 0-71-15,-5 11-95 16,-13 6-302-16,-3 2-241 0</inkml:trace>
  <inkml:trace contextRef="#ctx0" brushRef="#br0" timeOffset="18273.2241">10692 7508 1152 0,'0'0'258'16,"0"0"-31"-16,0 0 4 15,0 0-47-15,-101-18-4 16,63 18-26-16,-4 16-1 16,-8 9-16-16,-2 11-21 15,-16 25-10-15,-6 29 5 16,-3 28 8-16,12 11-8 0,23-4-30 16,23-8-9-1,15-16-8-15,4-6-17 0,16-17-11 16,5-22-5-16,2-18 8 15,4-7-12-15,9 2-4 16,9-3-2-16,9-1 10 16,2-12-1-16,3-11-7 15,-1-6 1-15,-2-14 7 16,1-15-13-16,-4-10-7 16,2-11-3-16,1-19-8 15,-2-18 0-15,-12 6 1 16,-11 8 0-16,-12 9 6 15,-11 14 4-15,-2-8-10 16,-3-3 7-16,-3 4-7 16,0 4 5-16,-14 2-4 0,-6 2-2 15,-4 5-7-15,-2 4 7 16,-4 3-8-16,-1 8-17 16,0 7-20-16,-3 3-9 15,2 6-12-15,7 6-15 16,1 3-35-16,3 4-57 15,2 2-142-15,6 9-152 16,3 1-253-16</inkml:trace>
  <inkml:trace contextRef="#ctx0" brushRef="#br0" timeOffset="18456.6257">10839 7657 1980 0,'0'0'309'0,"0"0"-9"16,0 0-149-16,0 0-48 16,0 0-61-16,0 0-42 15,0 0-18-15,59 9-226 16,-5 7-329-16,7 0-773 0</inkml:trace>
  <inkml:trace contextRef="#ctx0" brushRef="#br0" timeOffset="19371.3272">12354 7338 1461 0,'0'0'340'0,"0"0"-33"16,0 0-122-16,0 0-37 16,0 0-57-16,0 0 35 15,0 0-15-15,-11 73-10 16,14-47-5-16,13 1-17 16,4-1-40-16,4-4-2 15,1-3-16-15,2-7-12 16,0-2-3-16,-5-10-4 0,-1 0-1 15,-3 0 0-15,-5-14 5 16,-2-5-5-16,-2-4 7 16,-5 0-1-16,-2 3-1 15,-2 3 3-15,0 8 27 16,0 3 24-16,0 4-11 16,0 2-16-16,0 0-19 15,0 16-14-15,0 6 1 16,3 7 5-16,3 5-5 15,2 3 11-15,0 0 3 16,0-3-7-16,-2-1-7 16,-2-5 7-16,0 0-7 15,-4-6-1-15,0-4 1 16,0-2-1-16,-10-5-1 0,-5-3 0 16,-6-5-39-16,-2-3-96 15,-13-22-167-15,3-10-210 16,4-6-540-16</inkml:trace>
  <inkml:trace contextRef="#ctx0" brushRef="#br0" timeOffset="19751.6544">12570 7059 1408 0,'0'0'265'15,"0"0"29"-15,0 0-49 0,0 0-64 16,0 0-63 0,0 0-13-16,0 0-9 0,-94 56-24 15,74-31-17-15,1-4-22 16,4-4-15-16,2-5-2 16,7-3-7-16,2-6-3 15,4-3 3-15,0 0 15 16,4-10 47-16,12-12-39 15,7-5-18-15,4-3-8 16,5 2 0-16,0 4 4 16,-4 5 5-16,-3 10 2 15,-4 4-2-15,-1 5-5 16,-1 3-4-16,0 13-4 0,-2 9-1 16,0 6 5-1,0 9-6-15,-3 4 0 16,18 21-34-16,-5-12-244 0,3-8-523 15</inkml:trace>
  <inkml:trace contextRef="#ctx0" brushRef="#br0" timeOffset="21089.2168">22582 6863 1380 0,'0'0'390'0,"0"0"-87"16,0 0-88-16,0 0 0 15,107-2-17-15,-7-4-50 16,35 3 0-16,16 1-16 16,-5 2-42-16,-13 0-24 15,-22 0-17-15,-7 5-22 16,-6-1-8-16,-19-2-5 15,-19 0-8-15,-21 0 4 16,-13-2-10-16,-3 0-1 16,-4 0-1-16,-4 0 1 15,-10-4-21-15,-5-5-56 16,-15-2-124-16,-58-8-96 0,2 4-181 16,-10-1-198-16</inkml:trace>
  <inkml:trace contextRef="#ctx0" brushRef="#br0" timeOffset="21336.0331">22800 6934 1197 0,'0'0'232'0,"0"0"5"16,0 0 67-16,0 0 5 16,0 0-33-16,130 72-67 15,-33-64-54-15,29-1-7 16,9 0-28-16,-13-4-36 15,-26-3-26-15,-32 0-22 16,-17 2-20-16,-3-2-4 0,3 0-10 16,2 0 5-16,0 1-7 15,-12 0-1-15,-13 2-111 16,-29 7-194-16,-20-1-379 16,-24-1-871-16</inkml:trace>
  <inkml:trace contextRef="#ctx0" brushRef="#br0" timeOffset="24273.7282">1228 13246 1311 0,'0'0'769'0,"0"0"-557"16,0 0-56-1,0 0-21-15,0 0-25 0,0 0-50 16,39-12-30-16,-14 1-11 16,3-4-8-16,5 3-5 15,0-2-5-15,0 1-1 16,-2 3-10-16,-7-1-90 15,-3 6-109-15,-11 0-298 16,-7 4-257-16</inkml:trace>
  <inkml:trace contextRef="#ctx0" brushRef="#br0" timeOffset="24462.1108">1220 13381 1538 0,'0'0'351'0,"0"0"-247"15,0 0 84-15,0 0-58 16,0 0-37-16,0 0-54 16,0 0-17-16,60-21-12 15,-12-10-8-15,10-5-2 16,18-17-122-16,-15 9-208 16,-13 10-390-16</inkml:trace>
  <inkml:trace contextRef="#ctx0" brushRef="#br0" timeOffset="24681.4647">1560 12969 960 0,'0'0'899'16,"0"0"-798"-16,0 0-72 15,0 0 10-15,96-16 76 16,-65 16-38-16,-1 11-28 15,-3 9-9-15,-8 10-23 16,-7 7-9-16,-10 10-2 16,-4 34-6-16,-17-9-134 15,-2-7-501-15</inkml:trace>
  <inkml:trace contextRef="#ctx0" brushRef="#br0" timeOffset="24967.7358">1325 14450 1795 0,'0'0'749'16,"0"0"-657"-16,0 0-64 15,0 0-10-15,0 0 25 16,0 0-10-16,0 0-15 16,97-40-2-16,-57 21-14 0,-4-1-2 15,-5 1-40 1,-7 5-129-16,-9 4-107 0,-7 4-322 16,-8 5-406-16</inkml:trace>
  <inkml:trace contextRef="#ctx0" brushRef="#br0" timeOffset="25128.8469">1369 14557 1640 0,'0'0'372'15,"0"0"-273"-15,0 0-35 16,0 0-17-16,0 0 21 16,0 0-28-16,0 0-19 15,83-62-11-15,-39 21-10 16,11-16-153-16,-14 12-233 0,-13 6-499 15</inkml:trace>
  <inkml:trace contextRef="#ctx0" brushRef="#br0" timeOffset="25363.0368">1520 14179 2036 0,'0'0'259'0,"0"0"-189"15,0 0-51-15,0 0 35 16,0 0 30-16,108-29-6 16,-71 26-4-16,0 3-29 15,-10 0-21-15,-6 12-8 0,-8 8-1 16,-8 8-5-16,-5 10-2 16,-2 9-8-16,-31 32-11 15,2-13-219-15,-3-6-467 16</inkml:trace>
  <inkml:trace contextRef="#ctx0" brushRef="#br0" timeOffset="25768.5218">1775 15582 2006 0,'0'0'319'0,"0"0"-231"0,0 0-64 16,0 0-10 0,0 0 7-16,0 0-3 0,0 0-12 15,21-26-6 1,2 12-18-16,-1 0-102 0,-1 2-132 15,-6 4-130-15,-7 4-453 16</inkml:trace>
  <inkml:trace contextRef="#ctx0" brushRef="#br0" timeOffset="25931.495">1761 15754 986 0,'0'0'998'0,"0"0"-874"16,0 0-88-1,0 0-22-15,0 0 22 0,0 0 4 16,0 0-21-16,69-75-19 16,-22 25-93-16,-9 8-259 15,-6 5-429-15</inkml:trace>
  <inkml:trace contextRef="#ctx0" brushRef="#br0" timeOffset="26210.2291">1923 15262 2228 0,'0'0'260'0,"0"0"-216"0,0 0-38 16,0 0-5-16,113-5 62 15,-56 3 16-15,4 1-11 16,-4 1-23-16,-11 0-21 15,-14 12-5-15,-16 10 2 16,-12 9 0-16,-11 24 18 16,-41 32-6-16,-43 31-17 15,-27 19 1-15,-23 9-17 16,-13-8-92-16,42-42-283 16,12-21-1217-16</inkml:trace>
  <inkml:trace contextRef="#ctx0" brushRef="#br0" timeOffset="29535.05">4280 12700 87 0,'0'0'1146'0,"0"0"-982"15,0 0-79-15,0 0 14 16,0 0-23-16,0 0 27 0,-5-7-24 16,23 7-20-16,12-1 77 15,10 1 7-15,12-2-30 16,20-1-27-16,-2 0-10 16,5-1-2-16,2 1-5 15,-11-1-11-15,7-1-12 16,15 0-9-16,14-4-4 15,17-2 10-15,6-3-1 16,-7 2-13-16,-6-1-3 16,-15 2 0-16,1-1-4 15,-2 4 5-15,-14 1 0 16,-18 1-3-16,-17 5 0 16,-6-1-6-16,3 1-2 0,7 1-1 15,3 0-3 1,1 0-3-16,-3 0 5 0,-2 0 1 15,2 0 0-15,1 0 7 16,2 0 5-16,-2 0-4 16,4-3 2-16,-2 0-7 15,-2 0-1-15,2-1-1 16,-2-1 2-16,-1 3-11 16,4-2 16-16,-2 1-10 15,-3 0 2-15,1 0-3 16,-1-2 3-16,-3 2 3 15,-2 0-6-15,-3-1 6 16,-1 1-3-16,-7-1-9 0,0 3 11 16,-5-2-2-1,-3 1-6-15,-1-1 3 0,1 0 3 16,3 1-2-16,1-1 2 16,1 0-3-16,-1 0-1 15,-1 0-4-15,-2 0-5 16,-5 1 5-16,4-3 1 15,0 1 1-15,4-2-9 16,5-2 12-16,4 2-3 16,0-4-8-16,-1 4-1 15,-5 0 6-15,-6 1-5 16,-5-1-1-16,-8 3 0 16,-8 1 0-16,-2 1 6 15,-4 1-6-15,1 0-1 16,-2 0 1-16,0 0-1 15,0 0-35-15,-2 0-58 0,-49 15-74 16,4 6-305-16,-16-1-320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05-24T09:12:18.7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8489 3413 2215 0,'0'0'489'16,"0"0"-324"-16,0 0 72 15,0 0-48-15,0 0-41 0,13 1-26 16,37-1-35-16,42-4 12 16,48-11-17-16,20-5-14 15,3-3-16-15,-14 2-10 16,-23 2-18-16,-11-1-15 15,-25 5 3-15,-26 4-11 16,-21 4 0-16,-19 2-2 16,-8 2-26-16,-2-2-73 15,-10 1-68-15,-4 1-27 16,-50 2-174-16,-6 0-331 16,-12 1-513-16</inkml:trace>
  <inkml:trace contextRef="#ctx0" brushRef="#br0" timeOffset="224.9846">8417 3598 2232 0,'0'0'305'0,"0"0"-217"15,0 0 24-15,0 0 154 16,0 0 5-16,157 34-50 16,-16-45-41-16,16-12-46 15,0 0-55-15,-20-1-17 16,-28 7-23-16,-11 0-26 15,-19 2-12-15,-23 5 1 16,-16 3-2-16,-13 3-34 16,-5 3-126-16,-22 4-130 15,-6 12-486-15,-31 4-1044 0</inkml:trace>
  <inkml:trace contextRef="#ctx0" brushRef="#br0" timeOffset="24221.3993">12577 10244 1109 0,'0'0'543'0,"0"0"-392"16,0 0 97-16,0 0-9 15,0-83 5-15,2 73-67 16,-2 5-38-16,0 3-30 16,0 2-61-16,1 8-38 15,1 16-8-15,1 13 11 0,1 10 18 16,-1 7-5-16,2 4-13 15,-2 2-12-15,2-3 1 16,0-4 2-16,0-8-4 16,8-6-181-16,-1-10-199 15,0-16-444-15</inkml:trace>
  <inkml:trace contextRef="#ctx0" brushRef="#br0" timeOffset="24443.6637">12759 10162 1750 0,'0'0'330'16,"0"0"-48"-16,0 0-151 15,0 0-51-15,0 0 66 16,0 118-17-16,0-60-8 0,0 4-41 16,1 2-21-16,-1-6-35 15,0-2-23-15,0-8 11 16,0-5-12-16,-1-8-68 15,-21-2-153-15,3-9-383 16,-4-10-519-16</inkml:trace>
  <inkml:trace contextRef="#ctx0" brushRef="#br0" timeOffset="24655.408">12371 10561 1846 0,'0'0'347'0,"0"0"-203"0,0 0-42 16,0 0 87-16,44 79-65 16,-13-51-23-16,3-2-26 15,2-2-38-15,1-5-20 16,-1 0-10-16,0-6-7 16,-3-3-5-16,12-9-144 15,-13-1-240-15,-5 0-535 0</inkml:trace>
  <inkml:trace contextRef="#ctx0" brushRef="#br0" timeOffset="24839.758">12971 10476 1618 0,'0'0'484'15,"0"0"-310"-15,0 0-55 0,-64 87 35 16,34-39-20-16,-1 3-56 15,-1 2-41-15,-2 0-21 16,0 1-10-16,-19 30-6 16,7-15-208-16,1-7-531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06-21T08:17:30.2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8638 12058 1425 0,'0'0'243'0,"0"0"38"16,0 0 11-16,0 0-34 15,0 0-79-15,0 0-57 16,-27-53-49-16,20 73-36 16,1 11-20-16,-3 11-8 0,1 11-8 15,1 19-1 1,1 38-120-16,0-14-350 0,-4 0-424 15</inkml:trace>
  <inkml:trace contextRef="#ctx0" brushRef="#br0" timeOffset="552.9639">8128 14689 227 0,'0'0'1395'16,"0"0"-1060"-16,0 0-74 16,0 0-35-16,0 0-54 15,-94 77-11-15,77 3-25 0,6 0 13 16,6-3-24-1,5-12-37-15,8-21-18 0,12 3-20 16,7 1-4-16,6-15-13 16,3-8-16-16,7-11-4 15,-3-11 1-15,2-3 2 16,-2-17-10-16,-7-16 6 16,-6-15-11-16,-14-20 10 15,-13-26-4-15,-10 8-5 16,-18 5-1-16,-12 21 5 15,1 26-6-15,-6 10 0 16,-10 12-27-16,-5 12-33 16,-4 29-72-16,-29 36-194 15,15-5-359-15,12-11-1146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05-24T09:12:22.9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1626 7817 421 0,'0'0'111'0,"0"0"-88"15,0 0 251-15,0 0 34 16,0 0-57-16,0 0 3 15,-9 0 28-15,9 0-43 16,0 0-64-16,0 0-46 16,0 0-36-16,0 0-39 15,0 0-21-15,11 0-23 16,8-3-2-16,11-1-7 0,4-4 0 16,5 1-1-16,4-3-34 15,11-10-139-15,-8 4-152 16,-11-1-283-16</inkml:trace>
  <inkml:trace contextRef="#ctx0" brushRef="#br0" timeOffset="213.3528">1644 7932 1534 0,'0'0'548'0,"0"0"-435"15,0 0 12-15,0 0-34 0,0 0-30 16,0 0-30-16,0 0-16 16,54-15-7-16,-10-3-8 15,10-4 0-15,52-19-8 16,-15 8-177-16,0 1-428 0</inkml:trace>
  <inkml:trace contextRef="#ctx0" brushRef="#br0" timeOffset="1943.7294">5873 7774 403 0,'0'0'839'0,"0"0"-668"15,0 0-64-15,0 0 1 16,0 0 9-16,0 0 22 0,0 0-9 16,-33 4-46-1,42 0-43-15,13 2 25 0,12 3 67 16,14 1-51-16,25-1-11 16,29-1-6-16,27-5-1 15,9 1-5-15,0-4-16 16,-11 0-13-16,-14 0 2 15,0 0-2-15,4 0-7 16,1 0-1-16,0 0 14 16,6-4 0-16,-2 1-8 15,5-2 7-15,5 0-7 16,0 1 9-16,3 1-7 0,4 0 2 16,-3 1-10-1,4 0-5-15,-4 1-5 0,-2 1 7 16,-1 0-1-16,3 0-3 15,0 0-3-15,-1 0 2 16,4 0-4-16,-4 0-2 16,-2 0 8-16,-3 0 1 15,-2 0-2-15,-2-2-9 16,-3-2 11-16,-2 1 0 16,-2 1-1-16,-1 0-1 15,-1 1-7-15,2-2-1 16,1 3-1-16,-1 0 3 15,1 0 11-15,1 0-7 16,5 0-2-16,3-1-2 16,1-1 10-16,-1 2-7 0,-3 0-10 15,1 0-2-15,-7 0 9 16,-7 0-9-16,-4 0 11 16,-6 0-2-16,-2 0-9 15,2 0 9-15,-6 2-3 16,-2-1-5-16,1 2 2 15,7-2-3-15,9-1 0 16,-1 2 1-16,0 0-1 16,-1 1 5-16,1 3-4 15,-1-2-1-15,-3 0 8 16,-5 0-7-16,-2-1 5 16,3 2-5-16,-6-3 0 15,-2 4-1-15,-19-3-4 0,-16 0 3 16,-11 0 1-1,-3-3 0-15,12 4 9 0,8-1-9 16,7 0 9-16,-1 0-9 16,-7-2 8-16,0-1-7 15,-3 0 7-15,1 0 2 16,-3 0-4-16,-1 0 9 16,1 0-6-16,1 0-9 15,-1 0 9-15,1 0 5 16,0 0-8-16,0-1 1 15,2-2-1-15,0 0 0 16,0 1 8-16,1 2-8 16,2-1 3-16,4 1 7 15,2 0 7-15,-1 0-1 0,-3 0-2 16,-4 0-14-16,-3 0 12 16,-4 0 1-16,-4 0 7 15,-2 0-7-15,-6 0-5 16,-2 0-8-16,-3 0 10 15,-1 0 4-15,-3 0-1 16,0 0 1-16,-4 0-2 16,-2 0-2-16,-3-4 1 15,-1 1-2-15,-4 0-2 16,0 0-2-16,-2-3-4 16,-1 2-5-16,-5 1 9 0,-3 0-11 15,-2 2 0 1,-4 1 0-16,-2 0 0 0,-1 0 0 15,-1 0 0-15,-1-3 0 16,0 3-9-16,0-4-56 16,-10-2-68-16,-34-14-89 15,-2 1-241-15,4-7-357 0</inkml:trace>
  <inkml:trace contextRef="#ctx0" brushRef="#br0" timeOffset="2563.1555">17732 7272 1141 0,'0'0'897'0,"0"0"-655"0,0 0-91 16,0 0-22-16,0 0 15 16,0 0-42-16,0 0-48 15,28 3 2-15,0-1 28 16,10-1-23-16,5-1-38 15,3 0-16-15,-1 0 4 16,-5-1-11-16,-5-5-82 16,-11-3-105-16,-8 0-197 15,-13 2-368-15</inkml:trace>
  <inkml:trace contextRef="#ctx0" brushRef="#br0" timeOffset="2763.8849">17695 7425 1597 0,'0'0'367'0,"0"0"-117"0,0 0-135 15,0 0-16-15,0 0-23 16,0 0 13-16,104 8-5 16,-19-8-34-16,1-2-30 15,-5-9-14-15,-11 1-6 16,4-14-104-16,-12 4-227 15,-5-6-588-15</inkml:trace>
  <inkml:trace contextRef="#ctx0" brushRef="#br0" timeOffset="3032.4555">18284 7079 1942 0,'0'0'316'0,"0"0"-177"0,0 0-91 16,0 0 18-16,0 0 55 16,83 41-11-16,-30-18-23 15,7 4-39-15,1 2-14 16,-6 1 15-16,-11-1-2 16,-15-2-23-16,-15-1-12 15,-14-1 5-15,-14 2 0 16,-44 7-7-16,-47 4-10 15,-53 5-25-15,-24-4-199 0,33-14-245 16,31-11-650-16</inkml:trace>
  <inkml:trace contextRef="#ctx0" brushRef="#br0" timeOffset="6416.872">16109 9615 487 0,'0'0'1062'0,"0"0"-926"15,0 0-98-15,0 0 94 16,137 39 115-16,-43-23-19 16,39-4-60-16,23-7-20 15,9-5-42-15,-4-5-4 16,-13-16 4-16,-3-1-30 16,-2-3-24-16,-6-2-17 15,-12-6 2-15,-15-3-8 0,-27-3-7 16,-22 2-1-1,-17 0 8-15,0-15 5 0,9-19-1 16,9-23-3-16,-4-14-5 16,-18 6-5-16,-15 10-4 15,-15 24-4-15,-9 13-12 16,-1 14 9-16,-3 0-1 16,-14-4 10-16,-8-6-11 15,-8-6 7-15,-9 2-7 16,-7 4 11-16,-6 1-6 15,-6 1-4-15,-5 6-7 16,-8 3 7-16,-8 4-7 0,-21 3 5 16,-19 3-6-1,-2 9 0-15,10 8-1 0,25 7-8 16,25 5 8-16,-6 1-4 16,10 0 5-16,0 0 1 15,-8 2-1-15,11 7-1 16,-7 2-4-16,-8 5 5 15,1 3 1-15,0 3 0 16,0 5 0-16,-2 0-1 16,3 2 0-16,5 0 0 15,4 1-6-15,9-2 5 16,7 1 1-16,5 3-1 16,7-1-5-16,5 1 6 15,7 6 0-15,5 1-5 16,6 4 5-16,9 6 7 0,1 2 1 15,1 0 1 1,15 6-3-16,5-1 1 0,2 1-1 16,4-2-4-16,3-2 5 15,1-5-7-15,1-5-1 16,-4-7 0-16,-2-4 0 16,-4-9 0-16,-7-6 1 15,-2-3 0-15,-4-6 0 16,-3-2 0-16,-2-6-6 15,-2 2-57-15,1-2-81 16,6 1-214-16,0 2-268 16,0 0-598-16</inkml:trace>
  <inkml:trace contextRef="#ctx0" brushRef="#br0" timeOffset="11499.9597">14651 11172 449 0,'0'0'772'0,"0"0"-540"16,0 0-126-16,0 0-22 15,0 0 107-15,89 25 54 16,-19-13-37-16,33 1-45 16,30 3-11-16,16-5-39 15,-1-5-18-15,-11-1-2 16,-9-5 1-16,-4 0-25 16,-5 0-15-16,-10-5-8 0,-6-4 2 15,-12-5-16-15,-3-4-1 16,-16 0 1-16,-14-1-4 15,-13 1-6-15,-4-4 4 16,4-5-7-16,7-7-2 16,3-7-10-16,-2-5 2 15,-4-3 2-15,-3-2-4 16,-4 1 1-16,-3-4-7 16,-5 1 10-16,-4 0-1 15,-7-2-4-15,-5-4 2 16,-7-1 7-16,-6 2-9 15,-5-3 15-15,0 3-12 0,-11 5 7 16,-10 4-1-16,-5 5-4 16,-6 4 4-16,-5 4-6 15,-9-1 1-15,-5 5-10 16,-7 2 1-16,-7 3 4 16,-17-2-4-16,-16 3 0 15,-14 3 1-15,-3 2-2 16,24 6-6-16,23 7 5 15,24 2 0-15,3 3 1 16,-4 1 1-16,-10-1-1 16,-8 1 0-16,-6 2 0 15,-3 0 0-15,-3 0 0 16,-3 0 8-16,2 2-7 0,0 3 0 16,3 2 5-1,3 1-5-15,1 2-1 0,5-1 0 16,2 1-1-16,0 3-5 15,3 0 5-15,2 4 1 16,5-2 0-16,1 4 0 16,4 0 0-16,6 3-1 15,3 0 1-15,4 2 1 16,0 5 0-16,7 0-2 16,0 5 0-16,2 2 0 15,4 1-5-15,2 4 6 16,1 1-1-16,0 1 1 15,5 3-1-15,-1-1 0 0,2 3 1 16,3-1 1 0,2-2 0-16,1-1-1 0,5 0 11 15,1-4-10-15,0 0 11 16,8 2-5-16,6-4 4 16,7 0-4-16,1-2-6 15,5-4 9-15,1-4-10 16,2 0 12-16,-1-8-6 15,-4-1 0-15,0-5-5 16,-4-5 1-16,-5-1-1 16,-1-3 0-16,-3-5 0 15,-1 0-1-15,-1 0 1 16,-1 0-1-16,-1-5-13 16,-1-3-41-16,0 0-72 0,-1 0-106 15,-6-4-241-15,0 4-184 16,-4 1-644-16</inkml:trace>
  <inkml:trace contextRef="#ctx0" brushRef="#br0" timeOffset="11660.4563">14803 11136 2234 0,'0'0'283'15,"0"0"-195"-15,0 0-44 16,0 0 2-16,0 0 25 15,0 0-55-15,0 0-16 16,0 11-240-16,0-2-434 0</inkml:trace>
  <inkml:trace contextRef="#ctx0" brushRef="#br0" timeOffset="12860.0834">12003 13138 439 0,'0'0'966'0,"0"0"-705"15,0 0-120-15,0 0-65 16,0 0 34-16,0 0 16 16,0 0-2-16,89 13-31 15,-42 0-13-15,2 5-6 0,-2 7-9 16,-8 4-11-1,-9 8 0-15,-8 6-13 0,-11 10 12 16,-9 16-3-16,-2 18-14 16,-24 22 34-16,-8 7 4 15,0-7-13-15,3-10 0 16,13-17 2-16,2-14-9 16,10-13-9-16,4-17-13 15,0-5-14-15,0 1 2 16,9-2-12-16,9-2-2 15,4-8-5-15,2-10 5 16,6-12-5-16,5 0 0 16,3-24 5-16,2-11-5 0,-1-1 0 15,0-1 0 1,-11 9-1-16,-7 8 0 0,-8 7 0 16,-8 8 0-16,-2 5 1 15,-2 0-1-15,-1 0 0 16,2 21 0-16,1 10 20 15,0 13 22-15,3 10 7 16,3 18 5-16,0 13-1 16,1 18-17-16,0 5-17 15,0-4 4-15,-3-1-1 16,1-12-4-16,2-2-6 16,-1-2 2-16,0-7-2 15,1 0-6-15,2 0 3 16,0-11 3-16,-1-13 0 15,-4-12 1-15,-1-6-7 0,3 6-4 16,-4 2 4-16,2 3-6 16,-4-9 1-16,-3-5 0 15,0-10 0-15,0-6 0 16,-5-5 5-16,-7-5-5 16,-5-4-1-16,-7-5 1 15,-5 0 0-15,-3 0 0 16,-4-5 0-16,-2-4 0 15,1-2-1-15,0 0 1 16,1-1-1-16,3 0-1 16,0 2-8-16,4 2-4 15,0 0-10-15,1 7-11 0,3-1-20 16,3 2-17-16,2 0-47 16,5 0-69-16,6 0-189 15,3 0-336-15</inkml:trace>
  <inkml:trace contextRef="#ctx0" brushRef="#br0" timeOffset="13058.7129">12540 15539 3026 0,'0'0'359'0,"0"0"-264"0,0 0-73 15,0 0-20 1,0 0-2-16,0 0-86 0,0 0-190 16,-52-9-391-16,44 9-889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06-21T08:16:46.1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6211 12285 783 0,'0'0'205'0,"0"0"-85"0,0 0 1 15,0 0 3-15,0 0 3 16,0 0 3-16,-88-19-17 15,73 19-3-15,-1 0-22 16,1 0-6-16,-3 6-16 16,-1 10-28-16,-2 8-16 15,-4 10-3-15,2 6 3 16,5 10 6-16,3 6 0 16,15 16-11-16,5 18-6 0,16-6 6 15,7-8 6-15,0-12 8 16,-4-20-2-16,10 0-9 15,4-3-5-15,2-12 1 16,5-12-5-16,0-11-2 16,2-6 1-16,-2-8 1 15,1-19 0-15,-2-10 4 16,-7-9-3-16,0-19-1 16,-9-15-10-16,-14-16 12 15,-13-3-7-15,-4 6-4 16,-31 10 5-16,0 19-6 15,-1 13 8-15,1 13-1 16,3 10-7-16,-3 2 15 0,-5 4 23 16,-5 3-4-16,4 12-5 15,3 5-16-15,1 2-5 16,8 5-8-16,-1 11 0 16,6 5 0-16,3 4 1 15,4 4 0-15,4 0-2 16,0 0 0-16,6 2 0 15,2-4-13-15,3-5-57 16,1-8-63-16,5-5-204 16,7-9-413-16</inkml:trace>
  <inkml:trace contextRef="#ctx0" brushRef="#br0" timeOffset="24516.1684">1465 14079 1007 0,'0'0'146'0,"0"0"-19"16,0 0-31-16,0 0-59 15,0 0-16-15,0 0 11 16,31-12 27-16,2 12-12 15,9-1-21-15,4-1-3 16,7 2-14-16,2 0-9 16,16 0-25-16,-17 10-178 15,-8 3-510-15</inkml:trace>
  <inkml:trace contextRef="#ctx0" brushRef="#br0" timeOffset="24855.4031">1543 15087 948 0,'0'0'384'0,"0"0"-251"15,0 0-86-15,0 0-31 16,0 0 14-16,93-53 53 16,-43 37 6-16,5 2 8 15,6 5-36-15,3 7-32 16,2 2-29-16,22 32-102 15,-18 2-90-15,-15 5-469 0</inkml:trace>
  <inkml:trace contextRef="#ctx0" brushRef="#br0" timeOffset="25247.4826">1438 16515 1352 0,'0'0'197'16,"0"0"-111"-16,0 0-29 16,0 0-46-16,0 0-2 15,88-31 19-15,-3 20 38 16,27-1-1-16,12 1-34 15,5 6-31-15,-13 5-102 16,-39 0-121-16,-17 11-352 0</inkml:trace>
  <inkml:trace contextRef="#ctx0" brushRef="#br0" timeOffset="29635.5866">7275 15025 111 0,'0'0'1095'16,"0"0"-886"-16,0 0-148 15,0 0-45-15,0 0-10 16,0 0-5-16,92 15 43 16,-43-8 21-16,22 0 8 15,21 5-10-15,23 0-9 0,6 0 29 16,-8-2-5-1,-10-2-19-15,-14-1 0 0,-2-4 3 16,-2-3-6-16,-15 0-17 16,-12 0 1-16,-15 0 3 15,-2-2 5-15,7-6-2 16,4-2-4-16,6-2 8 16,-6-4-5-16,-7-3-14 15,-5-1-7-15,-5-6 3 16,-5-2 3-16,3-4 4 15,-7-2-15-15,-1-2 4 16,-1-2-7-16,-3 1-7 16,-4 3 10-16,-3 1-7 15,-3 1-6-15,-5 1 8 16,-3-1-1-16,-3 2 1 0,0-2-2 16,-3 1 1-16,-12 0 1 15,-3-3 0-15,-5 1 0 16,-2-1-2-16,-6 1-5 15,-8 0 1-15,-6 2-7 16,-10 1 1-16,-9 2 10 16,-16-1-11-16,-22 2 0 15,-19 4 0-15,-7 4 0 16,7 6 12-16,27 6-12 16,31 4 7-16,13 0-2 15,1 3 0-15,-9 0-4 16,-11 3 7-16,-6 6-8 15,1 2-1-15,2 5 0 16,8-1 0-16,1 2 1 0,6 0 0 16,4 2 7-16,5-2-7 15,5 2 0-15,4-2-1 16,3 0 2-16,6 0 4 16,1-3-6-16,9 1 0 15,0-1 0-15,6-1-5 16,-1 4 5-16,3 4 2 15,1 3-1-15,1 0-1 16,1 1 0-16,0 3 0 16,1-3 0-16,0 2 0 15,2-1 0-15,0 3-1 0,3-2-5 16,3 0-5 0,0-3 4-16,4 2-5 0,12 0 6 15,3-3-6-15,3-4 10 16,8 0-13-16,0-6-27 15,9-1-26-15,1-5-32 16,6-2-92-16,30-5-92 16,-13 0-298-16,-8 0-474 0</inkml:trace>
  <inkml:trace contextRef="#ctx0" brushRef="#br0" timeOffset="31689.8394">7102 16056 1028 0,'0'0'202'15,"0"0"-128"-15,0 0-48 0,0 0 15 16,0 0 78-16,97 3 13 16,-48 6 20-16,9 2-42 15,5 4-3-15,11 2-33 16,1 0-9-16,2 0-19 16,0 0 4-16,-2-2-10 15,-3-1-5-15,-2-1-2 16,0-1 1-16,-4-1-10 15,-3 2-1-15,-4-6 1 16,1 0-5-16,-4-2-4 16,1-3-6-16,-4-2 5 15,0 0-13-15,-1 0 6 16,-2 0-6-16,0-5 11 0,-1-4 0 16,1-1 8-1,-3-2-1-15,-2 0 2 0,0 0-5 16,-5-2 5-16,-4-1 4 15,-1 0 4-15,-5-2-6 16,-1 0-5-16,0-2 2 16,-3 0 2-16,1-1 8 15,0-1-2-15,-2-1 2 16,-1 0-9-16,-3 1 9 16,-2 1-15-16,-3-1 3 15,-3 2 1-15,-3-4 5 16,-5 1-10-16,3-2 2 15,-6-2-2-15,1 1 1 0,-3-4-1 16,0 0 6-16,0-3-13 16,-3 2 8-16,-7-1-4 15,4 1-5-15,-2 2-5 16,-1 3 7-16,1-1-8 16,-1 5 0-16,4 0 0 15,-3 1 0-15,0 1 6 16,2 2 1-16,-2 0-5 15,2-2-1-15,-4 1 5 16,1-3 0-16,-1 2-5 16,-2-1-1-16,-2-2 1 15,-4 3 7-15,0-2-2 16,-3 1-6-16,-1 1 2 16,-1 0-1-16,-2 4 5 15,-3-1-5-15,-2 2 6 0,0 0-1 16,-4 1-6-16,-2 2 12 15,-3-1-4-15,2 3-1 16,-2 1 2-16,-1 0-8 16,1 3 13-16,0 1-8 15,-1 2-5-15,0 1 0 16,1 1 1-16,0 0 5 16,-2 0-5-16,-1 0-1 15,0 0 0-15,0 0 0 16,3 0 7-16,3 3-8 15,1 1 1-15,-2 1-1 16,1 3 1-16,-2-2 0 16,1 2 0-16,-1 3 1 0,-3 1-1 15,-1 0 0-15,-2 2 4 16,-1 1-5-16,-1 2 0 16,-1 0 0-16,3-3 0 15,2-2 0-15,7 2 0 16,3-4 0-16,-1-2 0 15,7-1 0-15,0 0 0 16,2-3 0-16,3 1 0 16,1 1 0-16,1-2 1 15,-3 1-1-15,5 0 1 16,-2 2-1-16,-2-2 1 16,2 2-1-16,-4 2 0 15,1-1 0-15,-1 2-1 16,-2-1 1-16,0 2 0 0,-2 2 0 15,0-2-1-15,1 2 2 16,3 0-2-16,-1-1 1 16,3-1 0-16,2 0-7 15,4-2 7-15,0-1 1 16,3 0-1-16,3-1 1 16,0-2-1-16,2 1-1 15,0-3 1-15,2 2 0 16,0-2 0-16,-2 1-1 15,3 2-5-15,-5 0 5 16,4 0 0-16,-1 2-5 16,-3 0 4-16,2-1 1 15,-1 3 1-15,-1 0 0 0,-1 1-8 16,-1 0 8-16,1 1-6 16,-5 0 6-16,4-1-1 15,-2 1 0-15,0 0-1 16,-1-2 1-16,2-2 0 15,2-1 0-15,0-2 1 16,2 0-1-16,5-3 1 16,0 1 0-16,0-3 0 15,3 2-6-15,0 0-5 16,0 3-7-16,0 3-7 16,4 4 5-16,6 2 8 15,4 3-4-15,3 2 10 0,4 6-5 16,5 1 10-16,4 4 0 15,8 6 0-15,4 1-6 16,4 2 7-16,0 1-1 16,3-4 0-16,-1 0 0 15,-5-6 1-15,-2-5 1 16,-4-2-1-16,-2-4 0 16,-3-3 0-16,-4-3 0 15,0-1 0-15,-5-5 0 16,-1 1-2-16,-4-3-7 15,-4-5-6-15,-1 0-35 16,-6 0 20-16,1 0 3 16,-2 0-2-16,3 0-11 15,-3-7 4-15,0 0-7 16,1 1-23-16,-2-3-77 0,2 4-72 16,-4-2-104-16,-2 2-173 15,-1 2-358-15</inkml:trace>
  <inkml:trace contextRef="#ctx0" brushRef="#br0" timeOffset="31911.6727">7431 16157 1913 0,'0'0'110'0,"0"0"-110"0,0 0-215 15,0 0 16-15,0 0-59 16,0 0-584-16</inkml:trace>
  <inkml:trace contextRef="#ctx0" brushRef="#br0" timeOffset="32104.1419">7431 16157 1672 0,'69'8'18'0,"-75"-5"-18"15,5-1-277-15,-3-2-482 0</inkml:trace>
  <inkml:trace contextRef="#ctx0" brushRef="#br0" timeOffset="56654.8365">12501 9769 834 0,'0'0'618'0,"0"0"-326"15,0 0-58-15,0 0-71 16,0 0-17-16,0 0-14 15,0-12-56-15,0 10-34 16,0 0-13-16,9 2-29 16,8 0-13-16,8 0 13 15,9 13 18-15,2 7 18 16,-3 7-17-16,-8 4-1 0,-9 6 6 16,-6 1-3-16,-7-4-7 15,-3 0-6-15,0-4-1 16,-2-7 1-16,-7-3-7 15,-3-8 7-15,2-7-7 16,-1-5 8-16,-2 0 0 16,1-8-9-16,-3-11 0 15,3-8-9-15,1-6 3 16,3-1-6-16,3-3 0 16,5-1-14-16,0-1 3 15,0 3-19-15,0-1-1 16,6 1 2-16,3 2 3 0,-1 0 15 15,-2 5-1-15,0 3 12 16,-3 4 11-16,0 5 0 16,-3 7 1-16,0 6 1 15,0 3 9-15,0 1 10 16,0 3 2-16,-2 14-3 16,-4 9-13-16,-1 12 0 15,0 7 20-15,4 6 6 16,3 2 0-16,0 0 11 15,2-2-8-15,12-3-11 16,5-3-7-16,3-7-8 16,2-5-8-16,2-9 7 15,2-9-8-15,-1-5 1 0,-2-9 5 16,0-1 0-16,-2-1-6 16,-1-18-11-16,-1-3-19 15,-6-6-22-15,-3-5-30 16,-5-2 1-16,-3 0 3 15,-4 3 26-15,0 4 24 16,0 3 19-16,0 8 9 16,-1 4 0-16,-2 7 7 15,0 4 23-15,3 2 19 16,0 0-17-16,0 11-23 16,7 9 8-16,10 10 44 15,1 4 7-15,5 4-19 16,2 3-6-16,2-2 20 0,2-3-12 15,0 0 3-15,-5-5 5 16,-3-4-17-16,-5-5-9 16,-7-3-3-16,-4-4-2 15,-5-3-1-15,0-2-1 16,-2-2 4-16,-13-2-3 16,-10-1 1-16,-5-3 1 15,-5-2-17-15,-2 0-3 16,3 0-2-16,3 0-7 15,1 0 0-15,5-2-21 16,5-1-33-16,4-2-51 16,7-1-39-16,4-4-30 15,5-18-163-15,0 3-335 16,0-2-620-16</inkml:trace>
  <inkml:trace contextRef="#ctx0" brushRef="#br0" timeOffset="57140.3375">12943 9539 789 0,'0'0'295'0,"0"0"-41"16,0 0-72-16,0 0-49 16,0 0-34-16,0 0-36 15,0 0-19-15,-5 0 29 16,4 10 62-16,-2 2-59 15,-2 0-20-15,-3 0-16 16,3 0-10-16,-4-2-7 16,0-3-5-16,3-3 4 15,0-4 20-15,0 0 20 16,1 0-1-16,0-1 12 16,3-6-36-16,1-2-7 0,1 1-8 15,0-1-16-15,0 3-3 16,3-2-3-16,11 2 0 15,0-1-9-15,5 7-82 16,-1 0-245-16,-10 0-629 0</inkml:trace>
  <inkml:trace contextRef="#ctx0" brushRef="#br0" timeOffset="57892.5407">12385 9762 927 0,'0'0'269'16,"0"0"-9"-16,0 0-124 15,0 0 11-15,0 0-36 16,0 0-46-16,0 0-2 16,54-36 17-16,-24 48-3 15,2 10-17-15,-4 4 4 16,-4 7-20-16,-4 4-14 16,-8 2-2-16,-6 2-7 0,-5 1-2 15,-1-1-6 1,0-4-4-16,-9-4-3 0,-1-7-4 15,-5-6-1-15,3-6-1 16,-3-7-18-16,2-7-90 16,-4-5-93-16,4-11-146 15,4-6-288-15</inkml:trace>
  <inkml:trace contextRef="#ctx0" brushRef="#br0" timeOffset="58195.7922">12552 9600 1003 0,'0'0'287'15,"0"0"-71"-15,0 0-69 16,0 0 5-16,0 0 47 15,-23 85-48-15,23-42-24 16,0 5-1-16,11 1-38 16,4 0-20-16,3-4-14 15,0-4-23-15,3-7-13 16,1-4-11-16,-3-7-5 16,4-6-2-16,0-9-18 15,-6-4-210-15,-4-4-416 0</inkml:trace>
  <inkml:trace contextRef="#ctx0" brushRef="#br0" timeOffset="58345.9024">12803 9835 1069 0,'0'0'801'0,"0"0"-500"15,0 0-165-15,0 0-97 16,0 0-39-16,-52 76-130 15,41-48-391-15</inkml:trace>
  <inkml:trace contextRef="#ctx0" brushRef="#br0" timeOffset="59248.2918">8188 14321 1167 0,'0'0'217'16,"0"0"-112"-16,0 0-72 0,0 0-33 15,0 0-4-15,0 0-58 16,0 0-160-16,7 104-310 0</inkml:trace>
  <inkml:trace contextRef="#ctx0" brushRef="#br0" timeOffset="59435.8982">8146 15659 1347 0,'0'0'170'0,"0"0"-159"0,0 0-11 16,0 0-42-16,0 0-89 16,-6-73-194-16,10 30-427 0</inkml:trace>
  <inkml:trace contextRef="#ctx0" brushRef="#br0" timeOffset="59615.4852">8177 14601 1465 0,'0'0'176'0,"0"0"-176"16,0 0-34-16,-40 78-27 15,34-20-96-15,3-5-230 16,3-2 9-16</inkml:trace>
  <inkml:trace contextRef="#ctx0" brushRef="#br0" timeOffset="63351.013">7312 12968 209 0,'0'0'119'15,"0"0"-26"-15,0 0-55 16,0 0 40-16,0 0 16 15,0 0 103-15,0 0 23 0,9 0-10 16,-9 0-27 0,0 0-19-16,0 0-29 0,0 0-7 15,-3 0-54-15,-9 0-41 16,-6 7-17-16,-6 7-7 16,-3 3 22-16,-1 3 6 15,1 0 4-15,2 6-7 16,1 0-18-16,3 4-10 15,3 1-5-15,2 3 5 16,1 0-6-16,4 2 1 16,1-2 0-16,6 3 0 15,-1 1 0-15,0-1 0 16,1 4 0-16,-2-2 0 16,3-2 0-16,-3 3 0 0,2-3-1 15,-1 0 1-15,-1-4-1 16,0 3 1-16,-5-2 1 15,3-1-1-15,-1-1 10 16,0-1-2-16,3 1-8 16,3-3 1-16,2 0-1 15,1 0 0-15,0-3-1 16,0 2 1-16,0 0-1 16,0 2 1-16,0 0-1 15,0 4 1-15,0 0 0 16,0 5 0-16,0 2 1 0,-5 1-1 15,1 1-1 1,-1 3 1-16,2-3-1 0,-1 1 1 16,4-3 0-16,0-2-1 15,0-1 0-15,0-2-1 16,7 1 0-16,5-3-1 16,0 2 0-16,3-2 1 15,0 2 0-15,2-3-10 16,3 4 11-16,0 1 0 15,0 2 0-15,3 2-1 16,-4-1 1-16,-1 0 0 16,0 2 0-16,-6 0 0 15,0 1 1-15,-3 2 0 0,-3 4 0 16,-3 2-1 0,-3 1 1-16,0 1 0 0,0 1 0 15,0 1 0-15,-9-3 1 16,2-2-2-16,-1-2 1 15,2-1-1-15,6-3 0 16,-2 2 0-16,2-2-1 16,0 1 1-16,0 0 0 15,0 0-1-15,0 0 1 16,0-2 0-16,0-1 0 16,0-4-1-16,0 0 2 15,0-5-2-15,0 2 2 16,0 0-2-16,8-3 1 15,7 1 0-15,1-1-1 16,2-2-5-16,2 0 6 16,0 0 0-16,3-1-1 15,-1-3 1-15,-1 2 0 0,1-3 2 16,1 1-2-16,2-1-1 16,-1-1 0-16,1 0 1 15,4 0-1-15,-1-1 1 16,3-2-1-16,1-1 0 15,2-1 1-15,0 0 0 16,5-3 0-16,-2-2 1 16,1-1 0-16,1-5-1 15,2-1-1-15,0-6-7 16,-1-2 7-16,3 0-9 16,-3 0 9-16,-3-5-1 0,2-3 2 15,0-1-1 1,0-2 1-16,4 0 0 0,0 1 0 15,6 1-1-15,-2 3 1 16,2 0-1-16,-5 1 1 16,3-3 1-16,-7-1 0 15,3-2-1-15,-2-2 1 16,-2-2 0-16,2 1-1 16,-2-1 0-16,-3 0 1 15,3 0 0-15,-5-1-1 16,-2 0 1-16,-2-4-1 15,2 0 2-15,-6-6-1 0,-3-3 0 16,0-4 2 0,-3-2-2-16,-3-4-1 0,4-2 2 15,-2 0-2-15,2 0 1 16,-1 2-1-16,1 2 0 16,-2 2-1-16,-3 1 0 15,1 5 1-15,-1-2 0 16,-3 2 0-16,2 0 0 15,-3-1 0-15,3-1 0 16,-3 0 1-16,-1 1 1 16,0-1 5-16,-2 2 2 15,-1-3 3-15,-3 1 1 16,2-2-2-16,-4-1-1 16,-3-3-1-16,0-4-3 15,0-2 3-15,0-2-1 16,0-2-2-16,0 1-5 0,0 2 1 15,0 1-1-15,0 3 5 16,0 1-5-16,0 0 11 16,0 0 3-16,0 0-3 15,-3-3-3-15,-4-1-3 16,2-1 2-16,3 2 0 16,-1 1-7-16,2 1 7 15,-1 3-7-15,-1 3 8 16,-1-4-8-16,-2 1 7 15,-3-1-1-15,0-4-7 16,-2 2 1-16,0-3 0 16,2 1 0-16,1 2 4 15,1 5-4-15,1 1 0 16,4 5-1-16,0-1 0 0,1 0 1 16,-2 1-1-1,0-2 1-15,-1-1 0 0,-1 0 5 16,0-2-5-16,0-1 0 15,-1 0 0-15,2-1 0 16,-4 0 0-16,2-3 0 16,0 3-1-16,-1-3 1 15,0 2-1-15,-2-1 1 16,-2-1 1-16,-1-1-1 16,-4-2 0-16,2 0 1 0,-2 1-1 15,2 0 6 1,0 0-6-16,0 3-1 0,3 1 1 15,3 1 1-15,-1 0-1 16,1 2 5-16,-1 0-4 16,3 0 4-16,-1 0 0 15,1 0 1-15,-3 0 1 16,0 1-1-16,0-1 5 16,-3 2 4-16,-1-2 2 15,-3-4-6-15,2 1 4 16,-4-4-4-16,0 2-3 15,0 1 2-15,0 0-4 16,0 3-1-16,-1 3-4 16,1 1 9-16,-3 5 6 15,-1 1-1-15,2 1-5 0,-6 1 2 16,5 2 14-16,-5 0-15 16,2 2 3-16,-3 2 0 15,-2 3-5-15,-1 3-1 16,-5 1-2-16,-5 4-5 15,-3 2 8-15,-4 3-8 16,0 1 8-16,-4 0-8 16,-1 9 7-16,1 3-8 15,1 3-1-15,0 4 6 16,4 2-5-16,2 0 0 16,3 0 0-16,2 2 0 15,2-2 0-15,3 0 0 16,0 2 0-16,-2-1-1 15,0 4 0-15,2 1-6 16,1-1 5-16,-5 1 1 0,3 2 0 16,0-3 1-16,1 1 0 15,4-3-1-15,4-2 0 16,3-5 1-16,8 0-1 16,6-7-1-16,2 0-7 15,4-1-35-15,3-2-55 16,0 1-90-16,22 3-30 15,0-1-157-15,1-3-340 0</inkml:trace>
  <inkml:trace contextRef="#ctx0" brushRef="#br0" timeOffset="63540.9098">7375 13308 1039 0,'0'0'941'16,"0"0"-834"-16,0 0-107 15,0 0-13-15,0 0-142 16,0 0-197-16,0 0-494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05-24T09:13:33.5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734 7500 599 0,'0'0'1277'0,"0"0"-1103"0,0 0-55 16,0 0-12-16,0 0-5 16,0 0-3-16,-11-10-44 15,11 7-27-15,5-1-14 16,7-5-13-16,9 1 0 15,-3-2-1-15,4 1-92 16,1-2-112-16,-1 3-174 16,-7 2-252-16</inkml:trace>
  <inkml:trace contextRef="#ctx0" brushRef="#br0" timeOffset="185.7765">701 7628 499 0,'0'0'911'16,"0"0"-747"-16,0 0-52 16,0 0-50-16,0 0-16 15,0 0 7-15,0 0-5 16,111-70-30-16,-70 39-18 16,13-15-21-16,-11 7-228 15,-9 4-548-15</inkml:trace>
  <inkml:trace contextRef="#ctx0" brushRef="#br0" timeOffset="416.0591">870 7207 656 0,'0'0'1003'0,"0"0"-808"15,0 0-94-15,0 0-73 16,0 0-14-16,0 0 8 15,89 17 11-15,-54 5 1 16,-2 4 0-16,-10 6 1 16,-12 6-1-16,-11 6-3 0,-17 20-9 15,-48 32-10-15,-56 41-12 16,6-16-59-16,-5-11-592 0</inkml:trace>
  <inkml:trace contextRef="#ctx0" brushRef="#br0" timeOffset="1614.6198">4581 5233 1881 0,'0'0'259'16,"0"0"-163"-16,0 0-28 0,0 0-4 16,0 0-15-16,0 0-18 15,0 0-21-15,98-60-9 16,-72 53-1-16,-2 3-38 15,-2 2-119-15,-4 2-173 16,-8 0-299-16</inkml:trace>
  <inkml:trace contextRef="#ctx0" brushRef="#br0" timeOffset="1791.9416">4511 5331 1230 0,'0'0'296'0,"0"0"-111"0,0 0-61 16,0 0-23-16,0 0-40 16,0 0-25-16,103-40-20 15,-51 15-16-15,14-13-4 16,-13 6-232-16,-11 4-445 0</inkml:trace>
  <inkml:trace contextRef="#ctx0" brushRef="#br0" timeOffset="2010.9431">4833 4916 408 0,'0'0'1126'0,"0"0"-901"16,0 0-111-1,0 0-61-15,0 0-18 16,0 0 8-16,97 23-4 0,-75-1-1 15,-7 8-21-15,-9 4-10 16,-6 7-6-16,-25 27-1 16,-8-12-172-16,-7-3-765 0</inkml:trace>
  <inkml:trace contextRef="#ctx0" brushRef="#br0" timeOffset="2545.0043">3923 6492 1288 0,'0'0'478'0,"0"0"-320"15,0 0-48-15,0 0-1 16,0 0-19-16,0 0-47 16,0 0-23-16,63-38-14 15,-42 26-6-15,-3 4-59 0,1 2-170 16,-7 3-160 0,-3 3-488-16</inkml:trace>
  <inkml:trace contextRef="#ctx0" brushRef="#br0" timeOffset="2706.221">3923 6624 740 0,'0'0'530'15,"0"0"-359"-15,0 0-53 16,0 0-44-16,0 0-19 16,0 0-18-16,0 0-17 15,73-42-20-15,-19 2-25 16,-11 6-248-16,-6 0-506 0</inkml:trace>
  <inkml:trace contextRef="#ctx0" brushRef="#br0" timeOffset="2934.6164">4153 6251 1139 0,'0'0'277'0,"0"0"-177"16,0 0-29-16,84-5-7 16,-50 10 17-16,0 10 21 0,-4 4 47 15,-2 7-61 1,-10 7-51-16,-12 8-21 0,-6 27-6 16,-9-8-10-16,-7-8-270 0</inkml:trace>
  <inkml:trace contextRef="#ctx0" brushRef="#br0" timeOffset="4957.9185">6150 4047 599 0,'0'0'499'0,"0"0"-307"0,0 0 0 15,0 0-12 1,0 0 42-16,0 0-36 0,0 0-13 16,-33-26 6-16,30 25-34 15,0-1-37-15,0 2-16 16,2 0-13-16,-2 0-12 15,-1 0-34-15,-2 0-16 16,4 12-10-16,-1 5-5 16,0 4 5-16,3 2-5 15,0 0 4-15,0 0-5 16,1-3 7-16,6-3-8 16,6-4 2-16,-4-4-1 15,-2-3 0-15,-1-3 0 0,0-3 5 16,0 0 2-1,0 0 4-15,0-8 10 0,2-6-3 16,-4-3-2-16,0-6-7 16,-4-2 4-16,0 2-7 15,-1-1-6-15,-11 3-1 16,0 3 0-16,3 4-8 16,-2 5-25-16,4 4-52 15,3 5-79-15,1 2-139 16,0 12-362-16,3-2-284 0</inkml:trace>
  <inkml:trace contextRef="#ctx0" brushRef="#br0" timeOffset="5187.3698">6311 4031 1655 0,'0'0'508'15,"0"0"-281"-15,0 0-64 16,0 0-27-16,0 0-43 16,0 0-30-16,0 0-18 15,0 0-26-15,0 0-10 16,0 0-3-16,0 0-6 16,0-1-90-16,0-1-187 15,2-1-534-15</inkml:trace>
  <inkml:trace contextRef="#ctx0" brushRef="#br0" timeOffset="5719.1905">6429 3807 1582 0,'0'0'476'0,"0"0"-247"16,0 0-87-16,0 0-26 16,0 0-37-16,0 0-33 15,66-77-12-15,-47 71-10 0,-1 0-9 16,-4 5-7 0,-4 1 8-16,3 0-10 0,-6 0 4 15,0 7-2-15,-3 6-7 16,0 4 4-16,-4 5-3 15,0 2-1-15,0 7 6 16,-5 1 5-16,-3-3-1 16,-1-1 2-16,5-5 7 15,-1-2 5-15,1-4 12 16,4-5-10-16,0-4 11 16,0-3-2-16,0-2 16 15,9-3 12-15,4 0 10 0,9 0 4 16,7-9-14-16,5-7-24 15,5-6-10-15,1-2-18 16,2-2-6-16,-5 1 0 16,-1 1 0-16,-4 4-5 15,-4 4 0-15,-4 2 1 16,-7 3-1-16,-6 6 1 16,-8 2-1-16,0 2 5 15,-3 1-6-15,-3 0-63 16,-30 20-166-16,-1 4-385 15,-7 2-451-15</inkml:trace>
  <inkml:trace contextRef="#ctx0" brushRef="#br0" timeOffset="7790.8318">3789 5898 538 0,'0'0'1044'0,"0"0"-758"15,0 0-29-15,0 0-49 16,0 0-17-16,0 0-49 16,0 0-47-16,-51-12-7 15,38 21-30-15,3 7-31 0,0 4 2 16,0 5 2-16,7 6 8 15,0 2-8-15,3 0 2 16,0 0-4-16,0-3-10 16,12-3-2-16,1-5-8 15,1-4-2-15,-1-6 5 16,1-5-6-16,0-6-6 16,-3-1 6-16,3-4 12 15,-3-13-4-15,-2-6-1 16,-3-5-1-16,-4-4-12 0,-2-2 9 15,0 0-8-15,-8 3-1 16,-2 6-21-16,-5 8-28 16,3 4-41-16,-1 7-25 15,2 6-53-15,5 2-148 16,0 10-276-16,6-1-242 0</inkml:trace>
  <inkml:trace contextRef="#ctx0" brushRef="#br0" timeOffset="7876.8458">3789 5898 1625 0</inkml:trace>
  <inkml:trace contextRef="#ctx0" brushRef="#br0" timeOffset="7958.1666">3789 5898 1625 0,'101'13'501'0,"-101"-14"-263"0,0 1-90 0,0 0-57 0,0 0-51 0,0 0-32 16,0 0-8-16,2 0-37 15,14 0-134-15,-1-2-110 16,0-1-304-16</inkml:trace>
  <inkml:trace contextRef="#ctx0" brushRef="#br0" timeOffset="8413.0148">4009 5670 1465 0,'0'0'497'0,"0"0"-247"16,0 0-82-16,0 0-31 0,0 0-40 16,0 0-68-16,0 0-18 15,0 0 10-15,-4 54 44 16,4-23 23-16,0 3-7 16,4 0-18-16,-2-1-23 15,3-3-19-15,5-5-12 16,-1-5 0-16,1-6-8 15,-1-5 0-15,-1-5 0 16,4-4-1-16,-2 0 1 16,2-13 9-16,0-8-10 15,3-6-12-15,-3-3-9 16,-3 1 9-16,-3 4 11 16,0 4 1-16,-6 11 0 0,3 3 0 15,0 6 8-15,-3 1-8 16,3 3 0-16,1 11-5 15,4 8 5-15,-1 1 15 16,3 5 4-16,-2 0-7 16,3 2-5-16,-1 1 2 15,-1 0-8-15,3 16-1 16,3-8-103-16,-5-5-514 0</inkml:trace>
  <inkml:trace contextRef="#ctx0" brushRef="#br0" timeOffset="9976.3934">4202 7411 1098 0,'0'0'692'16,"0"0"-426"-16,0 0-70 15,0 0-85-15,0 0-1 16,0 0-34-16,0 0-33 16,17-8-28-16,1 2 7 15,5-2-10-15,-6 0-6 16,-1 1-5-16,-2 3 0 0,-7 3 0 15,-4-1 8-15,-2 2-8 16,-1 0 0-16,0 0 8 16,-1 0 5-16,-14 4-7 15,-2 8-1-15,-6 0-6 16,-2 1 0-16,4-1 1 16,4-3-1-16,4-2 0 15,5-2-13-15,5-4-56 16,3-1-93-16,0 0-133 15,11-1-254-15,2-9-370 0</inkml:trace>
  <inkml:trace contextRef="#ctx0" brushRef="#br0" timeOffset="10388.5285">4470 7074 348 0,'0'0'1411'0,"0"0"-1131"15,0 0-24-15,0 0-106 16,0 0-56-16,0 0-41 16,0 0 1-16,-22 49 1 15,22-23 8-15,0 2-17 16,2-2-3-16,7-2-4 15,5-3-15-15,0-6-15 16,2-4 0-16,-1-3-3 16,2-8 3-16,-2 0 0 0,1-3 13 15,-1-13 1-15,-2-6-10 16,-5-3-1-16,-5-1-4 16,-3-3-1-16,-3 0-7 15,-15 1 0-15,0 5 9 16,-4 4-9-16,1 7 1 15,1 7-2-15,1 5-32 16,2 0-54-16,6 8-57 16,11 9-139-16,0-2-324 15,1-4-450-15</inkml:trace>
  <inkml:trace contextRef="#ctx0" brushRef="#br0" timeOffset="10575.8343">4757 6992 1780 0,'0'0'372'0,"0"0"-95"15,0 0-166-15,0 0-50 16,0 0-36-16,0 0-17 16,0 0-8-16,0-1-42 15,2 1-197-15,5-4-281 16,0 1-248-16</inkml:trace>
  <inkml:trace contextRef="#ctx0" brushRef="#br0" timeOffset="10928.6271">4876 6770 1640 0,'0'0'326'16,"0"0"-110"-16,0 0-80 15,0 0 35-15,0 0-57 16,0 0-2-16,-22 79 0 16,22-67-11-16,0-1-30 15,0-1-21-15,9 0 4 16,3 1-6-16,2 0-13 16,2-1-13-16,3 2-1 15,-1-3-13-15,0 2-7 16,-5-2 9-16,-1 1-10 0,-4-1 0 15,-4 2 0-15,-4 0 1 16,0 3 0-16,-1 1 1 16,-13 1 4-16,-4-3-5 15,-1-3-1-15,-1-3-38 16,0-6-106-16,-4-2-103 16,6-12-247-16,3-4-393 0</inkml:trace>
  <inkml:trace contextRef="#ctx0" brushRef="#br0" timeOffset="11157.3997">4848 6807 1482 0,'0'0'658'16,"0"0"-392"-16,0 0-106 15,0 0-18-15,0 0-24 16,0 0-27-16,80-80-12 15,-60 63-16-15,1 0-38 16,-2 3-13-16,-4 2-10 16,-2 2-1-16,-4 5-1 15,-1 2-85-15,2 3-170 16,-5 0-406-16</inkml:trace>
  <inkml:trace contextRef="#ctx0" brushRef="#br0" timeOffset="13501.6725">5542 9078 1520 0,'0'0'550'0,"0"0"-284"16,0 0-61-16,0 0-36 15,0 0-15-15,0 0-30 16,6 0-43-16,7-3-39 16,3-3-8-16,7 0-14 15,0-1-10-15,3 2-8 16,-4-1-1-16,2 0 0 15,-2 1-1-15,-3-1-56 16,6-3-163-16,-6 0-106 16,-4 1-414-16</inkml:trace>
  <inkml:trace contextRef="#ctx0" brushRef="#br0" timeOffset="13894.2942">5846 8788 1468 0,'0'0'552'16,"0"0"-273"-16,0 0-47 15,0 0-104-15,0 0-27 16,0 0-38-16,0 0 1 0,-27 50 51 16,27-19-25-1,0 1-24-15,0 0-24 0,4-1-21 16,10-3-5-16,1-5-2 15,1-6-14-15,-1-4 0 16,1-5 1-16,-5-5 0 16,5-3 8-16,-4 0-2 15,-1 0 10-15,2-16 1 16,-5-2-12-16,-2-4 1 16,-5-4 1-16,-1-1 0 15,0-1-8-15,-4 2 1 16,-7 5-1-16,-1 4 1 15,3 4 0-15,2 6-1 16,-1 3-1-16,1 4-34 16,1 0-66-16,3 7-137 0,0 5-117 15,3 1-415-15</inkml:trace>
  <inkml:trace contextRef="#ctx0" brushRef="#br0" timeOffset="14113.3258">6124 8853 1670 0,'0'0'596'0,"0"0"-317"16,0 0-157-16,0 0-31 15,0 0-42-15,0 0-32 16,0 0-16-16,0 0-1 15,0 0 0-15,0 0-128 0,2 0-215 16,1 0-426-16</inkml:trace>
  <inkml:trace contextRef="#ctx0" brushRef="#br0" timeOffset="14613.7247">6241 8716 1407 0,'0'0'667'16,"0"0"-363"-16,0 0-93 0,0 0-71 15,0 0-30 1,0 0-49-16,0 0-4 0,34-33-16 16,-19 33-13-1,-4 0-16-15,-2 0 1 0,-1 5-13 16,-3 8 1-16,-3 4-1 15,-2 3 8-15,0 3-8 16,0 1 0-16,-5 0-1 16,-4-5 1-16,3-4 5 15,2-5-5-15,1-3-1 16,3-4 1-16,0-2-1 16,0-1 1-16,0 3-1 15,10-1 1-15,7 3 9 16,5-1 9-16,-1 2 0 0,0 0-7 15,-2 2 1-15,-7 0-5 16,-1 1-1-16,-4 1 3 16,-6 1 15-16,-1 2 3 15,0-1 17-15,-10 3 13 16,-8 1-5-16,-6-1-16 16,-3-3-14-16,-2-2-10 15,0-3-3-15,2-4-7 16,1-3-1-16,2 0-1 15,4 0-33-15,-2-8-178 16,7 2-439-16,1 0-1338 0</inkml:trace>
  <inkml:trace contextRef="#ctx0" brushRef="#br0" timeOffset="16694.9573">4557 10048 456 0,'0'0'9'0,"0"0"246"15,0 0-9-15,0 0-45 16,0 0-74-16,0 0-27 16,0 0-30-16,0 0-28 15,0 0-4-15,0 0-11 16,0 0 14-16,0 0-2 16,0 0 1-16,-2 0 4 15,2 0 8-15,0 0 5 16,0 0-10-16,0 0-6 15,0 0 3-15,0 0 3 16,0 0-2-16,0 0-7 0,0 0-20 16,3 0 19-1,3-1 12-15,2-3-14 0,1 4-7 16,4-3 11 0,-1-1-4-16,3 1-8 0,2 1-11 15,-1-3-4-15,-4 3-2 16,3 1-4-16,-8-1-4 15,-2 2-1-15,-2 0 11 16,-3 0-11-16,0 0-1 16,0 0 6-16,0 0 3 15,0 0-9-15,0 0 2 16,0 0-1-16,0 0 7 16,0 0-7-16,0 0 7 15,0 0-2-15,0 0 0 16,0 0 0-16,0 0-5 15,-3 0 5-15,-1 0-5 16,3-1 0-16,-2 0 9 0,2-1-10 16,-2 1 0-1,0-1 0-15,0-1 1 0,-1-1 0 16,-1 0-1-16,-1 0 1 16,1-1 0-16,-2-2 5 15,-3 2-6-15,-1 0 6 16,-2-2 31-16,2 4-7 15,-1-2 9-15,-4 3-5 16,1 0-5-16,-1 2 2 16,-1 0 11-16,4 0 7 0,1 3-9 15,0 8-13 1,0 3-6-16,7 3 0 0,0 6-15 16,4 2 3-16,1 0 0 15,0 0 1-15,8 0-2 16,7-2 1-16,3-3 4 15,4-1 7-15,1-2-5 16,1-4 4-16,1-4-1 16,-3-1-6-16,0-7 4 15,-2-1 2-15,1 0 0 16,-3-4 2-16,3-9-5 16,-4-4 0-16,-3-3-5 15,-2-3-1-15,-5-4 0 16,-5-2-1-16,-2-2-1 0,0-3-1 15,-9 2-5-15,-6 1 0 16,0 4 0-16,-5 4-1 16,1 8 1-16,1 5 1 15,2 4-2-15,2 5 0 16,0 1-15-16,8 0-78 16,2 10-113-16,4 12-31 15,10-2-264-15,9-3-250 0</inkml:trace>
  <inkml:trace contextRef="#ctx0" brushRef="#br0" timeOffset="16966.4066">5049 10093 1079 0,'0'0'585'15,"0"0"-322"-15,0 0-63 16,0 0-23-16,0 0-20 16,0 0-55-16,0 0-35 15,-33 13-14-15,26-13-7 16,1 0-19-16,0-8-14 16,3-4-6-16,3 2-7 15,0 1-48-15,0-1-77 16,18 3-141-16,-3 0-310 15,1 4-491-15</inkml:trace>
  <inkml:trace contextRef="#ctx0" brushRef="#br0" timeOffset="17273.5163">5200 9844 1807 0,'0'0'552'16,"0"0"-241"-16,0 0-120 15,0 0-15-15,0 0-74 16,0 0-48-16,0 0 15 16,-3 56 13-16,3-26-18 0,0 1-7 15,0 0-18-15,0-2-10 16,0-2-11-16,0-3-9 15,0-6-2-15,0-2-7 16,0-4 1-16,0-1-1 16,0-5-23-16,0-2-141 15,0-3-444-15,0-1-1055 0</inkml:trace>
  <inkml:trace contextRef="#ctx0" brushRef="#br0" timeOffset="18603.4909">3923 11164 705 0,'0'0'859'0,"0"0"-515"16,0 0-81-16,0 0-93 16,0 0-78-16,0 0-11 15,0 0 3-15,-76 69-14 16,64-37 4-16,6 3-4 16,2 0-2-16,4 1-18 15,0-4-18-15,10-5-11 16,7-4-9-16,-1-7-6 15,1-5 1-15,-1-5 2 16,-2-6 6-16,3 0 1 16,-4-6 2-16,1-13 5 15,-5-6-7-15,-3-3-2 0,-3-4-2 16,-3-2-3-16,-3 0-8 16,-12 2 2-16,-4 5-3 15,-3 7-8-15,2 6-29 16,-1 10-50-16,10 4-94 15,0 15-279-15,11-2-448 0</inkml:trace>
  <inkml:trace contextRef="#ctx0" brushRef="#br0" timeOffset="18770.9947">4235 11298 1347 0,'0'0'762'15,"0"0"-462"-15,0 0-129 16,0 0-98-16,0 0-43 0,0 0-30 16,0 0-40-16,6-6-231 15,0 1-474-15</inkml:trace>
  <inkml:trace contextRef="#ctx0" brushRef="#br0" timeOffset="19203.8785">4350 11179 1646 0,'0'0'497'0,"0"0"-170"16,0 0-136-16,0 0-82 0,0 0-12 16,0 0-20-16,0 0 6 15,64-33-21-15,-52 35-27 16,-2 13-20-16,-2 7 3 15,-5 5 9-15,-3 7 12 16,0 7 9-16,-15 2 4 16,-2 2-7-16,-2-2-15 15,1-3-2-15,6-6-1 16,2-7 5-16,5-10-7 16,2-7-4-16,3-6-9 15,0-4 2-15,0 0 2 0,17-2 11 16,13-13 11-1,7-8-13-15,12-4-10 0,5-3-7 16,-2-1-2-16,-3-1-6 16,-4 6 1-16,-9 4-1 15,-10 5-7-15,-12 5 5 16,-2 4-13-16,-9 6-4 16,-2 0-7-16,-1 2-29 15,-16 4-148-15,-6 9-495 16,-8 1-1020-16</inkml:trace>
  <inkml:trace contextRef="#ctx0" brushRef="#br0" timeOffset="22898.1838">9065 13273 1292 0,'0'0'604'15,"0"0"-321"-15,0 0-61 0,0 0-62 16,0 0-27-16,0 0-36 16,9 0-31-16,8-2-17 15,4-3-25-15,-1-1-11 16,2 0-4-16,-1 1-7 15,-6-1-1-15,4 0 0 16,-5 1 0-16,-3-2-1 16,0-1-78-16,0-2-85 15,-1 1-140-15,-3 2-380 0</inkml:trace>
  <inkml:trace contextRef="#ctx0" brushRef="#br0" timeOffset="23303.317">9504 13026 1572 0,'0'0'402'0,"0"0"-74"16,0 0-147-16,0 0-64 15,0 0-17-15,0 0 1 16,0 0 23-16,-38 73-8 15,38-43-7-15,0 3-30 16,0-4-20-16,9-1-19 16,6-3-13-16,2-3-14 0,0-8-2 15,2-1-5-15,-5-9-5 16,4-4 9-16,-3 0-9 16,1-7 8-16,-2-12-9 15,-3-5 1-15,-5-5 0 16,-5-4 7-16,-1-1-8 15,-1-1 0-15,-11 3 1 16,-5 7-1-16,3 7 0 16,-4 8 0-16,-1 5-12 15,4 5-23-15,-1 0-36 16,2 13-109-16,14 9-122 16,0-2-256-16,0-5-473 0</inkml:trace>
  <inkml:trace contextRef="#ctx0" brushRef="#br0" timeOffset="23456.9728">9788 13036 1585 0,'0'0'337'0,"0"0"-149"16,0 0-140-16,0 0-48 15,0 0-26-15,0 0-299 16,0 0-575-16</inkml:trace>
  <inkml:trace contextRef="#ctx0" brushRef="#br0" timeOffset="23933.1453">9965 12894 1099 0,'0'0'822'0,"0"0"-588"0,0 0-28 16,0 0-42-16,0 0-6 16,0 0-53-16,81-52-19 15,-62 51-4-15,-1 1-27 16,-4 0-22-16,-1 4-8 16,-4 9-1-16,-3 4-9 15,-3 5 5-15,-3 3 8 16,0 4 7-16,0 0 7 15,-9 0-6-15,0 1-3 16,-1-7 4-16,4-3 5 0,1-6-5 16,2-6 1-16,3-3-14 15,0-5 15-15,0 0 6 16,9 0 1-16,14-1 29 16,9-9-3-16,7-6-25 15,7-3-10-15,1-1-14 16,0-1-10-16,-3-1-4 15,-5 5-7-15,-5 0-1 16,-12 5 0-16,-7 3 0 16,-4 3 5-16,-8 4-5 15,-2 1-1-15,-1 1-10 16,0 0-61-16,0-2-53 0,-20 2-73 16,0-1-360-16,-7-4-244 0</inkml:trace>
  <inkml:trace contextRef="#ctx0" brushRef="#br0" timeOffset="25045.1951">8611 7524 1066 0,'0'0'524'0,"0"0"-208"0,0 0-45 16,0 0-37-16,0 0-22 15,0 0-18-15,0 0-31 16,-9-3-48-16,21-3-41 15,7-1-25-15,7-1-23 16,0-2-7-16,4 3-17 16,-1-2 8-16,-4 1-10 15,1 0-22-15,-4 2-138 16,2-7-161-16,-6 2-305 16,-5 0-519-16</inkml:trace>
  <inkml:trace contextRef="#ctx0" brushRef="#br0" timeOffset="25426.5755">8922 7241 1650 0,'0'0'404'0,"0"0"-32"16,0 0-183-16,0 0-73 15,0 0-35-15,0 0-5 16,0 0 74-16,-41 87-19 15,37-51-44-15,4-2-28 16,0 0-10-16,3-2-18 0,9-6-7 16,5-2 2-1,-1-7-17-15,4-6 0 0,0-5 3 16,-2-6-2-16,1 0 16 16,-1-9-16-16,-3-9 1 15,-1-4-2-15,-7-6-8 16,-4-4 10-16,-3-4-10 15,0-1 6-15,-11-1-7 16,-4 4 0-16,2 8 1 16,-2 10-1-16,4 7-10 15,-2 9-32-15,1 0-41 16,-3 7-78-16,2 21-160 16,2-4-238-16,3-1-566 0</inkml:trace>
  <inkml:trace contextRef="#ctx0" brushRef="#br0" timeOffset="25585.8433">9085 7289 1625 0,'0'0'386'0,"0"0"-102"16,0 0-174-16,0 0-66 15,0 0-44-15,0 0-29 16,0 0-252-16,19-7-369 0</inkml:trace>
  <inkml:trace contextRef="#ctx0" brushRef="#br0" timeOffset="26110.9507">9188 7042 93 0,'0'0'1705'0,"0"0"-1183"16,0 0-334-16,0 0-87 16,0 0-37-16,0 0-18 15,0 0 57-15,8 71 30 16,-6-35-18-16,-2 2-32 16,2-1-22-16,1-3-23 15,2-1-17-15,1-6-11 0,1-5-4 16,3-6-4-1,0-6 3-15,0-5-5 16,2-5 0-16,1 0 6 0,5-4 6 16,0-13-6-16,0-5 2 15,-3-4-7-15,-3-2 1 16,-5 3 0-16,-2 0-1 16,-2 8 6-16,-3 5-1 15,0 7-4-15,0 2 5 16,0 3 7-16,0 0 4 15,0 5-5-15,0 15-7 16,0 9 0-16,-3 7 24 16,-2 2 27-16,1 0-16 15,-1-2-8-15,2-3-9 16,-3-2-3-16,2-3-2 0,3-6-5 16,-3-6-13-1,4-6 1-15,-1-3 4 0,1-7-6 16,-1 0 0-16,-4 0-21 15,-7-5-73-15,0-9-215 16,0-3-531-16</inkml:trace>
  <inkml:trace contextRef="#ctx0" brushRef="#br0" timeOffset="27559.523">11363 5423 791 0,'0'0'738'0,"0"0"-385"16,0 0-44-16,0 0-66 15,0 0-38-15,0 0-29 16,0 0-38-16,-10 1-43 16,10-1-35-16,0 0-24 15,0 0-12-15,2 0-9 16,8 0-1-16,5 0-5 16,4 0 1-16,5 0-1 0,1-3-3 15,1-1 0-15,-1-2-4 16,-3 2 5-16,-3 1-2 15,-5-1-5-15,-3 1 0 16,-3 1 0-16,-5 2 1 16,0-3 0-16,-3 3 0 15,0 0-1-15,0 0-6 16,0 0-51-16,0 0-78 16,0 0-91-16,0 0-142 15,-3 0-370-15</inkml:trace>
  <inkml:trace contextRef="#ctx0" brushRef="#br0" timeOffset="27935.6504">11887 5213 1395 0,'0'0'565'16,"0"0"-293"-16,0 0-17 15,0 0-115-15,0 0-51 16,0 0-35-16,0 0 42 16,-58 64 22-16,46-31-21 15,5 3-16-15,3-4-26 16,4-1-2-16,0-6-23 0,0-4-11 16,10-6-1-1,0-6-8-15,3-4 4 0,2-5 5 16,3 0 7-16,0-14-17 15,1-8-8-15,-2-3 7 16,-3-6-7-16,-8-2 7 16,-5-2-7-16,-1-1-1 15,-5 5-6-15,-14 6-35 16,-5 6-48-16,0 11-154 16,-6 8-83-16,7 6-341 15,9 7-820-15</inkml:trace>
  <inkml:trace contextRef="#ctx0" brushRef="#br0" timeOffset="28016.1621">11887 5213 1007 0</inkml:trace>
  <inkml:trace contextRef="#ctx0" brushRef="#br0" timeOffset="28091.3872">11887 5213 1007 0,'108'66'993'0,"-108"-66"-616"0,0 0-162 0,2 0-73 16,4-2-62-16,2-1-56 15,2 0-24-15,3 3-5 16,6-4-180-16,-3 3-452 15,-4-4-823-15</inkml:trace>
  <inkml:trace contextRef="#ctx0" brushRef="#br0" timeOffset="28551.3624">12242 5138 962 0,'0'0'880'0,"0"0"-517"15,0 0-143-15,0 0-77 16,0 0-30-16,0 0-35 16,0 0-26-16,0 0-25 15,87-24-12-15,-77 36-3 16,-7 5-12-16,-3 3 1 16,0 4 11-16,-3 2-11 15,-12 1 16-15,-1-6-8 16,2-1 2-16,3-5-10 15,4-7-1-15,2-4 1 16,3-2 25-16,2-2 32 0,0 0 30 16,0 0-4-1,4 1-15-15,6 2-36 0,6 1-18 16,3 3-1-16,2 3-4 16,1 1-2-16,-5-1 8 15,-1 3-7-15,-6 0-8 16,-4 0 5-16,-4 1-4 15,-2 1 13-15,-3 2-3 16,-14 0 1-16,-10 0 17 16,-2 0-13-16,-6-3-5 15,-3-2-6-15,0-2 3 16,1-7-9-16,-11-3-67 16,10 0-270-16,0 0-627 0</inkml:trace>
  <inkml:trace contextRef="#ctx0" brushRef="#br0" timeOffset="29488.5943">10672 8713 1476 0,'0'0'833'0,"0"0"-491"15,0 0-101-15,0 0-39 16,0 0-34-16,0 0-86 16,0 0-28-16,76-49-18 15,-46 34-16-15,-3-2-8 16,0 5-6-16,-6 1-5 16,-5 3 1-16,-7 1-1 15,-4 3-1-15,-2 3-12 16,-3 1-57-16,0 0-117 15,0 0-158-15,0 0-307 16,-6 0-701-16</inkml:trace>
  <inkml:trace contextRef="#ctx0" brushRef="#br0" timeOffset="29904.0893">11010 8349 1582 0,'0'0'399'16,"0"0"-50"-16,0 0-107 15,0 0-71-15,0 0-44 16,0 0-36-16,0 0-23 16,-24 29 18-16,18-4 43 15,1 2-42-15,3 1-36 16,2-3-12-16,0 0-8 0,8-2-16 15,7-1 2-15,0-7-7 16,1-4-10-16,-2-4 1 16,-1-4 0-16,-1-3 10 15,0 0 1-15,0-13-3 16,-1-6 0-16,-5-4-3 16,-3-5 0-16,-3-3-5 15,0-5 1-15,-9 2 9 16,-8 0-11-16,1 5-6 15,1 8 6-15,-2 10-2 16,4 4-5-16,-2 7-32 16,3 0-32-16,-1 10-69 15,10 15-161-15,1-5-213 0,2 0-504 16</inkml:trace>
  <inkml:trace contextRef="#ctx0" brushRef="#br0" timeOffset="30092.6783">11228 8280 1079 0,'0'0'955'0,"0"0"-627"16,0 0-120-16,0 0-119 16,0 0-35-16,0 0-38 15,0 0-16-15,-5-8-6 16,5 3-112-16,0 3-222 15,0-3-398-15</inkml:trace>
  <inkml:trace contextRef="#ctx0" brushRef="#br0" timeOffset="30585.1391">11247 8056 1770 0,'0'0'508'0,"0"0"-222"16,0 0-131-16,0 0-28 16,0 0-30-16,0 0-4 15,0 0-2-15,59-48-14 16,-46 48-20-16,-3 0-11 0,-4 0-16 16,1 3-15-1,-1 9-3-15,-4 8-2 0,-2 5 4 16,0 8 11-16,-2 2 4 15,-11 2-8-15,-2 0 0 16,0-4 4-16,0-4 1 16,6-8-1-16,2-7 14 15,4-7-6-15,1-4 3 16,2-3 6-16,0 0 5 16,5 0-2-16,13-9-6 15,12-8-2-15,6-4-13 16,6-4-7-16,2-2-11 15,-1 0 0-15,-3 1 6 0,-5 5-12 16,-7 3 0-16,-7 4 0 16,-8 6 0-16,-6 2-1 15,-4 5 1-15,-1-1-1 16,-2 2 0-16,0 0-10 16,0 0-5-16,-3 0-20 15,-13 0-56-15,-25 19-110 16,0 0-366-16,3 1-611 0</inkml:trace>
  <inkml:trace contextRef="#ctx0" brushRef="#br0" timeOffset="33702.5292">14427 10268 1536 0,'0'0'380'0,"0"0"-82"16,0 0-80-16,0 0-15 16,0 0-15-16,0 0-32 15,0 0-35-15,-71-42-66 16,51 64-17-16,-3 5 8 15,1 9 17-15,4 8-5 16,5 1-13-16,5 2-18 16,7-2-3-16,1-6-4 15,0-8-11-15,12-8-8 16,4-8 7-16,5-11-7 16,0-4 6-16,6-7-1 15,1-15 0-15,-3-7 6 16,-2-6-12-16,-8-3 1 0,-6 0 7 15,-5-1-7-15,-4 1 7 16,-3 4-8-16,-9 4 0 16,-3 7 9-16,-3 8-9 15,-2 8-1-15,-2 7 0 16,-3 0-17-16,0 16-23 16,3 7-44-16,8 3-132 15,14 7-145-15,3-6-304 16,14-7-557-16</inkml:trace>
  <inkml:trace contextRef="#ctx0" brushRef="#br0" timeOffset="33869.651">14549 10304 1667 0,'0'0'365'0,"0"0"-73"16,0 0-112-16,0 0-27 15,0 0-80-15,0 0-47 16,0 0-18-16,0-30-8 15,2 30-52-15,8 0-155 16,2 0-103-16,1 0-406 0</inkml:trace>
  <inkml:trace contextRef="#ctx0" brushRef="#br0" timeOffset="34174.669">14868 10144 1906 0,'0'0'375'0,"0"0"-42"0,0 0-181 16,0 0 37-16,0 0 4 16,0 0-14-16,0 0-42 15,-1 102-38-15,1-66-21 16,0 3-12-16,0-2-9 15,0 2-9-15,0-3-19 16,1-2-17-16,-1-6-3 16,2-4-3-16,0-7-6 0,-2-7 0 15,1-5-17-15,2-5-87 16,0-5-98-16,3-12-418 16,-5-4-1307-16</inkml:trace>
  <inkml:trace contextRef="#ctx0" brushRef="#br0" timeOffset="42586.5341">8393 3312 1250 0,'0'0'347'0,"0"0"-191"15,-28-81-102-15,19 59-32 0,3 8 38 16,2 7-3-16,2 4-23 15,2 3-16-15,-1 0-18 16,-4 27 0-16,-2 35-30 16,-1 31 21-16,-3 13 9 15,7 2 103-15,-1-13 21 16,3-16-31-16,-4-10-36 16,0-13-5-16,-1-16-13 15,-2-10-24-15,-9 8-15 16,0-8-212-16,-5-6-387 0</inkml:trace>
  <inkml:trace contextRef="#ctx0" brushRef="#br0" timeOffset="42781.0255">8016 3716 1475 0,'0'0'306'0,"0"0"-22"0,0 0-184 15,0 0-69-15,0 0 23 16,0 0 20-16,62 94-19 15,-24-52-15-15,4-2-22 16,5-2-16-16,0-6 11 16,4-7-9-16,-1-9-4 15,14-15-115-15,-14-1-256 16,-10-5-423-16</inkml:trace>
  <inkml:trace contextRef="#ctx0" brushRef="#br0" timeOffset="42946.086">8587 3629 1234 0,'0'0'368'16,"0"0"-92"-16,0 0-63 16,0 0-132-16,0 0-10 15,-92 88 16-15,41-7-4 16,2 3-19-16,1-7-39 16,6 2-10-16,14 3-15 15,7-10-48-15,5-6-505 0</inkml:trace>
  <inkml:trace contextRef="#ctx0" brushRef="#br0" timeOffset="43950.7389">14385 4533 1605 0,'0'0'184'0,"0"0"-144"15,0 0-8-15,0 0 50 16,0 0-38-16,0 0-35 15,-33 115-9-15,12-11 111 16,0 11 68-16,5-8-56 16,7-31-13-16,5-22-34 15,1-17-23-15,0-3-15 16,-2 4-4-16,-1 3-10 16,0 1-14-16,-1-9-10 15,-18-13-208-15,4-8-436 16,-2-10-635-16</inkml:trace>
  <inkml:trace contextRef="#ctx0" brushRef="#br0" timeOffset="44173.7129">13894 5049 1637 0,'0'0'374'0,"0"0"-88"16,0 0-193-16,0 0-62 15,0 0-17-15,0 0 15 16,15 100 40-16,11-62 10 15,8 2-9-15,6-4-11 16,9-3-8-16,4-4-11 16,6-5-1-16,3-4-8 15,0-6-17-15,-2-7-14 16,-3-5-28-16,5-12-175 0,-13-13-396 16,-11-5-769-16</inkml:trace>
  <inkml:trace contextRef="#ctx0" brushRef="#br0" timeOffset="44364.2632">14645 5045 1051 0,'0'0'821'0,"0"0"-496"15,0 0-102-15,0 0-71 16,0 0-48-16,0 0-55 16,-93 103 8-16,60-55-11 15,-3 3 5-15,-4 6 1 16,-3 2-11-16,-9 14-20 15,-15 14-13-15,-23 13-8 16,13-16-247-16,4-20-768 0</inkml:trace>
  <inkml:trace contextRef="#ctx0" brushRef="#br0" timeOffset="49167.897">5877 17169 1408 0,'0'0'949'16,"0"0"-746"-16,0 0-67 16,0 0-3-16,0 0 55 15,0 0-50-15,-25 2-81 16,35 1-29-16,13 2-5 15,11-1-5-15,11 0-5 16,10-3-4-16,0-1 0 0,0 0-8 16,-3-2-1-16,-3-10-40 15,-7-3-145-15,4-9-127 16,-11 2-295-16,-14 4-543 0</inkml:trace>
  <inkml:trace contextRef="#ctx0" brushRef="#br0" timeOffset="49387.8776">5811 17263 1818 0,'0'0'663'16,"0"0"-545"-16,0 0 8 16,0 0-33-16,0 0 46 15,0 0-55-15,0 0-47 16,145 7 2-16,-67-7-17 0,-2 0-7 15,-8 0-15-15,-14-2-6 16,6-8-119-16,26-17-141 16,-18 1-351-16,-12-1-793 0</inkml:trace>
  <inkml:trace contextRef="#ctx0" brushRef="#br0" timeOffset="51185.7645">12516 17227 1822 0,'0'0'484'16,"0"0"-327"-16,0 0-20 0,0 0-55 16,0 0 50-1,0 0-24-15,0 0-62 0,13-8-10 16,19 18 2-16,4-1-3 15,7 1-6-15,3-7-7 16,2 0-5-16,2-3-8 16,-2 0-9-16,0 0 2 15,-7-10-2-15,-4 4-50 16,-9-5-104-16,-6 2-49 16,-11-4-106-16,-5 6-210 15,-6-1-174-15</inkml:trace>
  <inkml:trace contextRef="#ctx0" brushRef="#br0" timeOffset="51419.6038">12559 17430 929 0,'0'0'1089'16,"0"0"-857"-16,0 0-15 15,0 0-71-15,0 0 23 16,0 0-45-16,0 0-43 15,14 4-17-15,23-13-20 16,15-3-14-16,20-7-5 16,19-6-14-16,19-1-11 15,4-1-2-15,-9 5-28 16,-9 2-133-16,-32 9-146 16,-13 0-495-16</inkml:trace>
  <inkml:trace contextRef="#ctx0" brushRef="#br0" timeOffset="53445.996">1190 14662 954 0,'0'0'737'0,"0"0"-465"16,0 0-37-16,0 0-31 15,0 0-48-15,0 0-35 16,0 0-44-16,8-26-32 16,16 13-24-16,7-1-12 15,5-3-8-15,3 1 1 0,1-1-2 16,-4 3-2-16,-5 1-47 16,-6 1-111-16,-9 4-185 15,0 1-277-15,-12 2-396 0</inkml:trace>
  <inkml:trace contextRef="#ctx0" brushRef="#br0" timeOffset="53645.8713">1149 14726 1538 0,'0'0'390'0,"0"0"-171"15,0 0-92-15,0 0-64 16,0 0-21-16,0 0-27 15,0 0-2-15,71-18-12 16,-29-2-1-16,7-6-66 16,16-20-176-16,-9 6-264 15,-14 5-1043-15</inkml:trace>
  <inkml:trace contextRef="#ctx0" brushRef="#br0" timeOffset="53910.6072">1414 14260 1667 0,'0'0'314'0,"0"0"-224"0,0 0-55 16,0 0-22-16,0 0-3 16,0 0 13-16,126 22 13 15,-74-8 26-15,0 1 14 16,-7 4-20-16,-9 3-20 15,-11 3-15-15,-10 6-4 16,-15 7-3-16,-9 6 4 16,-33 20-2-16,-38 19-9 15,-28 23-7-15,-10 3-16 16,26-25-222-16,26-27-551 0</inkml:trace>
  <inkml:trace contextRef="#ctx0" brushRef="#br0" timeOffset="57570.6618">3339 15658 155 0,'0'0'1068'0,"0"0"-840"16,0 0-87-16,0 0-28 0,0 0-21 15,0 0-29 1,0 0-32-16,-6 0-16 0,6 0-5 15,0 0-4-15,0 0-5 16,0 0 8-16,0 1-2 16,0-1-5-16,6 1-1 15,1 1 5-15,-1-1-5 16,0 1-1-16,-1-1 0 16,3 1-1-16,6-2-61 15,-6 0-175-15,-1 0-522 0</inkml:trace>
  <inkml:trace contextRef="#ctx0" brushRef="#br0" timeOffset="60968.3125">585 5782 1061 0,'0'0'166'0,"0"0"-60"16,0 0 32-16,0 0 38 15,0 0-2-15,0 0 7 16,-15-28-65-16,15 28-66 16,0 0-19-16,0 0-9 15,-1 0-5-15,1 0-16 16,0 0 5-16,0 3-6 0,0 14-12 15,0 8 12-15,0 11 15 16,6 4 35-16,2 5 4 16,-3-1 6-16,0-1-6 15,-1-5 1-15,-1-1-12 16,-1-6-13-16,-2-3-12 16,0-3-7-16,0-5 1 15,0-3-11-15,0-3 0 16,-11-2-1-16,2-1-55 15,-6-5-713-15</inkml:trace>
  <inkml:trace contextRef="#ctx0" brushRef="#br0" timeOffset="61853.8589">537 8630 1250 0,'0'0'337'0,"0"0"-9"15,0 0-28-15,0 0-62 16,0 0-37-16,0 0-5 15,0 0-59-15,-18-21-38 0,8 32-21 16,-1 8-15-16,-2 7 13 16,0 10 17-16,2 2-29 15,4 5-16-15,7-3-7 16,0 1-22-16,4-4 13 16,10-4-11-16,8-2 7 15,2-8-8-15,0-6-20 16,3-6 6-16,-3-7 8 15,5-4-13-15,-5-2 12 16,3-17 2-16,-7-6 9 16,0-9-16-16,-6-7-2 15,-7-7 1-15,-4-3-1 16,-3 1 2-16,-6 2-7 16,-10 7 0-16,-8 8-1 15,-3 9-9-15,-6 9-21 0,-1 8-33 16,-5 7-42-16,-7 31-93 15,12 6-344-15,5 7-393 0</inkml:trace>
  <inkml:trace contextRef="#ctx0" brushRef="#br0" timeOffset="62491.6197">527 11042 1498 0,'0'0'598'0,"0"0"-248"16,0 0-21-16,0 0-67 15,0 0-84-15,0 0-67 16,0 0-38-16,0 54 56 16,0-15-39-16,0 8-11 0,0 7 2 15,3-1-15-15,1 2-13 16,1-1-10-16,-2-1 1 16,0-4-14-16,1-2-8 15,-1-5-8-15,-3-3-13 16,0-8 0-16,0-9-1 15,0-5-38-15,0-10-119 16,0-4-134-16,0-3-435 0</inkml:trace>
  <inkml:trace contextRef="#ctx0" brushRef="#br0" timeOffset="64892.6416">17401 7674 962 0,'0'0'961'0,"0"0"-673"16,0 0-153 0,0 0-52-16,-16 80 37 15,16-42 8-15,0 3-34 0,0-2-34 16,13-3-30-16,2-4-17 16,4-8-5-16,1-7-7 15,1-9 8-15,-2-6-9 16,2-2 12-16,0-10 2 15,1-11 5-15,0-6-11 16,-5-4 4-16,-2 1 0 16,-8 2 10-16,-1 5 63 15,-3 9-2-15,-3 4 1 0,0 8-38 16,0 2-25 0,0 7-19-16,0 20-2 0,0 12 0 15,0 25 15-15,-3 22 19 16,-3 20 14-1,0 5-1-15,-1-19-11 0,2-24 3 16,3-22-5-16,-3-9-11 16,0 3-10-16,-3 2-5 15,0-1-8-15,-1-10 1 16,0-11 5-16,-1-8-4 16,-4-8-1-16,-3-4 7 15,-8-2-7-15,-7-12 0 16,-2-6 0-16,-2-2-1 15,1-2-19-15,6 0-20 16,5 0-19-16,5 2-37 0,8 1-84 16,11-13-157-16,10 5-179 15,7 3-230-15</inkml:trace>
  <inkml:trace contextRef="#ctx0" brushRef="#br0" timeOffset="65129.2095">17766 8071 1207 0,'0'0'848'0,"0"0"-534"16,0 0-128-16,0 0-88 16,0 0 17-16,0 0-40 15,0 0-20-15,44 0-25 16,-25 0-20-16,-1 0-8 0,-3 0-2 15,-1 2-12-15,-3-2-67 16,1 1-163-16,-3-1-351 16,-3 0-267-16</inkml:trace>
  <inkml:trace contextRef="#ctx0" brushRef="#br0" timeOffset="65316.5816">17737 8210 1315 0,'0'0'555'16,"0"0"-224"-16,0 0-118 16,0 0-56-16,0 0-45 15,0 0-45-15,0 0-31 0,38 0-15 16,-5 0-6 0,5-4-15-16,18-12-18 0,-10 2-196 15,-5-2-451-15</inkml:trace>
  <inkml:trace contextRef="#ctx0" brushRef="#br0" timeOffset="65608.1252">18526 7820 1425 0,'0'0'1048'0,"0"0"-703"0,0 0-112 16,0 0-93-16,0 0-79 16,0 0-34-16,0 0 9 15,-15 69 19-15,15-35-10 16,0 4 3-16,0-1 2 16,0 0-14-16,0-2-6 15,0-3-9-15,0 1-9 16,0 0-6-16,0 2-6 15,0 22-16-15,0-6-189 16,-3-9-703-16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05-24T09:32:03.5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17121 6750 781 0,'0'0'620'0,"0"0"-425"16,0 0 30-16,0 0-48 16,0 0-27-16,0 0 9 15,-2-55-52-15,-1 51-12 16,0 1-9-16,-3 1-17 16,-1-2-5-16,-3 1 3 15,-3 0 0-15,-2-2-12 16,-4 2-11-16,-3 0 2 0,-5 3-1 15,-1 0-3-15,-4 0-5 16,1 0-8-16,0 0 1 16,-1 0 1-16,1 8-1 15,1-2-6-15,0 5-6 16,4 1-6-16,-2-1-3 16,8 5-1-16,-1 0-2 15,2 1 1-15,-1 3-6 16,5-2 14-16,0 3-14 15,0 0 6-15,3 2-1 0,-2 1 2 16,5 1 5 0,-2 2-1-16,-1-1 3 0,3 3-1 15,1-1-2-15,3 2-2 16,0-2-1-16,2 2 2 16,2-2-10-16,1 0 8 15,0-1-8-15,0-2 6 16,4 1-5-16,5-2 5 15,-3-2-6-15,-1-1-1 16,2-2 2-16,-1-1 4 16,-2 1-5-16,-1-2 1 15,2 0-1-15,-2 4 5 16,-1-1-5-16,4 0 5 16,-3 2-5-16,1 0 0 15,-1 1 5-15,0-1-5 0,0 1 0 16,1-3 5-1,-1 0-5-15,0-1-1 0,2-2 6 16,2-1-5-16,1-3-1 16,0-4 2-16,6 1-2 15,-1-3 6-15,7-3-4 16,-1 0 7-16,7-1-8 16,3-3 8-16,3 0-3 15,2 0-5-15,3 0 6 16,-4 0-7-16,-3 0 1 15,-2 0 0-15,-7-3 1 16,0-2-1-16,-4-1 5 16,-3 1-6-16,-1-3 1 0,1 0-1 15,-2-1 1 1,3 0 1-16,-1-2-2 0,0 3 1 16,-3 2-1-16,-2 1 0 15,-2 2 1-15,-2 2 0 16,2-1-1-16,1 1 0 15,3 1 1-15,3-1 0 16,4-1 0-16,1 1 5 16,4-2-6-16,-3 0 0 15,0-1 1-15,-1 0-1 16,-1 0 1-16,-4-3 0 16,3 1 1-16,-4-2-1 0,2-2 7 15,-1-5-1 1,-3 1-5-16,2-3 14 0,-4-1-7 15,-1-3 3-15,0 0 0 16,-2-3 2 0,-1-1 4-16,-2-6-17 0,0-2 8 15,0-5-2-15,-1-3-6 16,2-1 6-16,0-3-6 16,1 1 5-16,-2 2-6 15,1 3 1-15,1 2 0 16,-2 3 1-16,-1 1 4 15,0 5-6-15,0 1 2 16,-1 4-1-16,-1 3 0 16,0 3 0-16,0 3-1 15,0-3 2-15,0 2-2 16,-1 1 1-16,-7-1-1 0,-1 1 0 16,-2-1-1-16,-5 0 0 15,-4-1 1-15,-1-1-5 16,-6 2 4-16,-3 1 1 15,-3 1 0-15,-4 2 2 16,1 6 5-16,-1 3-6 16,2 0-1-16,0 2 1 15,2 0-1-15,-1 0-15 16,0 6-47-16,1 2-56 16,-13 6-104-16,11-3-450 15,5-3-1178-15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05-24T09:14:46.9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3866 7894 1340 0,'0'0'642'15,"0"0"-433"-15,0 0-6 16,0 0-52-16,0 0-35 16,0 0-26-16,19 8-13 15,1-13-42-15,7-3-20 0,6-3-6 16,7 0-9-16,1 0-1 15,-1-2-11-15,-6 1-72 16,-4 1-150-16,-6 1-283 16,-14 4-304-16</inkml:trace>
  <inkml:trace contextRef="#ctx0" brushRef="#br0" timeOffset="189.6055">3814 7996 1435 0,'0'0'327'16,"0"0"-98"-16,0 0-66 16,0 0-56-16,0 0-25 0,0 0-11 15,0 0-31 1,79 0-16-16,-29-14-3 0,5-6-21 16,18-14-130-16,-14 5-250 15,-12 0-551-15</inkml:trace>
  <inkml:trace contextRef="#ctx0" brushRef="#br0" timeOffset="431.589">4181 7579 1748 0,'0'0'320'0,"0"0"-125"16,0 0-121-16,0 0-30 15,0 0 24-15,123 0 19 16,-68 17-8-16,-3 7-24 16,-7 5-24-16,-15 10-10 15,-29 17-20-15,-40 27 14 16,-95 35-15-16,-77 30-6 16,16-27-235-16,0-17-637 0</inkml:trace>
  <inkml:trace contextRef="#ctx0" brushRef="#br0" timeOffset="12760.4839">7885 665 415 0,'0'0'38'15,"0"0"420"-15,0 0-121 0,0 0 12 16,0 0-132-16,0 0-28 16,-8-13-26-16,8 13-5 15,-1 0-19-15,1 0-26 16,0 0-44-16,0 4-45 16,0 14-18-16,0 9 0 15,0 7 3-15,0 4 5 16,3 2-5-16,1-2-3 15,2-3-5-15,0-4 0 16,0-3-1-16,0-4-17 16,-2-7-179-16,1-5-428 0,-5-7-637 15</inkml:trace>
  <inkml:trace contextRef="#ctx0" brushRef="#br0" timeOffset="13415.0126">7750 554 1485 0,'0'0'208'0,"0"0"-19"0,0 0-76 16,0 0-37-16,0 0 19 16,0 0 4-16,-90 13-19 15,76 4-21-15,1 5 1 16,-2 5 8-16,3 6-4 16,1 3-7-16,4 4-4 15,4 1 13-15,3 0 1 16,0 1-1-16,2-2-17 15,14-1 8-15,3-3-12 16,4-2 1-16,2-4 2 16,3-6 3-16,2-5-18 15,0-6 3-15,0-5-4 16,1-3 3-16,-1-5-3 16,1 0-14-16,-1-4 1 15,0-11 1-15,3-4-5 0,-3-8-6 16,-2 0 1-16,-1-6-2 15,-5-1 2-15,-5-1-8 16,-3-4 11-16,-3 2-2 16,-8-2-10-16,-3 2 5 15,0 0 0-15,0 2 6 16,-5 2-10-16,-5 2 4 16,-3 2-6-16,-2 4 6 15,3 4-6-15,-2 4 1 16,-1 1 1-16,3 6-2 0,0 1 0 15,-1 1-6 1,1 1-9-16,-3 5-4 0,3 1-17 16,-2 1-15-16,-2 0-57 15,0 0-158-15,-5 12-27 16,3-2-414-16,3-2-816 16</inkml:trace>
  <inkml:trace contextRef="#ctx0" brushRef="#br0" timeOffset="13618.8754">8022 461 1517 0,'0'0'623'0,"0"0"-425"15,0 0-34-15,0 0-89 16,0 0-26-16,0 0-27 15,0 0-22-15,0-1-7 16,0 11-270-16,0 1-340 0</inkml:trace>
  <inkml:trace contextRef="#ctx0" brushRef="#br0" timeOffset="19758.6858">8748 4093 1139 0,'0'0'300'0,"0"0"-121"0,0 0 21 15,0 0-21-15,0 0-67 16,0 0-44-16,2-41-24 16,5 39-21-16,2 0-12 15,3 2-3-15,-3 0-2 16,-1 7 6-16,-2 8 5 0,-5 3 0 16,-1 1 6-16,0 4-3 15,-3 0-13-15,-9-1-6 16,-6 0 7-16,-1-2-7 15,-2-2 0-15,0-4 0 16,6-6 0-16,2-2 5 16,7-5 6-16,3-1 44 15,3 0 18-15,0 0 2 16,0 0-9-16,0 0-39 16,3 0-26-16,8 0-2 15,3 0-1-15,8 7 0 16,8 1 1-16,4-2 0 15,6 1 0-15,-1 0 0 0,2-5 0 16,-1-2-58-16,11-2-153 16,-12-12-136-16,-9-1-458 0</inkml:trace>
  <inkml:trace contextRef="#ctx0" brushRef="#br0" timeOffset="20275.7294">8902 3743 544 0,'0'0'826'0,"0"0"-624"16,0 0 33-16,-82-30-52 16,55 27-41-16,0 3-20 15,1 3-54-15,0 14-39 0,-3 10-10 16,1 12 2-1,-2 7 25-15,2 7 4 0,1 2 4 16,2 3-7-16,3-4 8 16,4-3-3-16,3-1-5 15,4-1 3-15,4-3-5 16,7 2-3-16,0-2 4 16,0-4-7-16,13-4-9 15,7-3-12-15,5-4-4 16,5-5-4-16,4-7 2 0,2-6-3 15,3-6 9 1,1-7 1-16,2 0 2 16,-2-8-4-16,1-11-5 0,-3-6-5 15,-2-3-1-15,-6-6 0 16,-3-6-4-16,-7-1 3 16,-2-4-4-16,-6-1 4 15,-4-1-5-15,-7 5 1 16,-1 5 7-16,0 4-8 15,-10 7-20-15,-4 5-14 16,-3 1-25-16,0 3-27 16,-2 4-80-16,2 2-30 15,-2 4-102-15,8 3-317 16,0 1-657-16</inkml:trace>
  <inkml:trace contextRef="#ctx0" brushRef="#br0" timeOffset="20449.5544">9093 3935 1245 0,'0'0'626'0,"0"0"-478"16,0 0-76-16,0 0-72 15,0 0-144-15,0 0-358 16,0 0-657-16</inkml:trace>
  <inkml:trace contextRef="#ctx0" brushRef="#br0" timeOffset="24911.6368">12458 2281 1508 0,'0'0'552'0,"0"0"-349"16,0 0-62-16,0 0-73 15,0 0-28-15,0 36-11 16,-2-14 20-16,-1 2-14 15,2 2-15-15,1-4-10 16,0 1-4-16,0-5-6 16,0-1 0-16,0-2-1 15,0-4-41-15,6-3-155 16,0-2-292-16,-1-3-282 0</inkml:trace>
  <inkml:trace contextRef="#ctx0" brushRef="#br0" timeOffset="25540.9623">12504 2145 1267 0,'0'0'321'15,"0"0"-69"-15,0 0 12 16,0 0-56-16,0 0-46 16,0 0-61-16,0 0-51 0,-65-36-23 15,53 36-12-15,-5 0-7 16,-1 0-8-16,-3 6 1 16,-2 11 6-16,-1 6-7 15,1 9 2-15,-1 5 6 16,5 3 10-16,4 4 18 15,3-1 4-15,6 0 7 16,6-2-17-16,0-3 5 16,3-1 15-16,12-5-8 15,3-3-12-15,4-1-14 16,3-7 0-16,4-3 2 16,1-5 8-16,1-4 1 15,-1-4 1-15,1-5 5 0,1 0 0 16,-1-2 2-16,2-13-5 15,-2-2-6-15,2-4-8 16,-3-2 2-16,-5-5-6 16,-1-3 1-16,-7-1 1 15,-2-3-1-15,-5-3-2 16,-4 2 2-16,-3 0-11 16,-3 2-2-16,0 0-18 15,0 3-10-15,-9 3-11 16,-1 3 3-16,-2 3-6 15,0 4 0-15,-1 2 9 16,0 5-7-16,3 0 1 16,-2 5 7-16,1 2-3 0,2 2-13 15,-2 2-52-15,-3 0-200 16,3 0-377-16,0 4-670 16</inkml:trace>
  <inkml:trace contextRef="#ctx0" brushRef="#br0" timeOffset="25700.4427">12800 2081 1709 0,'0'0'348'0,"0"0"-208"15,0 0-140-15,0 0-60 16,0 0-540-16</inkml:trace>
  <inkml:trace contextRef="#ctx0" brushRef="#br0" timeOffset="28972.2045">5255 7324 1154 0,'0'0'621'16,"0"0"-356"-16,0 0-75 16,0 0-41-16,0 0-3 0,0 0-45 15,-3 0-31 1,7 0-15-16,1 0-6 0,4 0-1 15,3 0-6-15,7 0 45 16,7 0-13-16,-2 0-24 16,7 0-22-16,-4-3-13 15,-2 0-7-15,1-2-7 16,-6 0 0-16,-2 1 0 16,-4-1 0-16,-2 1-1 15,-4 1-56-15,-3 0-69 16,-5 0-74-16,0 2-71 15,-2-2-366-15,-11 3-497 0</inkml:trace>
  <inkml:trace contextRef="#ctx0" brushRef="#br0" timeOffset="29243.684">5228 7420 1422 0,'0'0'503'0,"0"0"-212"15,0 0-110-15,0 0-52 16,0 0-21-16,0 0-41 16,0 0-2-16,47 0 2 15,-16-6-25-15,6-2-23 0,3-3-13 16,-2 2-6-16,2-3-20 15,8-2-177-15,-11 3-367 16,-11 4-700-16</inkml:trace>
  <inkml:trace contextRef="#ctx0" brushRef="#br0" timeOffset="31515.9428">5351 8640 1482 0,'0'0'567'0,"0"0"-305"0,0 0-93 15,0 0-50-15,0 0-3 16,0 0 0-16,0 0-34 16,16 0-17-16,2 0-11 15,4 0-11-15,4 0-10 16,2 0-8-16,2-4-2 16,4-2-8-16,-1 0-9 15,-6 0 0-15,0-2-6 0,-5 2 1 16,-1 1-3-1,-8-2 2-15,-1 1-15 16,0-1-64-16,-4 0-127 0,-4 0-29 16,-4-1-106-16,0 5-325 15,-3 0-436-15</inkml:trace>
  <inkml:trace contextRef="#ctx0" brushRef="#br0" timeOffset="31818.7202">5300 8749 793 0,'0'0'821'16,"0"0"-537"-16,0 0-58 0,0 0-66 15,0 0 14-15,0 0-47 16,0 0-21-16,21 4 29 15,1-4-3-15,6 0-40 16,4 0-32-16,5-7-27 16,-1-1-3-16,-2-3-16 15,-2 2-14-15,2 1 7 16,-8-1-6-16,-5 3-1 16,-5 1-86-16,-10 5-150 15,-5 0-76-15,-1 0-423 0</inkml:trace>
  <inkml:trace contextRef="#ctx0" brushRef="#br0" timeOffset="39099.4832">6023 7397 514 0,'0'0'378'0,"0"0"-218"0,0 0-93 16,0 0-32-16,0 0 46 15,0 0 24-15,0 0-15 16,38 0-43-16,-28 0-24 16,3 0 29-16,1 0 20 15,4 0-4-15,1 0-5 16,2 1-6-16,1 1-10 16,2-2-8-16,1 0 5 15,1 0 3-15,1 3 1 16,0-3-11-16,0 0-6 15,-2 0-9-15,0 3-3 16,-1-2-3-16,0 0-2 0,1-1 3 16,1 2-2-16,-1-1-7 15,5 1 0-15,-2-1 0 16,2 0-7-16,0-1 10 16,1 0-3-16,-1 2-2 15,0-2-5-15,0 0 0 16,-2 3 1-16,0-3 4 15,-1 4-5-15,2-3 0 16,-1 2 0-16,2 0 0 16,0-2 1-16,7 2-1 15,-3-1 5-15,0 2-5 16,2-1 0-16,0-1 0 0,-3 1-1 16,3 0 0-1,-2-2 2-15,-2 2-1 0,1-2 0 16,2 0 7-16,1 2-8 15,0-3 2-15,1 0 4 16,6 0-5-16,-4 0 1 16,2 0 4-16,0 0 0 15,-1 0-5-15,-1 0 1 16,0 0-1-16,-4 0 5 16,-2 0-5-16,0 0 1 15,-3 3-1-15,0-3 0 16,-2 0 0-16,2 0 0 15,0 0-1-15,0 0 1 0,1 0 0 16,2 0 1-16,0 0-1 16,1 0 0-16,2 0 0 15,1 0 7-15,-1 0-7 16,-2 0 0-16,0 0 0 16,-1 0 0-16,-1 0 1 15,-3 0-1-15,1 0 0 16,-1 0 8-16,-1 0-8 15,0 0 0-15,-1 0 7 16,3 0-7-16,-2 0 0 16,2 0 5-16,0 0-5 15,0 0 1-15,-1 0-1 16,1 2 5-16,0-2-4 0,1 0 5 16,-1 0-6-1,0 0 7-15,0 0-7 0,0 0 8 16,1 0-7-16,0 0 10 15,2 0 1-15,-1 0-12 16,0 0 11-16,1-2-10 16,0 2 5-16,-2-3-1 15,0 3-4-15,1-3 7 16,-1 1-3-16,1-1-5 16,-1 2 9-16,0-2-4 15,1 0-5-15,0 2 8 16,2-2 0-16,1 0-1 15,-3 0-2-15,2 2 0 16,-3-2 1-16,0 2-6 16,-2-1 10-16,-1 1-5 0,-1 0-5 15,-3 1 0-15,4-2 6 16,-1 2-1-16,0-1-4 16,-2 1-1-16,2 0 0 15,1 0 7-15,1 0-7 16,0 0 1-16,-1 0 4 15,2 0-5-15,-2 0 0 16,2 0 0-16,-4 0 6 16,3 0-5-16,-2 0-1 15,2 0 1-15,0 0-1 16,-1 0 5-16,-1 0-5 16,1 0 0-16,-1 0 0 15,0 0 0-15,-2 0 5 16,4 0-5-16,-1 0 0 0,2 0 0 15,0 0 1-15,1 0-2 16,0 0 7-16,-1 0-6 16,0 0 5-16,0 0-5 15,-3 0 1-15,1 0-1 16,0 0 0-16,4 0 6 16,-1 0-1-16,2 0 0 15,-2 1 3-15,0 1-3 16,1-1-5-16,-2 2 7 15,-1-2-7-15,3 2 5 16,-2-2-4-16,2 2 4 0,1-1-5 16,3-1 5-1,0-1 2-15,1 2-7 0,0-1 5 16,1 0 2-16,-1 0-2 16,-3-1-5-16,-2 2 0 15,2-2 7-15,-4 0 2 16,-1 0-3-16,3 0 1 15,-2 0 1-15,2 0 1 16,1 0 10-16,2 0-7 16,-1 0-7-16,-2 0 8 15,0 0-4-15,1-2 11 16,-4 0-3-16,0-1-2 16,1 0-4-16,-3 1 14 15,3 0-2-15,-5-1-14 16,1 0 10-16,0 1 3 0,1-1 0 15,-2-1 2-15,-4 1-8 16,0 1-5-16,-2 1 12 16,-4-2-3-16,0 0-2 15,-3 2 1-15,0-3-11 16,0 1 9-16,-2 3-8 16,0-2 1-16,0-1-2 15,-4 2-9-15,0 0 14 16,-3 1-7-16,0-2-1 15,-2 2-1-15,1 0-4 16,-2 0 4-16,0 0-4 16,0 0 0-16,0 0-1 0,0 0 6 15,2 0-5 1,-2 0 0-16,0 0 0 0,0 0 0 16,0 0-1-16,0 0 1 15,0 0 0-15,0 0-1 16,-10 0-15-16,-52 0-79 15,1 0-221-15,-24 0-484 0</inkml:trace>
  <inkml:trace contextRef="#ctx0" brushRef="#br0" timeOffset="44021.9978">6152 7315 396 0,'0'0'133'0,"0"0"-58"16,0 0-25-16,0 0 53 15,0 0-24-15,0 0-15 16,0 0-14-16,0 0 1 16,0 0 1-16,0 0 3 15,0 0 0-15,0 0-5 16,0 0-8-16,0 0-14 15,0 0-9-15,0 0-5 16,0 0-8-16,0 0-6 16,0 0-22-16,1 3-85 15,8 1-40-15,3-2-226 0</inkml:trace>
  <inkml:trace contextRef="#ctx0" brushRef="#br0" timeOffset="44726.0175">7889 7313 636 0,'0'0'594'0,"0"0"-362"16,0 0-60-16,0 0-31 0,0 0 20 15,0 0-42-15,0 0-50 16,0 0-23-16,0 0-26 16,0 0-11-16,0 0-8 15,0 0 5-15,0 0-6 16,0 2-10-16,-1 5-109 15,-2 2-112-15,-1-2-245 0</inkml:trace>
  <inkml:trace contextRef="#ctx0" brushRef="#br0" timeOffset="45321.248">9973 7370 932 0,'0'0'295'0,"0"0"-125"0,0 0-56 15,0 0-18-15,0 0-32 16,0 0-32-16,0 0-20 16,0 0-12-16,0 4-18 15,-6 0-112-15,-1 1-414 0</inkml:trace>
  <inkml:trace contextRef="#ctx0" brushRef="#br0" timeOffset="47696.8918">12125 6635 598 0,'0'0'240'0,"0"0"-70"0,0 0 15 15,0 0-18-15,0 0-29 16,0 0-45-16,0 0 13 16,-48-67-29-16,40 59-11 15,-3-1 16-15,-1 3-14 16,0 0-13-16,-1-1-2 16,-2 4-16-16,-4 0-8 0,1 2 2 15,-8-1-6-15,-4 2-10 16,-1 0-9-16,-4 0 9 15,3 0 1-15,-1 0 2 16,3 0 1-16,2 5 5 16,3-1-8-16,2 5 0 15,1-1-4-15,2 1-4 16,-2-2-2-16,1 3 1 16,2 0 2-16,-2 0 0 15,0-1 0-15,2 2 4 16,-2-2 6-16,-1 1-2 15,2-3 2-15,-1 2-1 16,2 1-2-16,1-2-2 0,-1 3-4 16,-1-2-1-16,1 2 0 15,-2-2 0-15,-1 1 4 16,2 0-7-16,1 2 6 16,0-3-4-16,2-1 0 15,2 1-7-15,2-1 1 16,0 1 5-16,0-1 5 15,3 3-12-15,-3-1 2 16,2 0-1-16,-1 3 0 16,3 1-1-16,0 0 0 15,0 3 8-15,0 2-7 16,2 1 4-16,1 0-5 16,0 5 0-16,0 2 1 0,0-1 0 15,2 4 8-15,-1 2 0 16,0 1-8-16,4-1 0 15,-1 1 14-15,2 0-2 16,0-2-4-16,0 0 2 16,0-1-11-16,0-4 18 15,6-2 0-15,1-2 0 16,6-5-2-16,-1 2 7 16,2-4-8-16,2 1-3 15,3-4-2-15,-1-1 1 16,3-1 3-16,3-1 0 15,-1-2-1-15,2-2 11 16,1-1 17-16,1-2-1 16,3-2-1-16,1 0-14 0,2 0 2 15,0 0 0-15,1 0-4 16,2 0-4-16,-5 0-7 16,-1 0-3-16,0-2-1 15,0-2-1-15,1-1 1 16,0 1-2-16,4-1 1 15,-3-2 1-15,0-1-1 16,-1-1-6-16,-3 1 10 16,2-4 2-16,0 0 1 15,0-3-7-15,3-2 1 16,1-2-2-16,2-6-5 16,-2 0 5-16,-1-3-6 15,-3 2 1-15,-3-1-1 0,-3 0 1 16,-2 1-1-16,-4 1 2 15,0 1-1-15,-1-2 0 16,-4 1 0-16,2 2-1 16,-2 1 0-16,-2-2-1 15,0 5-5-15,-2-1-5 16,-1 0 5-16,-2 2-1 16,1-2-14-16,-1 0-3 15,-1 2 6-15,-1-2-12 16,-1 3 10-16,-1-3 13 15,-2 3-5-15,0-1 0 16,0 1 0-16,0-3-9 16,0 0-5-16,-3-1 1 0,-5 0-8 15,0 2-3-15,0 1-4 16,0 3 17-16,1 3-10 16,-1 0 5-16,1 2 6 15,-1 2 13-15,2 2-6 16,0 1-5-16,2-1-7 15,-3 3-2-15,2 1 15 16,1 1 5-16,-1 1 9 16,-3 0-2-16,0 0-4 15,-1 0 0-15,0 0-9 16,-1 0 8-16,2 0 0 16,0 0-14-16,2 6-11 15,2 8-109-15,1-1-177 16,2-3-378-16</inkml:trace>
  <inkml:trace contextRef="#ctx0" brushRef="#br0" timeOffset="47896.1481">12277 6597 1350 0,'0'0'221'0,"0"0"-40"16,0 0-100-16,0 0-54 16,0 0-27-16,0 0-111 15,0 0-396-15,-14 7-505 0</inkml:trace>
  <inkml:trace contextRef="#ctx0" brushRef="#br0" timeOffset="56076.3603">14665 3699 1341 0,'0'0'744'16,"0"0"-521"-16,0 0 16 15,0 0-127-15,0 0-53 16,0 0-38-16,-86 72-20 0,53-18 20 16,-6 10 10-1,1 3 0-15,-1-3 11 0,1-5-19 16,4-8-15-16,7-7-3 16,2-5-5-16,3-5-107 15,-6-2-185-15,8-10-412 16,2-10-656-16</inkml:trace>
  <inkml:trace contextRef="#ctx0" brushRef="#br0" timeOffset="56294.556">14249 3946 1644 0,'0'0'373'0,"0"0"-82"15,0 0-180 1,0 0-14-16,0 0 44 0,0 0-53 15,103 71-30 1,-74-38-19-16,-1 1-6 0,-3-1-8 16,1 3-14-16,-4 0-11 15,-4-1-7-15,4 11-133 16,-5-11-320-16,-4-8-244 0</inkml:trace>
  <inkml:trace contextRef="#ctx0" brushRef="#br0" timeOffset="56514.2499">14676 4013 1803 0,'0'0'559'0,"0"0"-283"16,0 0-125-16,0 0-82 15,0 0-29-15,0 0-4 16,0 0 21-16,22 78-8 15,-13-48-22-15,-1 3-17 16,-4 0-10-16,2 1-7 16,-3 24-93-16,3-12-198 15,-4 0-363-15</inkml:trace>
  <inkml:trace contextRef="#ctx0" brushRef="#br0" timeOffset="56779.419">14483 4646 2203 0,'0'0'317'16,"0"0"-127"-16,0 0-84 15,0 0-70-15,0 0-16 16,0 0 0-16,-50 95 10 15,33-51-13-15,1 4-16 16,-2-1 7-16,2 1-8 16,-4-2 0-16,0 0-70 15,-10 9-173-15,9-15-450 16,-5-12-866-16</inkml:trace>
  <inkml:trace contextRef="#ctx0" brushRef="#br0" timeOffset="56979.9169">14196 4738 2015 0,'0'0'492'15,"0"0"-316"-15,0 0-120 16,0 0-33-16,0 0 38 16,0 0 16-16,83 103-20 15,-52-67-31-15,1 3-26 16,2 2 0-16,2-2-12 15,12 5-188-15,-11-11-378 16,-7-14-679-16</inkml:trace>
  <inkml:trace contextRef="#ctx0" brushRef="#br0" timeOffset="57293.4048">14683 4713 1822 0,'0'0'387'15,"0"0"-137"-15,0 0-147 16,0 0-39-16,0 0-13 16,0 0-4-16,98-45-12 15,-82 45-12-15,-6 0-6 16,-4 11-7-16,-3 5 8 0,-3 5 5 16,0 4 13-1,-6 8-1-15,-6 2 3 0,-1 3-2 16,-1 1 1-16,1 0-9 15,6-3-14-15,4-5-5 16,3-6-8-16,0-5 0 16,0-6-1-16,13-5 0 15,-1-2-18-15,3-3-119 16,4 0-93-16,-1-4-471 16,-7 3-970-16</inkml:trace>
  <inkml:trace contextRef="#ctx0" brushRef="#br0" timeOffset="57521.5418">14527 5304 2183 0,'0'0'290'0,"0"0"-66"16,0 0-89-16,-93 88 40 15,70-49-60-15,0 5-43 16,5 1-24-16,0 2-17 15,5-4-19-15,-2-2-6 16,4-5-6-16,1-6 0 16,-2-2-122-16,-4-7-144 15,-1-8-221-15,2-8-445 0</inkml:trace>
  <inkml:trace contextRef="#ctx0" brushRef="#br0" timeOffset="57700.1879">14200 5545 1633 0,'0'0'521'0,"0"0"-334"16,0 0-92-16,0 0 5 15,88-3 31-15,-43 12-39 16,3 4-43-16,4 4-25 16,-3 2-13-16,-4-2-11 15,10 3-6-15,-13-4-193 16,-9-6-484-16</inkml:trace>
  <inkml:trace contextRef="#ctx0" brushRef="#br0" timeOffset="58141.994">14767 5441 2181 0,'0'0'284'0,"0"0"-174"15,0 0-80-15,0 0 0 16,0 0 0-16,0 0-8 16,91-24-6-16,-79 33-8 15,-6 7-2-15,-5 1 0 16,-1 3-5-16,0 1 7 16,-5-1-7-16,-5 0 0 0,3-6 0 15,1-4 1 1,3-4-1-16,3-5 8 0,0-1 53 15,0 0 31-15,0 0-41 16,9 0-11-16,3 0-17 16,7 0 0-16,3 0 1 15,1 0-10-15,4 7-3 16,-2 0-5-16,-3 3-5 16,-5 2-1-16,-4 2 0 15,-7 4 11-15,-4 2-6 16,-2 0 8-16,-5 5-4 15,-14-2 1-15,-6 0-5 0,-5-5-6 16,-3-4-13-16,-1-8-58 16,-8-15-105-16,7-13-134 15,7-9-543-15</inkml:trace>
  <inkml:trace contextRef="#ctx0" brushRef="#br0" timeOffset="58408.398">15313 4514 1743 0,'0'0'491'0,"0"0"-311"0,0 0-77 15,0 0-69-15,0 0-16 16,0 0-18-16,0 0-1 16,15-5-17-16,-5 5-116 15,1 0-185-15,-4 0-80 16,-3 3-398-16</inkml:trace>
  <inkml:trace contextRef="#ctx0" brushRef="#br0" timeOffset="58554.0512">15329 4627 810 0,'-1'1'680'0,"1"-1"-355"16,0 0-100-16,0 0-66 0,0 0-21 15,12 0-95-15,6 0-17 16,10-7-23-16,24-21-3 16,-4 5-332-16,-3-8-601 15</inkml:trace>
  <inkml:trace contextRef="#ctx0" brushRef="#br0" timeOffset="58832.9357">16188 3588 2004 0,'0'0'388'0,"0"0"-129"15,0 0-165-15,0 0-63 16,0 0-10-16,0 0-21 16,0 0 12-16,-8 76 8 15,8-35 37-15,4 6 4 16,3 1-10-16,2 1-12 16,1 1-19-16,0-1-11 15,-1-1-9-15,6 18-105 16,-2-15-204-16,-5-6-627 0</inkml:trace>
  <inkml:trace contextRef="#ctx0" brushRef="#br0" timeOffset="59198.8401">16175 4586 1965 0,'0'0'291'16,"0"0"-107"-16,0 0-107 15,0 0 2-15,0 0 18 16,0 0-24-16,-24 92-1 16,24-70-10-16,0-1-21 15,10-3-22-15,2-5-5 16,2-2 8-16,1-6-10 0,1-4 14 15,2-1 3-15,2 0 3 16,0-12-17-16,-3-6 1 16,-1-4-7-16,-7-4-1 15,-6 1-7-15,-3 1 0 16,0 5-1-16,-3 5-54 16,-12 6-84-16,-6 8-29 15,-12 8-171-15,7 10-320 16,2 0-270-16</inkml:trace>
  <inkml:trace contextRef="#ctx0" brushRef="#br0" timeOffset="59471.4544">16282 5138 2248 0,'0'0'318'0,"0"0"-173"16,0 0-94-16,0 0 47 15,0 0 10-15,14 94 43 16,-1-52-64-16,-1 1-41 16,1 1-20-16,-4-2-8 15,-2-4-9-15,-4-4-1 16,-3-3-8-16,0-2-120 15,-2-5-178-15,-9-13-532 0</inkml:trace>
  <inkml:trace contextRef="#ctx0" brushRef="#br0" timeOffset="60351.0952">13888 3798 1243 0,'0'0'253'0,"0"0"-35"0,0 0 88 16,0 0-108-16,0 0-119 15,-89-46-51-15,53 46-21 16,-3 0-7-16,-1 10 0 15,6 7-6-15,4 4-3 16,8 6 9-16,7 9 1 16,5 7 6-16,6 7 21 15,4 8 30-15,4 13 18 16,19 17 5-16,9 16 9 16,4 10-11-16,0 1 3 15,-6-5 16-15,-6-2 1 16,-4 9 15-16,-4 6-44 15,-4 5-5-15,-3 0 9 16,-5 1-15-16,-2-2-7 0,-2 0-11 16,0-4 5-16,0-8-10 15,-2-12-13-15,2-9-14 16,0-21-9-16,0-19-4 16,3-19 3-16,8-14 0 15,5-2-8-15,7-10-64 16,14-9-88-16,45-80-105 15,-6-5-307-15,-4-16-892 0</inkml:trace>
  <inkml:trace contextRef="#ctx0" brushRef="#br0" timeOffset="60959.7849">14770 3546 1121 0,'0'0'236'0,"0"0"-81"15,0 0 20-15,0 0-38 0,0 0-81 16,0 0-37 0,0 0-12-16,70-55-6 0,-61 55 6 15,-2 5 1-15,4 19 1 16,4 20 49-16,0 30 51 15,4 31 23-15,-1 15-6 16,-3-2 58-16,3-6-48 16,-3-9-22-16,-2 3 4 15,4 6-1-15,2 0-8 16,-1 0-19-16,2-1-7 0,3-2-18 16,-3 2-11-1,-3-7 9-15,-3-10-30 0,-4-4 3 16,-5-6 0-16,-4-4 12 15,0-2 6-15,-1-15-4 16,0-10-17-16,2-14-2 16,-2-2 4-16,0 5-19 15,0 4-9-15,0 3-7 16,0-6-1-16,-2-6-5 16,-3-11-11-16,-2-10-59 15,0-15-38-15,-3-32-53 16,-1-14-351-16,0-14-453 0</inkml:trace>
  <inkml:trace contextRef="#ctx0" brushRef="#br0" timeOffset="61595.1226">15865 3419 424 0,'0'0'758'15,"0"0"-485"-15,0 0-25 16,0 0-84-16,0 0-76 16,0 0-45-16,-85-3-20 15,70 12-4-15,0 5-9 16,1 3 11-16,1 10 4 15,2 7 26-15,3 8 20 16,1 8 12-16,6 20 0 16,1 25 25-16,0 17-10 15,6 8-2-15,4-6 9 0,7-10 6 16,-2-6 3-16,3 4-26 16,-2 2 3-16,-2-2-22 15,-2 0 27-15,-5 0-23 16,-1 4-16-16,-5-4-9 15,-1-3-10-15,0-7 10 16,0-5-6-16,0 0 1 16,-1-3 2-16,-2-14-1 15,3-14-5-15,0-14-11 16,0-9-14-16,3 4-14 16,9 0-5-16,5-4-6 15,5-10-13-15,6-17-63 16,8-6-39-16,41-74-79 0,-8-1-425 15,-2-9-1186-15</inkml:trace>
  <inkml:trace contextRef="#ctx0" brushRef="#br0" timeOffset="62262.9696">16645 3091 1182 0,'0'0'249'0,"0"0"-156"0,0 0-39 16,0 0-17-16,0 0-17 15,0 0-10-15,0 0 2 16,3-4-5-16,9 4-5 16,4 0 43-16,3 9 9 15,4 4-6-15,4 5-5 16,0 7 10-16,2 6 35 15,3 10 23-15,-1 9-20 16,7 17-17-16,-1 22 36 0,0 20 49 16,-6 11-43-16,-10 4-19 15,-6-7 13-15,-6-13 4 16,-1-2 13-16,-1-8-24 16,-1 2-50-16,0 0 33 15,0-1-17-15,6 4 0 16,4 3 2-16,11 3-31 15,3 0-5-15,1-8 43 16,-5-13-14-16,0-1-14 16,-2-16-4-16,-3-12-8 15,-3-10 5-15,-6-8-7 16,0 3-1-16,-4 2-8 0,-1 2-9 16,-4-8-6-1,-3-7-12-15,0-7 0 0,-5-5 1 16,-13-4 0-16,-12-2-1 15,-14-8-27-15,-26-3-39 16,-34 0-54-16,-31-6-45 16,-17-8-48-16,33 2-397 15,25 3-487-15</inkml:trace>
  <inkml:trace contextRef="#ctx0" brushRef="#br0" timeOffset="62470.8402">16819 5591 2286 0,'0'0'955'16,"-103"43"-880"-16,81-43-53 15,1 0-22-15,-7 0-51 16,-22 2-241-16,9 8-90 15,-8-5-860-15</inkml:trace>
  <inkml:trace contextRef="#ctx0" brushRef="#br0" timeOffset="66099.1236">14774 7575 1587 0,'0'0'540'0,"0"0"-325"15,0 0-8-15,0 0-54 16,0 0-1-16,0 0-29 15,-7 0-41-15,11 0-34 16,13 1-15-16,7 2 30 16,11 3 9-16,7-5-14 0,6 0-27 15,3-1-10-15,0 0-10 16,2 0-5-16,-2 0-5 16,-2-2 0-16,-4-4-1 15,-5 2 0-15,-10-4-34 16,-11 3-111-16,-11-7-147 15,-8 1-278-15,0 1-421 0</inkml:trace>
  <inkml:trace contextRef="#ctx0" brushRef="#br0" timeOffset="66558.4213">14925 7238 1620 0,'0'0'382'16,"0"0"-76"-16,0 0-79 15,0 0 6-15,0 0-29 16,0 0-62-16,0 0-32 15,3-28-56-15,-9 31-29 16,-7 13-10-16,-4 8-6 16,-3 8 4-16,-5 2 10 0,0 5-11 15,1 3 7-15,3 0-1 16,6 0 2-16,1-1 4 16,9-1-6-16,5-3-5 15,0-4-5-15,5-3-8 16,12-4 9-16,4-2-3 15,5-7 2-15,4-4-2 16,1-4 0-16,4-5-5 16,1-4 0-16,-1 0 0 15,-5-1 0-15,-1-10-1 16,-8 0-53-16,-7-2-87 16,-10 2-181-16,-2 3-278 15,-2 1-546-15</inkml:trace>
  <inkml:trace contextRef="#ctx0" brushRef="#br0" timeOffset="66756.0883">15159 7991 1197 0,'0'0'1191'16,"0"0"-941"-16,0 0-146 15,0 0-71-15,0 0-14 16,0 0-13-16,0 0-6 16,0 1-131-16,-4-1-564 0</inkml:trace>
  <inkml:trace contextRef="#ctx0" brushRef="#br0" timeOffset="70543.2024">5507 8637 477 0,'0'0'293'0,"0"0"-56"16,0 0-30-16,0 0-22 15,0 0-35-15,0 0-25 16,0 0 10-16,5-8-21 0,-2 5 4 16,1-1-10-1,2 0-24-15,4-2-15 0,3 0-8 16,4 1-14-16,3-3-14 15,2 3-17-15,5-1-7 16,0 0-7-16,0 2 4 16,-2 0-6-16,-4 3-1 15,-5-1-24-15,-5 2-129 16,-11 0-183-16,0 0-219 16,0 5-231-16</inkml:trace>
  <inkml:trace contextRef="#ctx0" brushRef="#br0" timeOffset="70763.6888">5371 8785 1390 0,'0'0'381'16,"0"0"-44"-16,0 0-178 15,0 0-77-15,0 0-45 16,0 0-18-16,0 0-13 15,53-11-6-15,-14 0 0 16,10-2 0-16,7-1-25 16,29-1-179-16,-16 1-266 15,-11 5-702-15</inkml:trace>
  <inkml:trace contextRef="#ctx0" brushRef="#br0" timeOffset="72660.0394">9828 8920 1400 0,'0'0'383'0,"0"0"-46"0,0 0-101 16,0 0-34 0,0 0-62-16,0 0-28 0,0 0-30 15,23 0-37-15,2 3-3 16,8 1-8-16,4-3-14 15,4 2-13-15,-1-3-1 16,-2 0-4-16,-2 0-2 16,-7 0-78-16,-3-3-97 15,-9-7-138-15,-8 2-309 16,-9-1-292-16</inkml:trace>
  <inkml:trace contextRef="#ctx0" brushRef="#br0" timeOffset="72882.9204">9842 9022 1807 0,'0'0'391'0,"0"0"-121"16,0 0-147-16,0 0-33 16,0 0-17-16,0 0 39 15,83 3 10-15,-30-3-43 16,8 0-31-16,6-3-24 15,1-4-12-15,-4 0-4 16,-6 3-8-16,2 4-44 16,-16 0-205-16,-19 0-485 0</inkml:trace>
  <inkml:trace contextRef="#ctx0" brushRef="#br0" timeOffset="76796.7811">9102 1844 123 0,'0'0'203'16,"0"0"-96"-16,0 0-90 16,0 0 112-16,0 0-24 15,0 0-5-15,0 0 14 16,-6-3 0-16,6 3 6 16,0 0 6-16,0 0 0 15,0-1 6-15,0 1-14 16,0 0 10-16,0 0 1 15,0 0-12-15,0 0-10 16,0 0-29-16,8 0 33 0,8 10-3 16,4 2-16-16,5 7-8 15,5 1-13-15,-1 2-22 16,3 2 13-16,5 2-4 16,-5-2-15-16,0-4 0 15,-4-1-4-15,-4-4-4 16,-1-3-13-16,-7-1-10 15,-3-4-6-15,-5-3-4 16,-1 0-1-16,-5-4-1 16,-2 3 6-16,0-3-6 15,3 0-21-15,-3 0-84 16,0 0-68-16,0-12-178 16,0 0-328-16,0 0-478 0</inkml:trace>
  <inkml:trace contextRef="#ctx0" brushRef="#br0" timeOffset="77181.2977">9427 1872 1669 0,'0'0'474'16,"0"0"-333"-16,0 0-82 15,0 0-24-15,0 0 99 16,0 0-18-16,0 0-27 0,81 78-38 16,-57-55-17-1,-4-3-17-15,-2 1-4 0,-3-1-4 16,-3-3-7-16,-3-3 4 16,-1-2-6-16,-4 0 1 15,-2-5 0-15,-2 3 0 16,0-4 0-16,0 1 1 15,-8 0 4-15,-4-1-5 16,-6 0 1-16,0-2 4 16,-4 0-6-16,-3 1-2 15,-1-1-8-15,-2 0-25 16,1-1-29-16,3-1-52 16,-3 0-115-16,8-2-151 0,3 0-421 15</inkml:trace>
  <inkml:trace contextRef="#ctx0" brushRef="#br0" timeOffset="77385.1152">9510 2184 1980 0,'0'0'541'0,"0"0"-358"16,0 0-37-16,0 0 1 15,0 0-28-15,0 0-59 16,0 0-36-16,-7 7-24 16,0 0-37-16,1 0-225 0,-3-2-396 0</inkml:trace>
  <inkml:trace contextRef="#ctx0" brushRef="#br0" timeOffset="81633.3845">5090 10076 773 0,'0'0'664'0,"0"0"-500"16,0 0 14-16,0 0-10 0,0 0-45 15,0 0-43-15,-93-7-8 16,69 19-14-16,3 2-20 15,2 4-5-15,1 4-1 16,5 2-10-16,5 0-2 16,4 3-5-16,4 2 2 15,0 0-6-15,10 0-5 16,7 2 7-16,2 1-4 16,5 1-7-16,-2-1 9 15,-2 0-10-15,-3 3 5 16,-3-2-5-16,-5 3 5 15,-9-1 0-15,0 0 5 0,-6-1 1 16,-11 0 11 0,-3-3-6-16,-4 0-4 0,-1-3-5 15,0-4-7-15,2-4 7 16,2-7-6-16,9-6-1 16,3-5 10-16,5-2-2 15,2 0 0-15,2 0 12 16,0-2 10-16,0-4-4 15,12-2-17-15,1 3-2 16,2 4-8-16,5 1 1 16,-1 1 0-16,0 18 7 15,-1 8-8-15,-3 10 9 16,-3 8 12-16,-4 8 19 0,-7 5 23 16,-1 5 36-16,0 1-5 15,-9-1-16-15,-3 1 3 16,-1-3-36-1,1-4-11-15,2-2 0 0,2-9-5 16,2-8-5-16,0-7-9 16,4-6-3-16,1-8-5 15,1-7 1-15,0-5-7 16,0-1 1-16,0-4-1 16,0 0 5-16,0 0-5 15,0 0-1-15,1 0 0 16,10 0 0-16,0 0 0 15,3-5-8-15,0-2-36 0,1-2-45 16,0-2-72 0,7-5-101-16,-2-2-118 0,-4 3-389 0</inkml:trace>
  <inkml:trace contextRef="#ctx0" brushRef="#br0" timeOffset="81825.4087">5097 11526 2237 0,'0'0'307'16,"0"0"-216"-16,0 0-51 16,0 0-4-16,0 0-17 0,0 0-19 15,0 0-58 1,-26 25-725-16</inkml:trace>
  <inkml:trace contextRef="#ctx0" brushRef="#br0" timeOffset="84210.8937">11582 11368 1005 0,'0'0'706'0,"0"0"-414"15,0 0-43-15,0 0-113 16,0 0 14-16,0 0-37 16,0 0-41-16,13 3 29 15,17 2 49-15,8 0-31 16,5 0-21-16,2 1-43 15,0-2 2-15,1 0-14 16,-3-1-16-16,-1-1-10 16,-3-2-5-16,-8 0 1 0,-4 0-13 15,-8 0 9-15,-2 0-3 16,-7 0-4-16,-4 0-1 16,-5 0-1-16,-1 0-28 15,0 0-93-15,-10-8-169 16,-10 3-260-16,-2-1-271 0</inkml:trace>
  <inkml:trace contextRef="#ctx0" brushRef="#br0" timeOffset="84802.1788">11605 11119 937 0,'0'0'295'16,"0"0"-57"-16,0 0-29 15,0 0 38-15,0 0-21 16,0 0-53-16,0 0-29 16,0-16-25-16,0 16-31 15,0 0-14-15,-3 0-4 16,-11 7-14-16,-5 9-25 0,-8 6 9 16,-4 6 28-16,-2 0 6 15,4 0-36-15,5 0-11 16,4-1-5-16,9 0 1 15,5 0-5-15,5 1 0 16,1-1 1-16,0 2 2 16,12-3 9-16,6 1 1 15,0-2-1-15,9 1-3 16,-1-2-1-16,4-1 7 16,0-1 6-16,1-5-6 15,-1-2 0-15,2-2-9 16,-1-5-2-16,-1-2 5 0,-2-2-13 15,-3-4-8-15,-5 0 7 16,-2 0-12-16,-5-1 5 16,-2-8 0-16,-4 1-6 15,-5-2-3-15,-2 2-57 16,0-2-80-16,-9 7-180 16,-8 0-251-16,-1 2-358 0</inkml:trace>
  <inkml:trace contextRef="#ctx0" brushRef="#br0" timeOffset="87973.8872">4712 13534 963 0,'0'0'382'0,"0"0"-120"0,0 0-36 15,0 0-34 1,0 0-29-16,0 0-21 0,0 0-22 15,15-38-9-15,-3 23-45 16,3 1-23-16,4 0-10 16,-1-1-11-16,3-1-5 15,1 0-8-15,-5 6-8 16,1 0 5-16,-6 3-6 16,-3 3 0-16,-2 1-6 15,-4 3-20-15,2 0-130 16,-2 0-108-16,-3 14-117 15,0 0-138-15,0 0-427 0</inkml:trace>
  <inkml:trace contextRef="#ctx0" brushRef="#br0" timeOffset="88204.611">4717 13677 1521 0,'0'0'362'15,"0"0"-108"-15,0 0-75 16,0 0-42-16,0 0-31 16,0 0-66-16,0 0-4 15,62-12-6-15,-30 0-9 16,2-6-11-16,0 0-1 16,-1-2-9-16,0-1 0 0,-5-1-70 15,1-7-200-15,-9 4-314 16,-9 1-504-16</inkml:trace>
  <inkml:trace contextRef="#ctx0" brushRef="#br0" timeOffset="88481.4159">4996 13221 1610 0,'0'0'300'0,"0"0"-166"16,0 0-72-16,0 0-22 16,0 0 13-16,103-23-12 0,-63 23-7 15,-1 14-10-15,-5 3-6 16,-5 5-2-16,-6 2-7 16,-6 5 11-16,-9 1-3 15,-8 6-7-15,0 3-1 16,-14 4-8-16,-11 5-1 15,-16 17-49-15,2-12-261 16,9-8-571-16</inkml:trace>
  <inkml:trace contextRef="#ctx0" brushRef="#br0" timeOffset="90411.3947">5713 13109 1260 0,'0'0'317'0,"0"0"-37"16,0 0-28-16,0 0-28 16,0 0-5-16,0 0-88 15,9-36-33-15,12 30-23 16,7-2-1-16,12-1-2 16,7-1 3-16,5-1-29 0,6-2-14 15,-3 0-7-15,-4 2-10 16,-5 2-7-16,-8-1-8 15,-10 3 8-15,-9 4-8 16,-8-1 0-16,-5 4 0 16,-6 0-18-16,0 0-90 15,0 0-77-15,-23 7-112 16,-5 7-222-16,-5 3-141 0</inkml:trace>
  <inkml:trace contextRef="#ctx0" brushRef="#br0" timeOffset="90677.8313">5793 13196 1340 0,'0'0'340'0,"0"0"-53"16,0 0-79-16,0 0-29 16,0 0 74-16,0 0-48 15,93-24-21-15,-44 7-48 16,5-4-40-16,-2 0-31 15,-1-2-16-15,-2 3-28 16,-4 1-14-16,-2 2 5 16,-7 2-12-16,-8 5 0 15,-10 3 0-15,-6 5-5 16,-12 2-75-16,-10 14-226 0,-13 9-321 16,-12 2-458-16</inkml:trace>
  <inkml:trace contextRef="#ctx0" brushRef="#br0" timeOffset="92087.3532">5850 14478 854 0,'0'0'689'0,"0"0"-448"16,0 0 3-16,0 0-36 15,0 0 9-15,0 0-38 16,0 0-39-16,23-14-32 15,3 5-23-15,6 1-13 16,1-2-19-16,4 1 6 16,-1 1-19-16,1-1-20 15,-3 1-5-15,-4 1-14 16,-6 2 7-16,-5 2-7 0,-5 1-1 16,-7 2-34-1,-4 0-121-15,-3 0-65 0,-3 5-120 16,-13 7-279-16,-2 1-237 0</inkml:trace>
  <inkml:trace contextRef="#ctx0" brushRef="#br0" timeOffset="92342.8057">5758 14701 1542 0,'0'0'501'16,"0"0"-302"-16,0 0-45 15,0 0 6-15,0 0-28 0,0 0-15 16,0 0 25 0,89-22-10-16,-37 5-39 0,5-2-29 15,3-4-17-15,-5 2-7 16,-3 1-25-16,-7 3-6 16,-9 5-9-16,-10 5 0 15,-9 5-11-15,-12 2-157 16,-11 14-213-16,-18 6-318 15,-12 3-583-15</inkml:trace>
  <inkml:trace contextRef="#ctx0" brushRef="#br0" timeOffset="96162.3262">7415 15608 886 0,'0'0'568'0,"0"0"-481"0,0 0-57 15,0 0-21-15,0 0 29 16,0 0 30-16,0 0 49 15,51 0 30-15,-17 0-32 16,6 0-6-16,2 0 6 16,1 0-24-16,-1 0-4 15,0 0-12-15,0 0-13 16,-2 0-8-16,3 0-2 16,-4 0-4-16,-2 0-14 15,1 0-6-15,-5 0 7 0,5 0 5 16,-2 0 0-16,0 0 4 15,1-4 4-15,0-2-11 16,1-2-9-16,0 0-1 16,-2-3-1-16,-1-1-10 15,0 3 7-15,-1-7-8 16,-4 2 4-16,-3-2-4 16,-2-4-4-16,1-1 2 15,-4-4 1-15,1-2 2 16,-2-1-8-16,-2-4 2 15,1 0 1-15,-3-1-5 0,-1 1 1 16,-2-1 2 0,-2 2-3-16,-5-1-5 0,-1 0 5 15,-3 3 3-15,-1-2-1 16,-2-1 2-16,0 1 1 16,-2-1-2-16,-5-3-3 15,-1 1 3-15,-3 4-9 16,0-1 1-16,-1 1 0 15,0 2 0-15,0 2 0 16,-1-1-1-16,-1 4-1 16,0 1 0-16,-2 1-7 15,0 2-1-15,1 3-1 16,-4 0 4-16,-2 2-3 16,-3-1-5-16,0 3 1 15,-3 1-6-15,-3 0-11 0,0 1 13 16,0 3 2-1,0 0 0-15,3 4-3 0,-2 0-3 16,4 2 9-16,1-1 6 16,2 2-1-16,1 0 1 15,0 0 0-15,3 0 0 16,-3 0-2-16,3 0 2 16,-4 0 0-16,0 0 0 15,-4 6-3-15,0 0 3 16,3 1-4-16,-4 0 1 15,0 1 7-15,0 0 1 16,1 1 0-16,0 1-6 16,1-1 1-16,1 0 5 15,-1 2-6-15,2-3 6 0,0 2 1 16,-2-1-1-16,2 2 0 16,-6-1 0-16,-1 2 1 15,-1 0-1-15,0 0 1 16,-1-2-1-16,3 1 2 15,-1-1-2-15,3-2 2 16,6 1-1-16,3-4 1 16,2 2-1-16,2-1-1 15,3 0 1-15,0-1 0 16,-1 3-1-16,0-1-7 16,0 4 2-16,-3 2 6 0,0-1-1 15,1 2 1 1,-2 0-1-16,0 1 1 0,0 0-1 15,1 0-7-15,3 2 7 16,-2 2-1-16,4 0-5 16,0 1 6-16,2 1 1 15,2 0-1-15,3 2 0 16,0 2 0-16,2-2 0 16,1 4 1-16,0 1 13 15,0 2 11-15,0-1-1 16,7 4 10-16,2-2-11 15,0 2 10-15,5-1-5 16,-1 0 0-16,0 0 6 16,1-2-6-16,-2 0 0 15,0-2-2-15,1-1 0 0,-1 0-8 16,1-2 2-16,1-2-1 16,2-1-4-16,-2-1 5 15,2-4 4-15,1-2-7 16,-1-4-1-16,2 0 6 15,0-4 0-15,-2-1-3 16,4-3 2-16,-1-2 1 16,-2-1-8-16,5 0 4 15,-3 0-5-15,4 0-3 16,-1-7 1-16,0 1-1 16,-1-2-1-16,0 1-7 15,-3-2 5-15,-3 3-5 0,-3 0 1 16,-3 1-1-1,-3-2 1-15,-2 5-1 0,-1-1 0 16,-3 1 5-16,0-1-6 16,0 3-6-16,0 0-18 15,-3 0-81-15,-53 29-121 16,2 1-446-16,-18 6-499 0</inkml:trace>
  <inkml:trace contextRef="#ctx0" brushRef="#br0" timeOffset="99776.0494">9967 14558 133 0,'0'0'572'0,"0"0"-429"0,0 0 21 15,0 0-22-15,0 0 35 16,0 0-45-16,0 0-36 16,-39-15-16-16,27 15-9 15,-3-3 46-15,-4-1 9 16,-6 1-28-16,-4-4-13 15,-2 4-17-15,-6-1-1 16,-2-1-7-16,-7 3-12 16,-1-1 1-16,-3 3 1 15,-1 0 7-15,2 0-10 16,4 0-8-16,5 3-9 0,2 2-9 16,4 1 2-16,2 3-11 15,3 0 0 1,-1 3-4-16,0-2 1 0,0 2 1 15,-1 0 7-15,-1 2-2 16,0 1-1-16,-1 1-3 16,2-1 1-16,0 0 0 15,1 2 1-15,2 0-2 16,3 0-10-16,2 2 7 16,3 0 1-16,4 3-3 15,1 0-5-15,3 4 0 16,2 2 12-16,4 5-5 15,0-2-2-15,1 6 4 0,4-4 1 16,1 1 1 0,0 0 3-16,0-2 3 0,2 2 3 15,8 2 9-15,0 1 4 16,3 0 5-16,0 2-9 16,3 0-3-16,0 1 0 15,2 1 0-15,0-3-2 16,0-1-1-16,0-1 2 15,2-4-4-15,2 1-1 16,0-4 6-16,2-2-2 16,-2-2-4-16,4 0 0 15,-1-5-4-15,3-1 2 16,2-5-4-16,1-1 0 0,4-6 5 16,1-2-2-1,5-2-2-15,3-3 1 0,2 0-2 16,2-1-5-16,2-9 4 15,-1-1-7-15,-2-1 4 16,-3-2-10-16,-3 1 8 16,-4-1-3-16,-3 0 2 15,-1-1-2-15,0-4 0 16,1 0 1-16,2-2 5 16,-2-3-4-16,-2-4-1 15,3 2 1-15,-3-4-2 16,-4 2 3-16,-2 0-2 15,-3-2 1-15,-5 1 1 0,0 0 1 16,-4-2-2 0,-1 0 2-16,-3-1 4 0,0-1-8 15,-3-1 4-15,-3 1-4 16,-1 0-4-16,-1-3-1 16,-2 2 5-16,0-2-5 15,0-3 5-15,-3 3-6 16,-9 1 1-16,1 2-1 15,-1 2 0-15,-2 4-10 16,-3 1-4-16,2 1-1 16,0-1 3-16,-4 4-6 15,0 0 2-15,-1 0 2 16,-1 3 2-16,1 1 0 16,1 2 3-16,-1 1-7 0,0 2 1 15,2 2 7-15,-1 1-2 16,2 3-2-16,-2 0 4 15,0 3-2-15,2 0-2 16,-2 0 1-16,1 4 2 16,-1-3 2-16,-1 3-2 15,2 0 3-15,-1 0-3 16,1 0-2-16,1 3-1 16,0 0 11-16,6-1-9 15,1 3-1-15,0-3 4 16,1 2-10-16,-2 2 8 15,1 0-1-15,1 0-4 16,0 3-5-16,-3 1 1 16,3 3-6-16,0 3-139 15,-7 6-149-15,2-4-262 0,2-2-404 0</inkml:trace>
  <inkml:trace contextRef="#ctx0" brushRef="#br0" timeOffset="100479.1682">8745 15490 477 0,'0'0'215'0,"0"0"-7"16,0 0 32-16,0 0 31 16,0 0-12-16,0 0 3 15,0 0-53-15,-19-49-21 16,17 44-4-16,1 2-34 15,1 2-35-15,0 1-30 0,0 0-24 16,0 0-20-16,0 0-22 16,0 0-11-16,3 6-1 15,5 7 2-15,2 3 0 16,-4 4-1-16,-3 2-7 16,-3 6 6-16,0 4-6 15,-16 3 0-15,-13 4-1 16,-10 4 0-16,-10 5 0 15,-49 22-128-15,11-13-244 16,-2-7-551-16</inkml:trace>
  <inkml:trace contextRef="#ctx0" brushRef="#br0" timeOffset="104312.7171">8990 15336 409 0,'0'0'384'0,"0"0"-119"15,0 0-28-15,0 0-6 16,0 0-48-16,0 0-9 0,0 0-46 15,0-9-39-15,0 9-14 16,0 0-13-16,0 0-13 16,0 0-22-16,0 0-16 15,0 0-3-15,0 0-7 16,0 0-1-16,0 0-1 16,-19 6-125-16,-5 2-206 15,-12 0-661-15</inkml:trace>
  <inkml:trace contextRef="#ctx0" brushRef="#br0" timeOffset="104941.8487">6486 15470 316 0,'0'0'414'16,"0"0"-157"-16,0 0-89 15,0 0-15-15,0 0 2 16,0 0-49-16,0 0-18 0,3-15-2 16,-3 14 19-16,1 0 6 15,-1 1-24-15,2 0-40 16,-2 0-22-16,0 0-11 15,0-2-6-15,0 2-1 16,0 0-1-16,0 0-4 16,0 0 5-16,0 0-7 15,0 0 1-15,0 0-1 16,0 0-1-16,0 0-9 16,0 2-28-16,-5 15-42 0,-4 0-259 15,-7 0-716-15</inkml:trace>
  <inkml:trace contextRef="#ctx0" brushRef="#br0" timeOffset="106884.9491">7592 16710 1061 0,'0'0'362'16,"0"0"-97"-16,0 0-25 15,0 0-29-15,0 0-55 16,0 0-52-16,0 0-10 0,5 0-1 15,14 0 32 1,10 0-8-16,6-3-1 0,10 0-23 16,4-4-12-16,2 0 3 15,5-1-29-15,1-1-11 16,-1-1-23-16,-4 3-8 16,-4-3-12-16,-5 5 11 15,-9 1-6-15,-7-1-5 16,-9 4-1-16,-6-1 0 15,-8 2 0-15,-3 0-15 0,-1 0-97 16,0 0-135 0,0 8-29-16,-4 1-267 15,-1-1-627-15</inkml:trace>
  <inkml:trace contextRef="#ctx0" brushRef="#br0" timeOffset="107560.4468">9148 16648 791 0,'0'0'315'0,"0"0"-45"15,0 0-33-15,0 0-11 16,0 0-7-16,0 0-48 16,0 0-43-16,-6-8 29 15,6 6-37-15,0 0-2 16,8-2 3-16,5 1 32 16,6 1-29-16,2-1-30 15,0 0-32-15,5-1-7 16,0 2-13-16,3-3-6 15,1 1-9-15,2-2-2 0,0-1-11 16,1 0 1 0,-4 2-8-16,0-3-6 0,-7 3 0 15,-7 1 0-15,-4 1-1 16,-6 3 0-16,-5 0-67 16,0 10-141-16,-9 9-172 15,-8 1-306-15</inkml:trace>
  <inkml:trace contextRef="#ctx0" brushRef="#br0" timeOffset="109228.7879">10544 17609 451 0,'0'0'169'0,"0"0"-41"16,0 0 21-16,0 0 20 15,0 0-59-15,0 0 46 16,-85-13 8-16,75 13-5 16,2-1 42-16,4 0 15 15,2 1-35-15,2-2-18 0,0 0 12 16,0-1-32-16,0 3-16 16,0-2-16-16,2 2-28 15,10 0-32-15,7 0 27 16,10 0 9-16,7 2-15 15,5 1-14-15,1-1-17 16,2 0-5-16,0-2-9 16,2 0-5-16,-4 0-7 15,0-7-1-15,-4 1-7 16,-5-2-5-16,-8 3 4 16,-5-1-6-16,-5 2 2 0,-9 2-2 15,-4-1-8 1,-2 1-63-16,-1 0-107 0,-32 2-148 15,2 0-209 1,-6 0-308-16</inkml:trace>
  <inkml:trace contextRef="#ctx0" brushRef="#br0" timeOffset="110008.8993">10494 17355 649 0,'0'0'900'16,"0"0"-635"-16,0 0-2 0,0 0-66 16,0 0 6-16,0 0-78 15,0 0-63-15,-5-28-14 16,-3 39-14-16,-3 6 2 16,-4 5-3-16,-5 4 9 15,-1 1 4-15,-3 1-7 16,-1 2-11-16,0-3-10 15,0 2-4-15,3-3-7 16,2-4-6-16,4-2 5 16,5-3-5-16,3-1-1 15,4-7 1-15,0-3 1 16,4-1-1-16,0-5-1 0,0 0-1 16,4 3 1-16,9 3 8 15,10-3 5-15,5 4 11 16,5 0 1-16,4 0 11 15,2 1 3-15,0 1 0 16,-2 0-6-16,-1 2 2 16,0 0-4-16,-2 0 9 15,1 1 1-15,-6-4-10 16,-2-2-14-16,-8 1-4 16,-6-6-12-16,-2 2 11 15,-5-3-4-15,-3 0-7 16,-1 0 0-16,-1 0 6 15,-1 0-7-15,0-8-12 16,0-1-72-16,0-2-140 16,-6-1-68-16,-11 1-280 0,4 3-443 15</inkml:trace>
  <inkml:trace contextRef="#ctx0" brushRef="#br0" timeOffset="110207.2291">10898 17688 1753 0,'0'0'470'16,"0"0"-348"-16,0 0-19 0,0 0 9 16,0 0-54-1,0 0-54-15,0 0-4 0,-11-7-231 16,-12 25-432-16</inkml:trace>
  <inkml:trace contextRef="#ctx0" brushRef="#br0" timeOffset="114918.1101">16321 17316 565 0,'0'0'1126'0,"0"0"-831"15,0 0-65-15,0 0-78 16,0 0 53-16,0 0-37 16,-7-5-41-16,22-1-19 15,7-2-14-15,8-2-15 16,6-4 1-16,5-1-17 16,3-2-19-16,-2 0-14 0,-2 0-10 15,-6 3-10-15,-6 2-10 16,-4 2 1-16,-7 4 5 15,-6 0-5-15,-3 1 1 16,-2 3-2-16,-2 2-24 16,-2 0-44-16,-2 0-88 15,0 0-58-15,0 0-36 16,-12 17-118-16,-3 1-187 16,-3-3-132-16</inkml:trace>
  <inkml:trace contextRef="#ctx0" brushRef="#br0" timeOffset="115205.5176">16381 17399 1257 0,'0'0'389'0,"0"0"-64"0,0 0-22 15,-88 24 10-15,77-20-51 16,7-4-36-16,2 0-57 16,2 0-46-16,0 0-36 15,17-4-3-15,14-5 0 16,14-5-21-16,7-3-3 15,12-3-21-15,2-3-15 16,2-1-8-16,3 2-5 16,0 1-4-16,-2 2-5 15,-5-1 4-15,-6 4-6 16,-11 3 0-16,-12 6-7 0,-15 2-54 16,-14 5-56-16,-6 0-59 15,-54 29-107-15,-6 0-208 16,-13 0-404-16</inkml:trace>
  <inkml:trace contextRef="#ctx0" brushRef="#br0" timeOffset="223630.5712">5099 14377 1602 0,'0'0'367'0,"0"0"-144"0,0 0-65 16,0 0-35-16,0 0-37 15,0 0-60-15,38-35-25 16,-20 30 0-16,0-2-1 15,-1 5-1-15,-3 2-49 16,-3 0-140-16,-6 0-134 16,0 2-155-16,-5 8-124 0</inkml:trace>
  <inkml:trace contextRef="#ctx0" brushRef="#br0" timeOffset="223790.0685">5085 14489 722 0,'0'0'402'0,"0"0"-88"0,0 0-49 15,0 0-90-15,0 0-28 16,0 0-52-16,0 0-52 16,27-10-31-16,3-8 11 15,6-6-23-15,13-13-57 16,-9 4-210-16,-9 6-404 0</inkml:trace>
  <inkml:trace contextRef="#ctx0" brushRef="#br0" timeOffset="224027.1762">5285 14137 1577 0,'0'0'306'0,"0"0"-184"16,0 0-71-16,0 0 40 15,0 0 12-15,97-3 4 16,-67 9-28-16,-8 8-39 15,-7 5-11-15,-12 8 12 16,-3 9 12-16,-40 22-17 16,-42 23-9-16,-48 24-27 15,-31 11-117-15,27-27-172 16,14-20-710-16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05-24T09:17:53.8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15898 15196 1318 0,'0'0'721'0,"0"0"-470"15,0 0-82-15,0 0-43 0,0 0 52 16,0 0 31-16,102 8-31 16,-16 0-54-16,28 0-28 15,9 2-32-15,-7-3-20 16,-16 1-17-16,-29-2-9 16,-16 0-18-16,-16-4 7 15,-10 1-7-15,-7 0 0 16,-4 0-45-16,-6-2-56 15,-12-1-14-15,0 0-108 16,-36 0-64-16,-3 0-297 16,-6 0-300-16</inkml:trace>
  <inkml:trace contextRef="#ctx0" brushRef="#br0" timeOffset="223.7318">16026 15322 1677 0,'0'0'560'0,"0"0"-422"16,0 0 47-16,101 7 45 16,-14-3 45-16,35 1-118 15,12 1-68-15,-2 0-4 16,-11-2-19-16,-33 0-35 16,-23 0-16-16,-17 0-6 15,-15-1-8-15,-5-1-1 0,-7 1-81 16,-21-3-127-1,-5 0-274-15,-23 0-326 0</inkml:trace>
  <inkml:trace contextRef="#ctx0" brushRef="#br0" timeOffset="3933.6865">1446 12588 1647 0,'0'0'232'0,"0"0"-98"15,30-79 29-15,-10 50 5 16,4 4-16-16,2 8-39 16,8 8-27-16,-3 9-34 15,5 5 9-15,-6 23 39 16,-5 15 42-16,-7 9 2 0,-11 8-24 15,-7 5-20-15,-4 1-31 16,-21-1-16-16,-11-3-20 16,-6-7-9-16,-4-5-12 15,3-11-11-15,5-10 8 16,10-12-7-16,7-14 7 16,9-3-3-16,2-18-6 15,7-13-1-15,3-8 1 16,0 0 0-16,10-1 6 15,10 8-6-15,-1 5 0 0,5 7 0 16,-2 6 0 0,0 6-1-16,-1 5-7 0,-2 3-14 15,-2 0-46-15,1 8-35 16,-3 5-72-16,10-1-152 16,-4 0-211-16,-3-4-376 0</inkml:trace>
  <inkml:trace contextRef="#ctx0" brushRef="#br0" timeOffset="4300.0938">1981 12264 1969 0,'0'0'354'0,"0"0"-109"16,0 0-99-1,0 0-29-15,0 0-11 0,0 0 31 16,0 0 18 0,30 72-21-16,-27-32-36 0,-3 7-20 15,0 5-18-15,0 2-12 16,-5 3-8-16,-2-1-13 16,3-2-9-16,4-7-6 15,0-6 0-15,4-7 0 16,14-13-1-16,7-5-11 15,8-7 9-15,12-9 3 16,13 0-6-16,6-14-4 16,8-9 5-16,-1-4-7 0,0-4-68 15,-5 3-23-15,-13 2-86 16,-16 4-120-16,-22 6-271 16,-15 5-498-16</inkml:trace>
  <inkml:trace contextRef="#ctx0" brushRef="#br0" timeOffset="4678.0848">1171 13300 1980 0,'0'0'338'0,"0"0"-242"0,0 0 3 15,0 0-8-15,0 0 42 16,142-32 4-16,19-19 4 16,40-15-16-16,20-6-24 15,-3 5-10-15,-30 11-24 16,-5 8-28-16,-20 4-6 15,-26 5-10-15,-34 11-8 16,-39 8-5-16,-30 9 7 16,-20 5-17-16,-5 4-1 15,-8 2-9-15,-1 0-19 0,-38 8-73 16,-76 31-199 0,2-2-286-16,-13 2-496 0</inkml:trace>
  <inkml:trace contextRef="#ctx0" brushRef="#br0" timeOffset="5127.0936">1531 13394 474 0,'0'0'1584'0,"0"0"-1375"0,0 0-9 16,40-72-11-16,-15 55-22 15,2 5-46-15,1 6-29 16,1 6-19-16,-2 0-16 16,1 18 3-16,-7 10 16 15,-3 8 2-15,-8 6-5 16,-8 3-13-16,-2 4-10 15,-6 0-13-15,-13 1-19 16,-1-6-7-16,-1-8-10 16,6-10-1-16,3-12 8 15,5-12-2-15,2-2-6 16,1-16-14-16,4-10-4 16,0-4-3-16,0-3 5 0,15 2-2 15,4 3-11-15,3 3-5 16,1 5-10-16,7 3-22 15,0 6-74-15,1 1-107 16,20 0-61-16,-8 0-309 16,-3 4-566-16</inkml:trace>
  <inkml:trace contextRef="#ctx0" brushRef="#br0" timeOffset="5577.1235">2139 13254 1633 0,'0'0'853'0,"0"0"-734"0,0 0-27 16,0 0-45-16,0 0 32 16,0 0-42-16,0 0 17 15,96-22 18-15,-57 15-18 16,-1 0-23-16,-7-1-3 15,-6 5-7-15,-8 1-4 16,-9 1-7-16,-1 1 2 16,-7 0 12-16,0 1 17 15,0 13 14-15,-13 10 27 16,-4 10-8-16,-5 5-25 16,-3 7-2-16,-1 0-19 0,1-1-5 15,5-2-1-15,6-7-1 16,5-4-4-16,6-9-1 15,3-5-4-15,0-6 0 16,3-3-4-16,9-6-2 16,4-3-6-16,7 0 1 15,6 0 10-15,4-11-2 16,3-4-8-16,0-3-1 16,-5 4-70-16,-4-1-62 15,-12 4-78-15,-2 3-270 16,-10 5-377-16</inkml:trace>
  <inkml:trace contextRef="#ctx0" brushRef="#br0" timeOffset="5819.8014">2555 13477 2246 0,'0'0'379'0,"0"0"-212"16,0 0-81-16,0 0 120 15,0 0-43-15,0 0-48 16,0 0-23-16,75 91-25 16,-62-71-19-16,-5-1-18 15,-1-3-15-15,-2-2-7 16,-1-3-8-16,-2-4-20 16,-1-4-85-16,-1-4-98 0,0-15-173 15,-3-8-593-15</inkml:trace>
  <inkml:trace contextRef="#ctx0" brushRef="#br0" timeOffset="6169.0908">2770 12950 1955 0,'0'0'315'0,"0"0"-66"15,0 0-78-15,0 0-52 16,0 0-25-16,0 0-20 15,-82 43 32-15,70-30-9 16,2-2-31-16,5-4-21 16,4-2-16-16,1 2-15 0,0-2-6 15,0 2-7-15,1 2 9 16,11 2-10-16,0 5 1 16,0 1 8-16,4 3 0 15,-2 4 6-15,2 0 3 16,-2 5 2-16,2-1 8 15,-2 0-13-15,-1-2-3 16,-2-4 2-16,-1-3-13 16,0-4 0-16,-1-4-1 15,-1-3-23-15,2-5-57 16,3-6-203-16,-3-11-221 16,1-8-406-16</inkml:trace>
  <inkml:trace contextRef="#ctx0" brushRef="#br0" timeOffset="6493.5733">3031 13009 1842 0,'0'0'320'16,"0"0"-193"-16,0 0-41 16,0 0 65-16,-19 78-41 15,4-44-50-15,-2 0 4 16,-5 0-12-16,0-4-11 15,4-8 6-15,1-8 7 16,10-6-12-16,5-8 2 16,2 0-18-16,2-5-6 15,10-4 8-15,6-3-11 16,-1 4-8-16,4 2-8 16,2 2 0-16,-1 2 0 0,1 2 0 15,1 0 0-15,-2 0-1 16,-4-2 0-16,0 0-28 15,-6-1-162-15,-3-6-92 16,-5-3-273-16,-1-1-648 0</inkml:trace>
  <inkml:trace contextRef="#ctx0" brushRef="#br0" timeOffset="6794.5217">3137 12900 1872 0,'0'0'319'0,"0"0"-94"16,0 0-81-16,0 0 42 16,0 0-10-16,0 0-38 15,85-21 1-15,-62 31-29 16,-1 6-12-16,2 4-15 16,-4 6-1-16,0 3-13 15,-1 3-7-15,-2-1-25 16,-2 4-7-16,-5-3-1 15,-2 1-22-15,-6-4-1 16,-2 1-5-16,0-3 0 16,-10-2-1-16,-8-5 0 0,-3-3-51 15,-7-8-66-15,-21-12-85 16,6-14-374-16,-1-8-692 0</inkml:trace>
  <inkml:trace contextRef="#ctx0" brushRef="#br0" timeOffset="8249.4422">2454 12386 1207 0,'0'0'292'15,"0"0"-8"-15,0 0-48 16,0 0-54-16,0 0-37 15,0 0-6-15,107-49 22 16,-50 34-46-16,6 3-14 16,7-2 31-16,-3 3-34 0,4 2-18 15,-5-1-23 1,-6 5-24-16,-7-1-11 0,-9 3-10 16,-5 1-4-16,-11-1-7 15,-4 3 5-15,-11-1-5 16,-4 1-1-16,-6 0-1 15,-3 0-63-15,0 0-109 16,0-5-61-16,-13 2-247 16,-2-2-443-16</inkml:trace>
  <inkml:trace contextRef="#ctx0" brushRef="#br0" timeOffset="8565.9434">3071 12073 1935 0,'0'0'279'0,"0"0"-122"0,0 0-102 15,0 0 38-15,0 0 8 16,0 0 4-16,106 20-17 16,-60-4-18-16,1 1-7 15,-1 0 3-15,-6 3-8 16,-7 2-13-16,-9-1-6 15,-7 1 6-15,-9 1 3 16,-8 2-5-16,0 1-4 16,-11-1-14-16,-12 3-13 15,-7 0-6-15,-1-2-5 0,-6-1 0 16,1-1-1-16,-1-1-66 16,-14 2-171-16,9-3-223 15,3-8-544-15</inkml:trace>
  <inkml:trace contextRef="#ctx0" brushRef="#br0" timeOffset="9701.4396">3750 12101 1262 0,'0'0'243'15,"0"0"40"-15,0 0 45 16,0 0-45-16,0 0-110 15,0 0-94-15,0 0-13 16,-79 13 1-16,72 16 8 16,7 10-1-16,0 2 3 15,0-2-34-15,14-1-24 16,6-3-19-16,5-6 0 16,5-2-20-16,2-4-56 15,18-7-122-15,-11-5-148 16,-6-6-478-16</inkml:trace>
  <inkml:trace contextRef="#ctx0" brushRef="#br0" timeOffset="10306.4139">3923 12162 1388 0,'0'0'290'16,"0"0"-86"-16,0 0-33 15,0 0-93-15,0 0 4 16,0 0 24-16,100 14 16 0,-77 8-32 15,-7 6-3 1,-3 0 2-16,-10 0-10 0,-3 0-6 16,0-5-37-16,-6-2-15 15,-7-6-12-15,5-4-8 16,1-6 1-16,4-5 8 16,3-2-10-16,0-18-64 15,3-7-38-15,12-7 1 16,9-4 20-16,1-2 19 15,3 3 14-15,-1 1 26 16,-4 3 9-16,-4 5 12 16,-5 6-1-16,-6 5 2 15,-3 5 0-15,-4 5 1 0,-1 6 32 16,0 1 40 0,0 0-12-16,-6 10-50 0,-5 11 9 15,0 5-2-15,0 8-5 16,3 4 4-16,5-2 0 15,3-2-5-15,0-4-11 16,3-8 0-16,10-5-1 16,-2-6 1-16,0-6 0 15,1-5 8-15,-1 0-7 16,5-15 7-16,-2-9-8 16,-1-5-1-16,-4-8 1 15,-4-5 0-15,-4-3 0 16,-1 4 0-16,0 4 1 15,-9 7-1-15,-2 12 0 16,-4 10-1-16,-2 8-20 0,4 1 5 16,0 19 8-1,3 4-4-15,7 1-105 0,3 1-124 16,5-7-278-16,36-8-46 16,-5-6 408-16,3-5-171 0</inkml:trace>
  <inkml:trace contextRef="#ctx0" brushRef="#br0" timeOffset="10585.8248">4436 12025 578 0,'0'0'367'16,"0"0"-11"-16,0 0-31 16,0 0-5-16,0 0-58 15,0 0-58-15,0 0-73 16,0-44-75-16,0 59-31 16,0 3-4-16,0 3 0 15,2 2-9-15,8-2-1 16,2-2-11-16,3 0 1 0,-1-4 0 15,0-1 1-15,-2-3 4 16,-4-3-6-16,1-1 0 16,-8-2-1-16,-1 0-8 15,0 0 8-15,-6 2-16 16,-10 3 16-16,-6-3 1 16,-1 3-1-16,-2-3-133 15,2 0-53-15,4-7-90 16,4 0-265-16,9-5-777 0</inkml:trace>
  <inkml:trace contextRef="#ctx0" brushRef="#br0" timeOffset="10855.1302">4679 11867 1300 0,'0'0'334'15,"0"0"-5"-15,0 0-149 16,0 0-41-16,0 0 21 15,0 0-32-15,-35 88-31 16,29-57-21-16,6-3 3 16,0-3-16-16,6 0-10 15,10-4-35-15,5-1-4 16,0 1-2-16,4-1-4 16,-1-1-8-16,-2-2 0 15,-6-1 0-15,-5 0-1 16,-3-2-8-16,-8 4-25 15,-12 8-119-15,-9-2-195 0,-11-3-420 0</inkml:trace>
  <inkml:trace contextRef="#ctx0" brushRef="#br0" timeOffset="13574.3007">4911 13140 224 0,'0'0'402'15,"0"0"-221"-15,0 0-100 16,0 0 36-16,0 0 55 16,0 0-23-16,0 0-8 15,-2-30-34-15,-4 30-22 16,-3 0-2-16,-3 0-9 16,-3 3-17-16,-7 9-14 15,-6 1 1-15,-7 6 79 0,-4 3-48 16,-1 1-34-16,0 1-1 15,5 1-10-15,1-1 7 16,1 1-11-16,2 3 1 16,1 2 3-16,2 1-10 15,0 2 9-15,-1 4 0 16,-2 2-12-16,4 2-10 16,0 3 8-16,1 2-5 15,-3 1 1-15,1 4-4 16,4 1 1-16,3-1 6 15,5-3 3-15,10-2-5 16,4-5-2-16,2 2 2 16,0-1-3-16,11-1-8 15,5 2 9-15,2 5-8 0,1-1 7 16,2-1-8-16,-2 3 0 16,0-2-1-16,-2-2 2 15,-3 0-1-15,-5-1 5 16,3 1 0-16,-6 1 2 15,-2 3-2-15,-2 4 3 16,-2 3-3-16,0 15-5 16,0-6 11-16,-6 3-12 15,-6 1 2-15,-2-13-1 0,1 6 11 16,0-3-12 0,-1-8 9-16,8-4-3 0,1-7-6 15,0-3 6-15,5-5 3 16,0-6-3-16,0-5-5 15,7-1-1-15,-1-3 1 16,3-1-1-16,-1 1 1 16,-1-2-1-16,-1 1 1 15,-3 4 1-15,0-3-1 16,-2 3 0-16,1-2-1 16,-1 2 0-16,1-3 0 15,1 0 0-15,-1 0 8 16,2-3-7-16,0-1 0 15,-1-4 0-15,0-5 0 16,0-1-1-16,2-2 9 0,-1-1-8 16,6 0 1-1,4 0-1-15,7 0 5 0,9-3-6 16,10-5 1-16,14-3 0 16,7 0 0-16,6 2 0 15,8 0 5-15,1 4-5 16,-2 0-1-16,1 3 0 15,-5 0 1-15,4-1 0 16,-2 2-1-16,-3-1 0 16,-5 0 0-16,-2-3 0 15,-2 0 1-15,-2-2-1 16,-1-3 1-16,-1-2-1 16,3-2 0-16,-1-5 0 15,3-2 1-15,2-3-1 16,1-5-1-16,-1-1 0 0,-2-5 0 15,-2-1 1-15,-2-1 1 16,-2-1-1-16,-5 3 1 16,-1 2-1-16,-7 4 1 15,-4 5 0-15,-7 4-1 16,-8 6 1-16,-4 5 0 16,-8 2-1-16,2 3 1 15,-2 1-1-15,0 0 1 16,5 0-1-16,0-1 1 15,3-1 0-15,2-2 0 16,1-3-1-16,0-2 2 16,-2-5-1-16,-2-3 0 15,-6-5 8-15,-3-5 6 0,-3-10 6 16,-5-8-1-16,-1-21 0 16,0-21-3-16,-13-21-10 15,-5-3-1-15,-4 9 3 16,-2 24-3-16,5 26 0 15,-1 14 3-15,-5 3 2 16,-8-6 7-16,-10-6 6 16,-7-8-3-16,-5 1-1 15,0-1-3-15,2 1-5 16,5-1-3-16,3 5 6 16,9 1 3-16,5 4 0 15,7 3-5-15,6 1-2 0,0 0-1 16,3 1-4-16,-1-3 0 15,-2-2-4-15,-6-3 4 16,-1 2-5-16,-7-3-1 16,-2 4 0-16,-6 3 0 15,-2 6 0-15,-3 5 1 16,-5 4 7-16,-7 7-7 16,-1 8 0-16,-6 4 5 15,-6 11-5-15,-3 0 5 16,-2 2-6-16,-1 15 0 15,8 2 0-15,6 5 0 16,10 0 0-16,10 1-1 16,8-1 0-16,13-3-10 15,7-4 10-15,7-2-28 0,7 0-64 16,0-4-32-16,7 0-1 16,10-4-77-16,26-7-67 15,-3 0-291-15,-1 0-100 0</inkml:trace>
  <inkml:trace contextRef="#ctx0" brushRef="#br0" timeOffset="13755.1441">5438 13050 1920 0,'0'0'217'0,"0"0"-152"16,0 0-37-16,0 0-13 15,0 0-7-15,0 0-8 0,0 0-10 16,19-7-63-16,6 18-295 16,0-4-700-16</inkml:trace>
  <inkml:trace contextRef="#ctx0" brushRef="#br0" timeOffset="14565.9825">7821 14797 1984 0,'0'0'350'0,"0"0"-216"0,0 0-18 16,0 0 16-16,0 0-26 15,0 0 21-15,0 0 39 16,49 50-37-16,43-33-36 16,34-4-26-16,17-4 1 15,-3-9-13-15,-3-2-10 16,-15-12-10-16,-1-6-8 15,-8-3 1-15,-17 7-10 16,-30 0 0-16,-24 7-9 0,-17 1-8 16,-4 3-1-16,-9-2-13 15,-3 5-26-15,-9 1-10 16,-11 1-55-16,-23 0-89 16,-54 17-159-16,8 3-107 15,-8 2-222-15</inkml:trace>
  <inkml:trace contextRef="#ctx0" brushRef="#br0" timeOffset="14856.9448">7949 15108 506 0,'0'0'1697'0,"0"0"-1429"15,0 0-62-15,0 0-96 0,0 0 108 16,0 0-4-16,0 0-73 15,148 30-20-15,-53-25-31 16,21-5-22-16,7 0-13 16,-7-10 1-16,-10-6-17 15,-14-1-11-15,-5-1-10 16,-14 2-7-16,-18 1 4 16,-13 5-15-16,-12 1 9 15,-3 2-9-15,-7-1-26 16,-8 3-53-16,-12 5-65 15,-67 10-96-15,-7 10-311 16,-19 1-406-16</inkml:trace>
  <inkml:trace contextRef="#ctx0" brushRef="#br0" timeOffset="21585.0918">19275 17053 1662 0,'0'0'501'0,"0"0"-279"0,0 0-6 16,0 0-15-1,0 0-2-15,0 0-72 0,30-17-54 16,0 14 1-16,11-2-25 15,9-3-18-15,9 0-2 16,5 0-14-16,7 1-3 16,0-3-5-16,-3 0-5 15,-6 0 7-15,-10 1-9 16,-13 2 0-16,-14 2-26 16,-10 0-86-16,-12 1-86 15,-3 0-28-15,-21 4-129 16,-9 0-405-16,-4 0-326 0</inkml:trace>
  <inkml:trace contextRef="#ctx0" brushRef="#br0" timeOffset="21783.0551">19418 17152 1365 0,'0'0'397'16,"0"0"-60"-16,0 0-86 15,0 0 8-15,0 0-82 16,111-4-73-16,-46-7-35 15,0-1-22-15,6-1-8 16,1 4-13-16,-16 1-11 16,-6 3-15-16,-15 2 0 15,-31 3-110-15,-4 0-171 16,-27 0-442-16</inkml:trace>
  <inkml:trace contextRef="#ctx0" brushRef="#br0" timeOffset="25871.1113">7500 17377 310 0,'0'0'168'15,"0"0"-144"-15,0 0 105 16,0 0 16-16,0 0-3 16,0 0-31-16,-13 0 45 15,13 0 1-15,0 0-29 16,0 0-9-16,0 0-11 0,0 0 10 16,0 0-5-16,0 0-10 15,0 0 2-15,0 0-15 16,0 0-7-16,0 0-29 15,2 0 9-15,9 0 1 16,7 0 19-16,6 0 8 16,4 0-24-16,9 0-9 15,4 0-7-15,2 2-5 16,2-1-9-16,0 2-4 16,2-3-4-16,1 1-2 15,-3-1 3-15,5 0 8 16,-4 0-11-16,1 0 0 15,-1 0-6-15,0 0-4 0,3-1 1 16,5-3 0-16,3 2 15 16,4-1 1-16,4 3-10 15,0 0-6-15,-3 0-3 16,2 0-2-16,-1 0-2 16,-2 0 5-16,2 3-14 15,-3-3 11-15,-1 2 1 16,-2-1-7-16,-2-1 1 15,-1 0-1-15,-3 0-6 16,4 0 10-16,-3 0-5 16,-1 0 0-16,1 0 1 15,-1 0 2-15,5-1-8 16,0-1 7-16,2-1-2 16,6-1 4-16,3 1-8 15,1 1 7-15,4 0-8 0,3 2 12 16,-2 0-13-16,3 0 1 15,-5 0 13-15,0 0-13 16,-5 0 5-16,0 0-6 16,-6 2 0-16,-1-1 0 15,-1 2 0-15,0-2 5 16,1 3-4-16,3-4 0 16,6 0 5-16,-1 0-5 15,3 0 7-15,0 0-8 16,2 0 1-16,-2 0 5 15,0 0-5-15,2-5 0 0,-4 2 11 16,-2 0-11 0,1 1 1-16,-4-1-2 0,1 0 0 15,-6 0-1 1,4 0 1-16,0 1 0 0,0-1 2 16,1 0-1-16,0 0 0 15,2 1 5-15,1 2-5 16,1-3 6-16,3 1-1 15,0 2-4-15,0-1 5 16,2 1-1-16,-3 0 2 16,-2 0 2-16,-2 0-2 15,0 0-7-15,-4 0 2 16,0 3 3-16,-3 0-7 16,2-1 2-16,-1 1-1 0,0 1 1 15,0 0 5-15,-1-1-6 16,-1 2 8-16,1-1-7 15,-1-2 0-15,-2 0 7 16,3-1-2-16,0-1-5 16,4 1 5-16,-4-1-5 15,6 2 0-15,-1-1 1 16,-1 3 4-16,4-4 4 16,-4 0-9-16,-1 3-1 15,-1-1-1-15,-2-1 1 16,-2 2-1-16,0-3 1 15,-1 1 0-15,1 1-1 16,-3-1 1-16,1 1 0 0,0 0 0 16,-2-2 0-16,0 3 1 15,-2-3-1-15,0 0 1 16,-1 0 0-16,1 0 0 16,-3 2 0-16,0-2 0 15,-1 1 0-15,2-1 0 16,2 0 0-16,4 0-1 15,5 0 8-15,3 0-8 16,2 0-2-16,2 0 1 16,-4 2-1-16,-2 2-4 15,-2-4 6-15,-6 3 0 16,-9-3 1-16,-1 0-1 16,-6 0 0-16,-2 0 1 0,-2 0-1 15,-3 0 0 1,-2 0 0-16,-2 0 1 0,-2 0-1 15,1-2 2-15,-2 1-1 16,0-3-1-16,-2 1 1 16,2 1 1-16,-2-1-2 15,-4 1 1-15,-1-1-1 16,0 1 0-16,-4 1 1 16,-1-2 0-16,-4 2 0 15,-2-1 0-15,0-1 0 16,0 3 5-16,-2 0 0 15,0-5 0-15,1 2-4 16,-1 0 4-16,1 0 0 0,0-4-5 16,0 1 8-16,1-5-9 15,-1-2 2-15,0-6-1 16,0-5 0-16,1-8 5 16,-2-11-6-16,1-17 1 15,1-20 0-15,4-18 5 16,1 8 3-16,0 18-8 15,-3 19-1-15,0 14 2 16,0-6 4-16,1-6-6 16,1-5 0-16,-1 3-8 15,-1 1 7-15,0 4 0 16,1 1 1-16,-2-1 0 16,0 6-1-16,-2 3-5 15,-3 5 5-15,0 3 0 0,0 5-8 16,0 4 0-1,0 4 8-15,-2 4-7 0,-3 2 7 16,1 3-8-16,-1 4 0 16,-3 0 0-16,0-2 1 15,-5 2 7-15,-7-1-8 16,-5-1 3-16,-9-1 5 16,-8-3-1-16,-10 1 2 15,-19-6 0-15,-20-4-6 16,-20-2 6-16,-6-3 0 15,7 0 5-15,13 5-4 16,11 1-1-16,2 1 2 16,-3 1 4-16,1 1-1 0,-6-1-4 15,-4 2-2-15,-10-1 1 16,-11 1 0-16,-12-2-1 16,-7 0-4-1,-4 1 5-15,0 3 1 0,4-2 5 16,2 2-5-16,9 3 7 15,4-1-8-15,7 5 0 16,2-2-1-16,1 4-8 16,3 0 7-16,-3 2 1 15,-3 1 1-15,2 1 0 16,-3 0 0-16,2 0 4 16,1 0-4-16,2 0-9 15,0 3 9-15,1 1-6 16,-2-3 5-16,-4 0 0 15,-2 1 1-15,-6-1-1 0,-4 1 0 16,-4 0 0-16,-6 1 1 16,3-3 0-16,-2 3-1 15,0 0-5-15,-1 0 0 16,-2-2 5-16,2 0-5 16,4 2 5-16,5 0 1 15,4-3 1-15,6 2-1 16,5-2 0-16,8 0-1 15,0 1 1-15,1 2 0 16,0 0-1-16,3 2 1 16,1 1 1-16,3 0 0 15,3 1-1-15,5-1 1 0,3-1 0 16,9-1-1-16,17 1-1 16,-7 0 1-16,7-1 0 15,1 1-1-15,-8 3 0 16,-3-1 1-16,0 2-1 15,-12-2 1-15,-11 6-1 16,1-2 1-16,-21 2 0 16,-1 0 1-16,21-1-1 15,22-5 5-15,24-3-5 16,7 1-2-16,-9-1 1 16,-3 1 0-16,-6 3 1 15,4-1-1-15,3 0 1 16,4 1-1-16,3 0 1 15,1 1 0-15,3 0 0 0,-1 1 0 16,1 0 4-16,3 0-2 16,4 2-4-16,-2 1 4 15,3 0-2-15,-1-1 0 16,-1 0 0-16,1 1 0 16,0 1 1-16,-1-2 0 15,3-1 0-15,1 2 0 16,0-3 0-16,0 0-1 15,3 2 1-15,2-4 0 16,1 0-1-16,8-2 0 16,5-4 0-16,5 1 0 15,3-3 0-15,3 0-1 0,0 0-8 16,0 0 8 0,0 0 0-16,0 0-8 0,0 4 8 15,0 1-5-15,2 6 6 16,4 3 0-16,1 5 0 15,5 4 0-15,-3 5 0 16,2 6 1-16,-1 4 0 16,-1 4-1-16,-2 6 1 15,0 0 0-15,1 5-1 16,0 0 1-16,-4 2 1 16,2-1-1-16,0 1 5 15,0-1-6-15,-3-1-1 16,3-1 1-16,-3-2 0 15,2-2 0-15,-2-3 8 0,1-2-7 16,2-2 4-16,0-3 2 16,0-6-6-16,0-2 5 15,0-7-6-15,3 1 1 16,-2-7 10-16,1-2-10 16,-1-1 7-16,0-2-8 15,1 1 2-15,1-2-1 16,1 0 7-16,-1 0-7 15,2 1 0-15,2 0 5 16,-2-2-5-16,5 3 1 16,-3-2-1-16,7-1 5 15,-1 0-5-15,7-1 0 16,2-4 5-16,6 0 0 0,4-2 3 16,6-3-3-1,3 0 5-15,3 0-2 0,2 0 1 16,2-5-1-16,-3-2-1 15,-2 0-1-15,-4 4-5 16,-5-2-1-16,-9 3 5 16,-8 1-5-16,-5 1 0 15,-8-2-1-15,-1 2 1 16,-5 0 0-16,-2 0 0 16,-2 0-1-16,0 0 1 15,0 0-1-15,3 0-1 16,-3-1-24-16,0 1-29 15,0-3-44-15,0 0-61 0,-11 0-133 16,-6-1-282 0,-4 0-310-16</inkml:trace>
  <inkml:trace contextRef="#ctx0" brushRef="#br0" timeOffset="26065.1574">7673 17430 2322 0,'0'0'312'15,"0"0"-233"-15,0 0-52 0,0 0-16 16,0 0-11 0,0 0-155-16,0 0-332 15,-76-24-1174-15</inkml:trace>
  <inkml:trace contextRef="#ctx0" brushRef="#br0" timeOffset="45020.2348">7627 13162 1515 0,'0'0'393'0,"0"0"-95"15,0 0-24-15,-18-73 19 16,16 62-5-16,1 5-82 16,1 6-76-16,0 0-49 15,0 6-47-15,1 17-11 16,8 10 25-16,3 9 0 16,-3 5-17-16,0-2-5 15,-2-1-14-15,-2-3-6 16,-3-5-6-16,-2-4-5 0,0-3-1 15,0-6-28-15,-1-2-58 16,-10-6-71-16,-1-2-171 16,-11-13-201-16,5-4-170 15,-4-9-398-15</inkml:trace>
  <inkml:trace contextRef="#ctx0" brushRef="#br0" timeOffset="45213.2472">7418 13433 1326 0,'0'0'393'16,"0"0"-4"-16,0 0-62 15,0 0-61-15,0 0-60 16,0 0-89-16,0 0 39 0,9 44-60 16,22-18-28-16,8 0-17 15,7 1-22-15,3-3-11 16,1-3-8-16,-3-4-4 16,-6-6-6-16,-2-2-6 15,-4-9-151-15,-1-7-295 16,-7-12-152-16,-9-9-621 0</inkml:trace>
  <inkml:trace contextRef="#ctx0" brushRef="#br0" timeOffset="45397.3837">7857 13255 2043 0,'0'0'320'0,"0"0"-157"16,-53 79-32-16,29-29 51 0,-1 5-28 15,0 6-88-15,1 0-35 16,3 1-19-16,0-1-12 16,-3 21-58-16,2-16-273 15,4-15-933-15</inkml:trace>
  <inkml:trace contextRef="#ctx0" brushRef="#br0" timeOffset="46476.1055">8161 13082 1661 0,'0'0'298'0,"0"0"-94"0,0 0 6 15,0 0-57-15,0 0-57 16,0 0-45-16,0 0-21 16,-11 13-2-16,25 13 19 15,4 5 8-15,7-2-25 16,0-3-20-16,5-7-2 15,0-5 5-15,0-5-7 16,-1-9-5-16,-4 0-1 16,-3-8-6-16,-6-11-2 15,-5-4-4-15,-5-4 0 16,-5 1 11-16,0-2 1 0,-1 6 0 16,0 7 13-1,0 6 26-15,0 4 63 0,0 5-32 16,0 3-30-1,5 16-23-15,7 8 22 0,0 9 4 16,3 5-8-16,-2 0-13 16,1-1-2-16,-2 0-1 15,-2-4 3-15,-3 0-10 16,-4-6-10-16,-3-3 3 16,0-3-4-16,-10-7-2 15,-6-4 0-15,-8-10-20 16,-4-3-80-16,-21-31-169 15,7-5-185-15,0-10-286 0</inkml:trace>
  <inkml:trace contextRef="#ctx0" brushRef="#br0" timeOffset="46827.0686">8195 12472 1955 0,'0'0'269'0,"0"0"-120"15,0 0-69-15,0 0-28 16,0 0 41-16,0 0-10 16,-21 88-14-16,11-58-23 15,-2-3-22-15,4-7-9 16,2-3-3-16,0-9-3 16,6-8-8-16,0 0 25 0,0-17 8 15,0-13-18 1,9-9-10-16,6-4 5 0,6 2-11 15,4 7 9-15,1 7-3 16,-2 13 19-16,6 11-7 16,-4 3 5-16,3 11-11 15,-4 14 11-15,2 9-5 16,-3 5-9-16,-2 6-3 16,4 5-6-16,0 3-1 15,13 22-40-15,-3-12-178 16,-11-8-585-16</inkml:trace>
  <inkml:trace contextRef="#ctx0" brushRef="#br0" timeOffset="47312.3167">8929 13266 2179 0,'0'0'307'0,"0"0"-138"15,0 0 73-15,0 0-16 16,0 0-25-16,0 0-82 15,0 0-47-15,-4-2-18 16,30 2-7-16,8 0-5 16,10 0-15-16,-2 0-11 0,-1 0-7 15,-8 0-4-15,-2 0-5 16,-5-1-18-16,3-15-108 16,-6 1-238-16,-7-5-538 15</inkml:trace>
  <inkml:trace contextRef="#ctx0" brushRef="#br0" timeOffset="48014.7206">9537 12944 1998 0,'0'0'278'0,"0"0"-77"16,0 0-70-16,0 0-15 0,0 0-1 15,0 0-67 1,0 0 19-16,-17 42-4 0,21-19-17 16,14 1-8-1,4-2-4-15,8-2-2 0,4-5-7 16,5-4-14-16,2-6 1 15,-1-5-5-15,-2-2 4 16,-5-13-11-16,-3-4 1 16,-6-5 0-16,-8 0 9 15,-4-1-10-15,-4 6 0 16,-5 4 1-16,-2 5 41 16,-1 5 26-16,0 5-24 15,0 0-20-15,0 2-11 16,0 14-1-16,0 11-6 0,0 9 6 15,2 7 5-15,2 3 2 16,2 3 1-16,3-1 1 16,-1-3 3-16,-2 0-17 15,0-6 7-15,-5-3-9 16,-1-5-5-16,0-6-1 16,-1-5 1-16,-14-4 0 15,-6-5 0-15,-10-4 0 16,-10-4 1-16,-8-3-1 15,-6 0-18-15,1-14-61 16,3-7-70-16,12-7-131 16,22-30-87-16,11 8-346 15,6-1-533-15</inkml:trace>
  <inkml:trace contextRef="#ctx0" brushRef="#br0" timeOffset="48465.7391">9912 12397 925 0,'-100'3'952'0,"-17"26"-845"16,-10 22-35-16,19 23 122 16,26 15 44-16,18 11-48 15,22 7-11-15,20 6-13 16,22-3-43-16,14 1-36 15,33-1-18-15,24-8-16 16,18-9-15-16,15-11-7 0,6-16-17 16,-1-14-2-16,-7-17-2 15,-17-18-1-15,-21-15 2 16,-15-2-5-16,-6-22 3 16,14-27 0-16,9-30 9 15,9-39-8-15,-12-23-8 16,-20-4 2-16,-19 4-4 15,-19 11-5-15,-5 6 4 16,-20 13 2-16,-10 21-1 16,-6 30 1-16,-28 14 7 0,-41 14-7 15,-34 13-1 1,-30 11-9-16,-4 11-8 16,24 26-16-16,18 8-34 0,32-2-69 15,30-3-104 1,16 16-29-16,20-11-257 0,6-3-383 0</inkml:trace>
  <inkml:trace contextRef="#ctx0" brushRef="#br0" timeOffset="53422.3625">2136 14971 1348 0,'0'0'332'16,"0"0"-178"-16,0 0 47 16,0 0-32-16,0 0-27 15,0 0-35-15,0 0-25 16,6-4-23-16,10-2-31 15,7-5-10-15,4-3-6 16,4 0-10-16,4-3 5 16,-4 3-7-16,-1 0-21 15,-6 3-94-15,-4 3-58 16,-6 3-118-16,-7 4-104 16,-4 1-381-16</inkml:trace>
  <inkml:trace contextRef="#ctx0" brushRef="#br0" timeOffset="53601.6305">2193 15080 1780 0,'0'0'300'0,"0"0"-209"16,0 0 4-16,0 0-30 16,0 0-19-16,0 0 3 15,81-40-24-15,-38 15-25 16,-3 1-3-16,6-5-135 15,-10 5-259-15,-16 4-564 0</inkml:trace>
  <inkml:trace contextRef="#ctx0" brushRef="#br0" timeOffset="98584.561">10134 4587 1850 0,'0'0'325'0,"0"0"-173"0,0 0-14 15,85-27 21-15,-52 22-77 16,10 0-36-16,0-2-18 15,10 2-14-15,20-2-2 16,19-3 10-16,-4 1-10 16,-9 3-10-16,-12 0 4 15,-20 2-5-15,2 0 11 16,-3 0-10-16,-15 2-1 16,-11 0-1-16,-12 1-41 15,-8 1-96-15,-25 0-163 0,-11 6-398 16,-8 2-848-16</inkml:trace>
  <inkml:trace contextRef="#ctx0" brushRef="#br0" timeOffset="98816.9794">10246 4721 1124 0,'0'0'548'0,"0"0"-355"15,0 0 106-15,0 0 3 16,92-3-62-16,-46-5-74 15,7-2-89-15,20-4-26 16,18-4-2-16,18 1-17 16,-6-2-14-16,-18 4-11 15,-25 5 1-15,-17 4-2 0,2 1-6 16,1 2 1-16,-3 2-1 16,-15 5-33-16,-13 13-239 15,-15 0-620-15</inkml:trace>
  <inkml:trace contextRef="#ctx0" brushRef="#br0" timeOffset="112404.8108">12151 8676 72 0,'0'0'772'16,"0"0"-651"-16,0 0 35 15,0 0 11-15,-40-75 14 0,20 48 24 16,-5-2-5 0,-8-5-27-16,-9-2-23 0,-9-3 4 15,-25-7-26-15,-30 1-33 16,-44 8-25-16,-25 18-30 15,-8 19-16-15,-4 25-18 16,7 27-5-16,-4 21 5 16,4 16 6-16,11 15-11 15,31 15 23-15,30 16 40 16,37 8-10-16,38 12-14 16,33 0-3-16,25-5 4 15,47-17 7-15,36-22 11 16,33-27-11-16,33-25-7 15,25-25-1-15,20-27 10 16,19-16-5-16,7-38-14 0,0-25 0 16,-15-16-10-16,-24-20-20 15,-37-16 0-15,-41-18-1 16,-41-17 8-16,-39-7-1 16,-39-5 4-16,-30 11 2 15,-52 12-11-15,-43 20 22 16,-53 24 0-16,-55 32-24 15,-70 41-54-15,-66 40-22 16,-65 66-3-16,-60 51 8 16,-40 53-1-16,-19 43 18 15,8 30 15-15,141-51-246 0,83-34-968 16</inkml:trace>
  <inkml:trace contextRef="#ctx0" brushRef="#br0" timeOffset="118415.9137">8112 5263 477 0,'0'0'228'16,"0"0"-160"-16,0 0-68 0,0 0-13 15,16-79-13 1,-3 70 25-16,-2 4-5 16,1 2-8-16,-2 3-16 0,1 0 14 15,-4 0 7-15,-1 4 2 16,-3 4-3-16,-3-3-3 16,0 1 8-16,0-2 5 15,0 1 9-15,0-5-8 16,0 0 15-16,0 2 8 15,0-2 30-15,0 0 28 16,0 0-23-16,0 2 1 16,-15 2 5-16,-15 5-39 15,-28 13-16-15,-37 20-10 16,-38 27 6-16,-12 24-4 16,8 16 30-16,28 6 59 0,36 3-2 15,22 1 59 1,24 4-5-16,27-6-4 0,17-5 36 15,41-10-27-15,32-17-44 16,26-14 23-16,19-21 27 16,12-18-33-16,14-23-27 15,-3-9-6-15,-9-25-28 16,-13-18-19-16,-29-4-3 16,-35 0-17-16,-9-18 1 15,-22-32-16-15,-14-26 6 16,-9-27-12-16,-18-3-45 15,-34 6-61-15,-14-1 2 16,-13 6-63-16,-5 18-49 0,5 34-116 16,6 30-3-16,10 26-53 15,-5 12 119-15,-41 13 69 16,10 6-107 0,-3 3 33-16</inkml:trace>
  <inkml:trace contextRef="#ctx0" brushRef="#br0" timeOffset="118472.5985">7713 5792 238 0,'-4'94'0'0</inkml:trace>
  <inkml:trace contextRef="#ctx0" brushRef="#br0" timeOffset="119236.1797">8004 8174 1637 0,'0'0'203'16,"-94"30"-139"-16,25 12 43 16,-17 32 47-16,-5 36 9 15,9 24-7-15,21 12-22 16,22 5-21-16,27-6-30 16,12 4-27-16,9 1 9 15,31-8-8-15,14-11 1 16,18-18-5-16,8-22-19 15,6-21-2-15,6-22-11 0,-3-18-14 16,-1-21 4-16,-3-9-2 16,-12-17 0-16,-15-13-2 15,-11-3 5-15,-7-7-4 16,14-19 5-16,4-22 1 16,11-25 1-16,-13-5-9 15,-16 5 7-15,-16 7-1 16,-16 11-2-16,-8 1 17 15,0 2-9-15,-20 3-1 16,-2 15-2-16,-1 13-5 16,0 14-9-16,-3 4 11 0,-8-6 5 15,-12-2-16 1,-8-4 8-16,-4 4-7 0,-5 7 5 16,0 4-1-16,5 5-6 15,6 8-12-15,10 5-48 16,11 6-19-16,6 6-87 15,16 3-96-15,7 3-230 16,2 6-248-16</inkml:trace>
  <inkml:trace contextRef="#ctx0" brushRef="#br0" timeOffset="119425.6855">8778 8257 2765 0,'0'0'320'0,"0"0"-235"16,0 0-47-16,0 0-14 16,0 0-11-16,-82-44 1 15,80 42-14-15,2 2-21 16,2 0-309-16,9 0-463 16,-3 0-837-16</inkml:trace>
  <inkml:trace contextRef="#ctx0" brushRef="#br0" timeOffset="211503.1229">5471 4154 1587 0,'0'0'352'0,"0"0"-129"15,0 0-81-15,0 0-13 16,0 0-48-16,0 0-32 0,6 67 54 16,-1-26 9-1,4 2-33-15,-2 2-39 0,2-4-20 16,-1-4-13-16,-1-4 1 15,2-2-8-15,-3-5 0 16,-1-3-157-16,2-7-219 16,-4-8-478-16</inkml:trace>
  <inkml:trace contextRef="#ctx0" brushRef="#br0" timeOffset="211728.5959">5607 4249 1724 0,'0'0'496'0,"0"0"-209"16,0 0-127-16,0 0-53 16,0 0-43-16,0 0 8 15,0 0 27-15,38 98-7 16,-19-54-21-16,2-1-32 16,-4 3-20-16,1-3-7 15,-4-1-6-15,-2-3-6 16,-8-1-138-16,-4-1-237 15,-13-8-436-15,-4-8-407 0</inkml:trace>
  <inkml:trace contextRef="#ctx0" brushRef="#br0" timeOffset="211940.0702">5452 4543 1313 0,'0'0'778'16,"0"0"-499"-16,0 0-47 15,0 0-124-15,0 0-36 16,0 0-44-16,0 0-8 16,36 20 8-16,-3-6-1 15,4 1-14-15,2-3-11 16,-2 0-1-16,0-4-1 16,11-5-90-16,-12-3-289 15,-6 0-498-15</inkml:trace>
  <inkml:trace contextRef="#ctx0" brushRef="#br0" timeOffset="212133.3471">5886 4352 1870 0,'0'0'504'0,"0"0"-251"16,0 0-114-16,0 0-14 15,0 0 11-15,-55 90-25 16,40-49-45-16,2 4-33 15,1 0-23-15,1 3 5 16,-2-1-15-16,-2 27-45 16,0-12-259-16,0-11-687 0</inkml:trace>
  <inkml:trace contextRef="#ctx0" brushRef="#br0" timeOffset="218844.837">3661 5417 1121 0,'0'0'158'0,"0"0"-93"16,0 0 70-16,0 0 38 16,122 77 61-16,-52-70-15 15,27-5-62-15,18-2-45 16,13-17 20-16,-11-10-51 0,-13-4-25 16,-28 2 4-1,-15 0-26-15,-12 5-7 0,-8-5 7 16,3-9-2-16,-2-12 14 15,0-22 2-15,-15-26 1 16,-20-25-8-16,-7-7-10 16,-19 10-9-16,-20 20 1 15,-1 28-8-15,-2 17 9 16,6 16-11-16,-7 7 5 16,-6-1 2-16,-14 3 2 15,-22 1-4-15,-17 17-7 16,-17 12-1-16,1 22-9 0,21 17 1 15,12 24-1-15,26 7 5 16,18-6-5-16,6 1-1 16,23-23 6-16,10 0-6 15,2 4-1-15,2 4-10 16,17 1 11-16,14-5-2 16,9-8 2-16,10-7 0 15,6-8 0-15,11-4-19 16,16 6-197-16,-17-8-147 15,-17 0-473-15</inkml:trace>
  <inkml:trace contextRef="#ctx0" brushRef="#br0" timeOffset="219505.8026">3293 6347 1294 0,'0'0'181'0,"0"0"-133"0,0 0 25 16,4 78 118-16,13-47-13 15,10-1 31-15,12 1-7 16,9-3-26-16,13-6-38 16,21-10-17-16,20-12 9 15,19-12-2-15,0-21-29 16,-20-5-36-16,-25 1-21 15,-29 8-10-15,-8-5-11 16,12-21-4-16,2-29-5 16,-5-36-6-16,-18-11-4 15,-27 2 5-15,-10 15 1 16,-28 22-2-16,-6 17-6 16,2 16 5-16,0 16-5 0,-4 7 0 15,-11-2-1 1,-25-4 0-16,-21 6-8 0,-11 14 9 15,1 19 0-15,19 3 11 16,21 18-11-16,24 8 1 16,0 8 11-16,-13 21-6 15,-9 29-5-15,4 23 0 16,15-7 10-16,22-22-10 16,21-22 5-16,6-14-6 15,10 5 0-15,13 7 1 16,11 5-1-16,15-7 0 15,19 0 0-15,27-11-1 16,26-5 1-16,11-11-100 16,-30-12-246-16,-23-10-434 0</inkml:trace>
  <inkml:trace contextRef="#ctx0" brushRef="#br0" timeOffset="220150.5095">4186 7031 978 0,'0'0'326'0,"0"0"-135"16,44 115 104-16,-3-61 12 15,23 3-59-15,25-8-30 16,25-10-36-16,8-17-28 15,-6-22-19-15,-16-4-14 16,-28-20-31-16,-12-7-21 16,-13 2-11-16,-5-9-19 0,11-24-5 15,9-25-8 1,1-31-10-16,-19-15-4 0,-26 0 5 16,-18 4-7-16,-31 14-10 15,-23 4-1-15,-18 7 0 16,-14 12 0-16,-11 14-7 15,-6 17 8-15,-2 18 1 16,5 19 7-16,7 19-7 16,15 5 9-16,19 13-2 15,11 12-7-15,-4 24 7 16,-14 31-8-16,-4 36 2 16,0 21 7-16,25-3-8 0,23-10 7 15,22-19 1 1,3-6-3-16,28-8 0 0,14-10-6 15,3-13 1-15,-1-14-1 16,20-1-1-16,23-7-5 16,16-4-10-16,19-13-88 15,-36-19-362-15,-26-10-389 0</inkml:trace>
  <inkml:trace contextRef="#ctx0" brushRef="#br0" timeOffset="220857.53">6253 6997 1380 0,'0'0'189'15,"0"0"-67"-15,0 0 103 16,0 0-5-16,-94-59-38 0,59 55-19 16,-6 4-30-16,-11 0-14 15,-20 19-3-15,2 9 5 16,-12 22-12-16,-9 26-10 16,17 27 3-16,8 19-29 15,30 2-14-15,33-8-2 16,12-11 6-16,39-3-12 15,20-9 0-15,25-9 3 16,10-15 3-16,7-13-17 16,-4-19-16-16,-8-15-3 15,-5-16-12-15,-5-11 9 16,-2-25-6-16,-14-10-3 16,10-25 0-16,-7-16-7 0,-7-17 7 15,7-23-8-15,-23 4 0 16,-13-2-1-16,-17-1-8 15,-19 3 8-15,-9 4 0 16,-34 4 1-16,-24 10 11 16,-24 12-6-16,-18 9-6 15,-11 15 1-15,1 17 0 16,6 17-1-16,11 17-7 16,4 12-4-16,1 10 2 15,1 23 2-15,1 17-4 16,4 12-26-16,6 15-62 15,10 8-87-15,22-17-355 0,12-12-497 16</inkml:trace>
  <inkml:trace contextRef="#ctx0" brushRef="#br0" timeOffset="241809.8184">4412 5063 763 0,'0'0'215'0,"0"0"-154"0,0 0-44 15,0 0-12 1,0 0-5-16,0 0-7 0,0-3-42 16,0 9-148-16,0 1-396 0</inkml:trace>
  <inkml:trace contextRef="#ctx0" brushRef="#br0" timeOffset="242461.0812">3877 6394 1023 0,'0'0'308'0,"0"0"-125"16,0 0-18-16,0 0 41 0,0 0-28 15,0 0-23 1,0 0-31-16,0 0-2 0,0 0-24 15,0 0-25-15,0 1-8 16,0-1-12-16,0 0-19 16,0 0-13-16,0 0-11 15,0 0-8-15,0 0-1 16,0 0 1-16,0 0-1 16,0 0-1-16,0 1-15 15,0 3-100-15,13 12-215 16,5-2-161-16,3 1-278 0</inkml:trace>
  <inkml:trace contextRef="#ctx0" brushRef="#br0" timeOffset="243115.066">4781 6962 411 0,'0'0'1052'0,"0"0"-845"15,0 0-13-15,0 0 23 16,0 0 1-16,0 0 2 16,0 0-76-16,0 0-45 15,0 0-23-15,0 0-12 16,0 0 0-16,0 0 5 0,0 0-14 16,0 0-13-16,0 0-9 15,0 0-6-15,0 0-4 16,0 0-5-16,0 0-3 15,0 0-3-15,0 0-3 16,0 0-2-16,0 0-5 16,0 0-1-16,0 0 7 15,0 0-7-15,0 0 0 16,0 0 5-16,0 0-5 16,0 0-1-16,0 0 0 15,0 0 0-15,0 0 0 16,0 0-11-16,0 0-72 15,0 0-116-15,0 2-52 0,0 1-250 16,0 2-213-16</inkml:trace>
  <inkml:trace contextRef="#ctx0" brushRef="#br0" timeOffset="243741.5709">6246 7660 1918 0,'0'0'235'16,"0"0"-172"-16,0 0-44 15,0 0-10-15,0 0 6 16,0 0 19-16,0 0 1 0,-24-3-18 15,24 3-17-15,0 0-71 16,0 0-567-16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05-24T09:18:54.6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6432 2535 697 0,'0'0'706'15,"0"0"-429"-15,0 0 9 16,0 0-40-16,0 0-50 16,0 0-53-16,-7 0-34 0,7 0-44 15,0 0-21 1,3 0 0-16,8 0 18 0,5 4 26 16,9-1-12-16,3 0-27 15,8-1-5-15,1-2-17 16,5 0 1-16,-3-2-11 15,1-4-12-15,-4-3-4 16,-1-1-1-16,-5 2 0 16,-9-1-1-16,-4 4-12 15,-8 0-82-15,-5 4-65 16,-4 1-34-16,-7 0-93 16,-13 0-353-16,-1 1-391 0</inkml:trace>
  <inkml:trace contextRef="#ctx0" brushRef="#br0" timeOffset="283.2258">6287 2803 1810 0,'0'0'308'15,"0"0"-112"-15,0 0-58 16,0 0-25-16,0 0-12 15,0 0 63-15,0 0-2 16,78 3-47-16,-44-3-37 16,5 0-26-16,3-1-16 15,1-8-18-15,3-2-6 0,-1 2-4 16,0-3-8-16,-8 3 0 16,-3 4-1-16,-8 1-50 15,-6 4-145-15,-6 0-112 16,-2 0-360-16,-8 0-474 0</inkml:trace>
  <inkml:trace contextRef="#ctx0" brushRef="#br0" timeOffset="5277.7953">8110 2528 550 0,'0'0'387'0,"0"0"-78"16,0 0-39-16,0 0-8 0,0 0-13 16,0 0-19-16,0 0-29 15,-30 0-52-15,30 2-36 16,0-2 16-16,0 1-25 15,-2-1-30-15,2 1-10 16,-1-1-15-16,1 2-19 16,0-1-6-16,0 1-6 15,0-2 8-15,0 0-13 16,0 2-12-16,0-2 11 16,0 0-12-16,5 3 1 15,7 2 14-15,1-1-9 16,2 0 5-16,3 0-2 15,1-1 3-15,4 0 1 16,2 0-4-16,1-2 3 16,3 1-2-16,1 0 1 0,0 1-10 15,-1-3-1-15,3 0 11 16,1 0-5-16,1 0-5 16,0 0 8-16,2 0 1 15,0 0 7-15,1 0-7 16,-3 0 1-16,2 0-5 15,-3-5 3-15,0 2-2 16,0-1-1-16,-2-1-4 16,-1 1-2-16,-2 0 12 15,1 0-10-15,-4-1 5 16,3 2-1-16,-1-4-4 16,-2 3-1-16,3-1 7 0,-2 0-8 15,0 0 1-15,-3 1-1 16,0 0 0-16,-5 0-1 15,-2 1 1-15,1 1 1 16,-1-2-1-16,-1 1 0 16,3-2 0-16,-3 2 0 15,4-2 6-15,0 2 0 16,-2-1-5-16,-1-1-1 16,-1 2 6-16,0-2-5 15,-3 2 0-15,-3 1 0 16,0-1 5-16,-3 2-6 15,-2-1 2-15,1 0-2 0,-2 1 1 16,-3 1 0 0,3-1 0-16,-3 1-1 0,2 0 0 15,0-2 1-15,0 2 0 16,-1 0-1-16,-1 0 1 16,2 0-1-16,-2 0 1 15,0 0-1-15,0-1 0 16,0 1 0-16,0 0 1 15,0 0-1-15,0 0 8 16,0 0-8-16,0 0-1 16,0 0 0-16,0 0 1 15,0 0 0-15,0 0 0 16,0 0 0-16,0 0 0 16,0 0 0-16,0 0 0 15,0 0-1-15,0 0 1 0,0 0 0 16,0 0 0-16,0 0 0 15,0 0 1-15,0 0-1 16,0 0 0-16,0 0 0 16,0 0 0-16,0 0 1 15,0 0-1-15,0 0-2 16,0 0 2-16,0 0 0 16,0 0 0-16,0 0 0 15,0 0 0-15,0 0 0 16,0 0 0-16,0 0 1 15,0 0 5-15,0-3-6 16,6 1-7-16,-2-3 7 16,4 0 0-16,-1-1 5 0,-2-2-5 15,4 1 0 1,-3-3 0-16,1-2 0 0,0-1 0 16,1-2 0-16,-2-3-1 15,0 1 0-15,1-2-5 16,-2-1-2-16,-2-1 1 15,0 1 5-15,-2-4-7 16,-1-2-1-16,0-2-2 16,0 0-9-16,0-4-2 15,0 3 1-15,0-2 1 16,0-1 1-16,-3 1 5 16,-1-1-15-16,2 1 1 0,-1-1 2 15,-1 3 4 1,1 0-11-16,0 0 4 0,0 3 12 15,-2-3-8-15,-1 0-2 16,0-1-2-16,-1-1-3 16,0 2-6-16,-1-1-6 15,0 2-4-15,-2 0 2 16,3 0 10-16,-2 3 7 16,0-1 8-16,0 0 10 15,1-1 10-15,-1-1-11 16,-1 1-11-16,3 0-12 15,-4 0 8-15,1 0-20 16,1 1-13-16,1 0 17 16,-3 6 8-16,4 0 0 15,1 1 8-15,0 5 3 0,0 2 11 16,1 3 6 0,2 3-3-16,0 1-1 0,-1 1 0 15,3 2 5-15,0 2 6 16,1 0 0-16,-2 0 0 15,-1-1 1-15,-5 1 0 16,-3 0-6-16,-4 0 5 16,-8 0 1-16,-5 0-1 15,-3 3 0-15,-8 4 0 16,-7 1 1-16,-7 3 0 16,-2-2 0-16,-4 4 0 15,-4-2-1-15,0 2 1 16,-2-2-1-16,8-3 1 15,0 0-1-15,5-3 1 16,0-1 1-16,4 1-1 0,-1-2 0 16,3 2 0-16,-2 0 0 15,1 3 0-15,0-1 0 16,-2-1 0-16,3 5-7 16,3-3-5-16,-1 4 11 15,4-1-4-15,1-2 4 16,8 1 2-16,3 0-1 15,5-1 0-15,2-2 0 16,2 1 0-16,5 1 0 16,1-1 0-16,4-1-1 15,1-2 1-15,2 2 0 0,2-5 0 16,3 1 0 0,-1 1-2-16,1 2 2 0,-1 2-1 15,1 7-5-15,1 3 6 16,0 6 1-16,0 5 1 15,0 2 7-15,0 3 11 16,0 3 3-16,3 4-10 16,1 3 24-16,2 3 30 15,-1 0 28-15,2 3-39 16,-1 2-3-16,3 0-1 16,-2 4 6-16,2 1-1 15,0-1 4-15,2 3 3 0,-2-4-7 16,1 3-8-16,0-5-1 15,-1 1 3-15,1-3-7 16,-2-4-11-16,-2 0-5 16,0-5-7-16,-2-5 9 15,1-2-6-15,-2-9-11 16,3-2 2-16,-3-6-3 16,0-6 3-16,0-3-7 15,-1-5-1-15,-1-2-6 16,-1-2 5-16,2 0-3 15,-1 0-3-15,0 0 0 16,3 0 6-16,-1 0 2 16,-2 0-8-16,5 0 0 15,1 0-1-15,4 0-4 16,11 0 4-16,7-3 1 0,6-2-28 16,4-3-71-16,3 1-145 15,16-5-45-15,-14 2-213 16,-7 0-266-16</inkml:trace>
  <inkml:trace contextRef="#ctx0" brushRef="#br0" timeOffset="5475.7065">8310 2730 2051 0,'0'0'246'15,"0"0"-182"-15,0 0-15 0,0 0-9 16,0 0 34 0,0 0-22-16,0 0-52 0,-8 0-87 15,16 0-412-15,4-7-562 16</inkml:trace>
  <inkml:trace contextRef="#ctx0" brushRef="#br0" timeOffset="12436.2964">10274 2291 464 0,'0'0'685'0,"0"0"-598"16,0 0-48-16,0 0 12 15,0 0-2-15,0 0 40 16,-14 0 21-16,14 0-6 16,0 0-1-16,-2 0 10 15,2 0 23-15,-1 0-20 16,-1 0 17-16,2 0-19 15,-3 0-28-15,3 0-17 16,0 0-11-16,0 0-5 16,0 0-14-16,0 0-2 15,0 0-5-15,0 0-6 16,0 0-12-16,0 0-8 16,8 0-6-16,0 5 15 0,0-1 23 15,2 1 14 1,2 0-3-16,0-1-8 0,1-1 11 15,2 2-1-15,3 0-9 16,-1-2-9-16,4 1 3 16,2-4-5-16,0 4-2 15,1-3-2-15,0 1-2 16,-1 0-7-16,1-2-5 16,-3 1-1-16,3-1 3 15,1 1 0-15,1-1-3 16,-2 0 6-16,1 0-3 15,0 0 0-15,-1 0-4 16,0 0-4-16,1 0 4 0,-4 0-2 16,0 0-3-16,-2 0 6 15,-3-2-6-15,-2-2 0 16,0 3 3-16,-4-3-2 16,4 2-1-16,-4 1 3 15,1-2-3-15,0 2 3 16,-3-2-8-16,1 1 5 15,-2 1 3-15,-1-1-8 16,-3 0 1-16,2 2 4 16,-2 0-5-16,0 0 0 15,3-1 7-15,-1-1-7 16,0 1 0-16,1-1 0 16,0-1 0-16,0 2 0 15,1-1 0-15,-1-2 0 0,0 3 0 16,1-2 1-16,-1 2-1 15,-1-1 0-15,-2 1 7 16,0-1-8-16,-3 2 0 16,2 0 0-16,-2 0 5 15,0 0-5-15,0 0-2 16,0 0 2-16,0 0-2 16,0 0 2-16,0 0-8 15,0 0-5-15,0 0-17 16,-8 0-21-16,-8 0 19 15,-9 3-109-15,-23 16-173 0,0-2-49 16,-2-1-404-16</inkml:trace>
  <inkml:trace contextRef="#ctx0" brushRef="#br0" timeOffset="16857.2662">11602 2264 1472 0,'0'0'399'0,"0"0"-156"15,0 0-66-15,0 0-33 16,0 0-34-16,0 0-24 16,0 4-29-16,0-4-27 15,0 1-11-15,6 1-4 16,3 0 18-16,5 1 1 15,0-2-11-15,1 2-8 16,0-2-9-16,0-1 4 16,-2 2-10-16,0-2 0 15,4 0-6-15,22 0-100 16,-1 0-159-16,4-2-457 0</inkml:trace>
  <inkml:trace contextRef="#ctx0" brushRef="#br0" timeOffset="17924.0216">13122 2334 1156 0,'0'0'387'0,"0"0"-252"16,0 0-93-16,0 0 14 15,0 0 105-15,113 29-12 16,-44-19-22-16,23 0-35 16,24-4-3-16,8-3 13 15,-9-3-29-15,-9 0-36 16,-30 0 11-16,-12-6-27 16,-14-3 1-16,-7-1-9 15,6-2 5-15,8-9-3 16,5-6-7-16,-4-7 10 15,-2-7 5-15,-6-4 10 16,-6-2 0-16,-5-1 9 16,-8 0-3-16,-6 2-11 15,-7 4 8-15,-8 0 5 0,-5 3-1 16,-5-1 6-16,0 1-17 16,-7-1-2-16,-7 0-9 15,-8 0-9-15,-5-1 10 16,-5 2-8-16,-3 3-1 15,-7 2-8-15,-6 0-2 16,-9 2 0-16,-18-2-21 16,-21-1-3-16,-25 0 10 15,-10 6-4-15,-1 7 8 16,6 3 4-16,15 9-6 16,1 1 0-16,2 5 1 15,7 1 1-15,6 2 10 16,16 1 0-16,15 0 0 0,16 0 0 15,5 1 0 1,-4 8-1-16,-6 5-17 0,-2 2 18 16,4 7 0-16,3 5-6 15,5 7 5-15,1 5 0 16,5 8 1-16,2 7 4 16,5 6 7-16,7 4 4 15,6 2-3-15,6 0 7 16,11 0 22-16,0-4-5 15,16-3-15-15,9-2-2 16,11-5-1-16,4-2-6 16,8-6 0-16,1-5-3 0,3-8 4 15,2-4-2 1,-3-8-4-16,-2-6 4 0,-1-5-5 16,-5-6 1-16,-2-3-5 15,0 0-1-15,-7-3-1 16,-2-6-16-16,-6 0-109 15,-9 1-200-15,-14 2-329 0</inkml:trace>
  <inkml:trace contextRef="#ctx0" brushRef="#br0" timeOffset="64465.8276">6516 4395 1206 0,'0'0'262'0,"0"0"-19"15,0 0 76-15,0 0-48 16,0 0-30-16,0 0-72 0,0 0-37 15,-41-31-38-15,55 31-31 16,29-1-23-16,35-2 26 16,45-2 31-16,30-8-17 15,9-1-24-15,-7-5 7 16,-21 2-9-16,-13 0-6 16,-14 4-31-16,-26 0-8 15,-23 5-8-15,-22 1 16 16,-12 2-10-16,-5 0-6 15,-4 2 0-15,-2-1 1 16,-8 3 4-16,-5 1-6 16,-1 0-37-16,-65 10-213 0,-3 7-390 15,-13 0-1167-15</inkml:trace>
  <inkml:trace contextRef="#ctx0" brushRef="#br0" timeOffset="65044.2265">6389 5316 971 0,'0'0'654'0,"0"0"-407"16,0 0 1-16,0 0-89 0,0 0 23 16,0 0-23-16,0 0-17 15,133-37 21-15,-1 18-11 16,26-1-26-16,7-4-31 15,-12 4-24-15,-22 3 9 16,-13 3-16-16,-27 3-44 16,-19 3 11-16,-26 3-7 15,-9 2-10-15,-3 0-1 16,-4-1-4-16,-6 1-3 16,-10 1-5-16,-8 1 0 15,-6 1-1-15,0 0-1 16,-6 0-50-16,-57 25-151 0,5 0-361 15,-14-1-1009-15</inkml:trace>
  <inkml:trace contextRef="#ctx0" brushRef="#br0" timeOffset="65652.8619">6605 6348 1309 0,'0'0'569'0,"0"0"-357"16,0 0-42-16,0 0 18 16,0 0-11-16,0 0 54 15,127 16 28-15,-23-10-85 16,32-2-50-16,9-4-24 15,-8 0-23-15,-19-4-2 16,-20-8-23-16,-3-2 7 16,-18 0-35-16,-16 3 4 0,-15 2-4 15,-12 3-10 1,1-5-5-16,-4 1-8 16,-1 2 5-16,-18 1-5 0,-12 5-1 15,-61 4-63 1,-11 13-168-16,-31 2-498 0</inkml:trace>
  <inkml:trace contextRef="#ctx0" brushRef="#br0" timeOffset="68723.1461">9020 4013 90 0,'0'0'832'0,"0"0"-687"16,0 0-74-16,0 0 81 15,-91 0 38-15,79 0 0 16,6 0 21-16,4 0-39 16,2 0-48-16,0 0 0 15,0 0 10-15,2 0-51 0,16 0-28 16,7-1-6-16,17-1 28 15,28 2 28-15,29-1 19 16,33-2 1-16,17-3-5 16,0-3-28-16,-6-4-31 15,-13-1-7-15,-3-2-8 16,-4 1-4-16,-13-1-9 16,-9 2-9-16,-23 3-6 15,-21 4-6-15,-20 2-6 16,-12 0-5-16,-1 2 5 15,-5 0-5-15,-5 1 1 16,-6 1-1-16,-8 1 1 16,0 0-2-16,0 0-12 0,-35 17-66 15,-1 6-172-15,-13-3-429 16</inkml:trace>
  <inkml:trace contextRef="#ctx0" brushRef="#br0" timeOffset="69436.6946">9658 5098 1060 0,'0'0'263'16,"0"0"-74"-16,0 0-3 16,0 0-14-16,0 0-67 0,0 0-43 15,0 0 37 1,27 21 43-16,36-8 58 0,43-7-32 15,56-6 14-15,34-2-1 16,18-22-27-16,4-6-43 16,-20-1-40-16,-8 0-15 15,-16 6-11-15,-23 3-18 16,-26 5-8-16,-32 3-1 16,-32 6-4-16,-27 4-5 15,-13 2-9-15,-7-1 0 16,-7 3 0-16,-5 0 0 15,-5 0-13-15,-77 24-119 16,2 2-336-16,-20 2-526 0</inkml:trace>
  <inkml:trace contextRef="#ctx0" brushRef="#br0" timeOffset="75067.9567">9564 6154 250 0,'0'0'127'0,"0"0"1"15,0 0-27-15,0 0 123 16,0 0-36-16,0 0-12 15,-40 45-6-15,39-45 5 16,1 0-1-16,0 0 35 16,0 0-39-16,0 0-26 15,0 0-18-15,0 0-7 16,0 0-23-16,0 1-15 16,9 2-10-16,7 1 4 0,12 2 11 15,7-2-11 1,5-1 3-16,9-3-8 0,5 0-17 15,1 0-13-15,2-4-13 16,-2-5-9-16,-2 0-4 16,-2-3-13-16,-7 2 8 15,-3 0-7-15,-5 1-1 16,-6 1 5-16,-6 0-6 16,-2 0 1-16,-6 2 1 15,-4 2-1-15,-5 1 0 16,-4 1-1-16,-3 2-15 15,0 0-76-15,0 0-125 16,-10 3-82-16,-6 5-316 16,-8 1-730-16</inkml:trace>
  <inkml:trace contextRef="#ctx0" brushRef="#br0" timeOffset="80827.225">9496 3251 449 0,'0'0'111'0,"0"0"-41"0,0 0 0 16,0 0 31-16,0 0-21 15,0 0 2-15,0 0-8 16,-61 0-34-16,53 0-5 16,0 0 9-16,1 0 29 15,0 0-10-15,1 0-31 16,0 0-9-16,0 0-7 15,-1 0-6-15,-1 3-3 16,0 2 2-16,-1 2-2 0,0-1 3 16,0 2-1-1,-1 1 1-15,1 1 0 0,2 0 3 16,-2 2-5-16,1 2 3 16,-2 3 1-16,2 2-2 15,1 1-3-15,1 1 3 16,3 1-4-16,-1 3-4 15,4-1 6-15,0 2-2 16,0 2 0-16,0-2 1 16,0 0-6-16,7 0 10 15,-1-3-2-15,0 1 1 16,0-4 9-16,4 0 2 16,1 0 0-16,-2 0 4 0,4-3 1 15,-1 0-5 1,0-2-4-16,3-1 1 0,-3-2 5 15,3 1 5-15,-3-5 4 16,1-3 27-16,-1 0 1 16,0-4-4-16,3-1-4 15,-3 0-12-15,6 0 2 16,-5 0-2-16,2 0-3 16,0-1-1-16,1-6 5 15,-2-3-4-15,4-1 3 16,-3-2-7-16,1 0-5 15,1-2 3-15,-3-2-6 16,0-2 2-16,2 0-11 16,-5 0 4-16,3-1 0 15,-3-1-2-15,-2 2 0 0,-2-1 0 16,-1-1 0-16,-1-1 4 16,-4 0 1-16,1 1 0 15,-2-1-9-15,0-3-5 16,0 3-8-16,0-1 1 15,-3 1-2-15,-5 0-2 16,0 0 1-16,-1 3-17 16,-1 1-4-16,1 1 9 15,1 2-13-15,-2 0-6 16,2 3 8-16,-4 1 6 16,4 0-4-16,-2 2-1 15,0 1 11-15,1-1-7 16,-2 2-5-16,1 1-7 0,1 1 16 15,0 0-3-15,-1 1 4 16,0 1-4-16,1 1-10 16,0-1 13-16,-1 3-3 15,1 0 8-15,0 0-8 16,-1 0-1-16,1 0 7 16,0 0-3-16,2 0-1 15,0 0 1-15,0 0-1 16,4 0-6-16,0 5-15 15,1 0 4-15,2 2-11 16,0-2-7-16,0 3-34 16,11-1-471-16,-2-2-656 0</inkml:trace>
  <inkml:trace contextRef="#ctx0" brushRef="#br0" timeOffset="81004.0099">9568 3251 892 0,'0'0'221'16,"0"0"-82"-16,0 0 2 15,0 0-79-15,0 0-34 16,0 0-28-16,0 0-21 16,-20 15-190-16,1 8-615 0</inkml:trace>
  <inkml:trace contextRef="#ctx0" brushRef="#br0" timeOffset="83581.7859">10889 3104 418 0,'0'0'302'0,"0"0"-158"15,0 0-30-15,0 0 31 16,0 0-12-16,0 0-7 16,0 0-37-16,0-23 5 15,-2 21-12-15,-2-3-18 16,1 2 1-16,-2-1-13 15,1 1 24-15,-3-1-2 0,1 1-18 16,-4-1-14-16,1 1-22 16,-2-2-10-16,0 0 0 15,-1 2 9-15,2 0 3 16,1 0-2-16,-3 0-6 16,2 1 0-16,-1 2-5 15,-2 0-2-15,2 0-6 16,-2 0 8-16,1 0-3 15,0 0-4-15,-3 0 4 16,3 0 1-16,-1 2 0 16,1 1 1-16,0 0-7 0,0 0 8 15,0-1 0-15,-1 2-3 16,2 0 0-16,-1-1 0 16,0 0 0-16,0 1 1 15,-1 2 0-15,1-2 2 16,0 2-1-16,0-2-1 15,3 0 1-15,0 2 0 16,0-2 0-16,2 1-2 16,-1 2-6-16,1-1 8 15,-2 1-1-15,1 1-1 16,0-2 1-16,3 3-1 16,-4 0 0-16,2 2 0 15,-2 1 0-15,4-1 3 16,-2 3 0-16,1 2 0 0,0 2-2 15,0 1 2-15,4 1-7 16,1 3 8-16,-1-1-2 16,2 2-7-16,0 2 12 15,0-1 4-15,0-1 7 16,8 2 1-16,1-2-7 16,2-2-5-16,2-1-4 15,-1 0 1-15,2-2-9 16,0-2 10-16,4 0-10 15,-2-2 11-15,4-1-11 16,3-5 5-16,0 4 3 16,-1-6 0-16,2 0 3 15,0-3 3-15,0-3 6 0,-2-1 0 16,1 0 9 0,0 0-1-16,1-1 1 0,-1-3-4 15,-1-3-4-15,0 3 9 16,1-2-8-16,-4-1 1 15,0 0 4-15,1-2 8 16,-2-1-5-16,1-1-10 16,-1-2 11-16,3-1-2 15,0-3-5-15,-2 0-8 16,1-1 13-16,-1-3-3 16,-2 0-8-16,0-3-7 15,-4-2-3-15,3 1-9 16,-7 1 0-16,0 1 1 0,-2-1 0 15,-3 1 0 1,1 3 5-16,-4-2-6 0,-1 2 1 16,0 1-1-1,0 1 0-15,0-2-2 0,0 1-7 16,-1 2 3-16,-4 1-1 16,-1 0-5-16,-1 2 6 15,0 1-18-15,-1 2 10 16,-2-1 1-16,1 3-20 15,-2-1 0-15,0 2 16 16,0-1-20-16,-1 1 17 16,-1 0 1-16,2 1 6 15,-4 1-1-15,3 1 4 16,-1 1-1-16,0-1-8 0,-1 2 10 16,1 1-5-16,-1-1 7 15,-1 0 5-15,0 1-13 16,1 2 6-16,-3 0 0 15,1 0 0-15,1 0-5 16,-2 0 8-16,4 0-2 16,-2 0 2-16,3 0 0 15,-1 5-1-15,1-2-4 16,1 1 4-16,0 0-4 16,3 0 11-16,-1 0-2 15,1 1-5-15,1 1-1 16,1-2 2-16,0 1-8 15,0 4-9-15,3-1-2 0,-1 5-10 16,2 1-6 0,2 10-154-16,0-3-418 0,0-2-539 0</inkml:trace>
  <inkml:trace contextRef="#ctx0" brushRef="#br0" timeOffset="87269.7983">12632 3886 1077 0,'0'0'526'0,"0"0"-392"16,0 0 2-16,0 0-46 16,0 0 9-16,90 0 87 15,5 0 15-15,56-6-73 16,31-7-29-16,13-4 5 15,-5 1-5-15,-26 2-20 16,-12 2-16-16,-16 4-35 16,-18 2-1-16,-30 0-14 15,-27 3-13-15,-24 1 0 0,-12-1 6 16,-4 0-6 0,-6 2-8-16,-5 1-49 0,-11 5-140 15,-17 11-274-15,-9 1-167 16</inkml:trace>
  <inkml:trace contextRef="#ctx0" brushRef="#br0" timeOffset="87734.0774">13107 4766 1650 0,'0'0'231'16,"0"0"-162"-16,0 0-41 16,0 0 12-16,0 0 155 0,0 0 87 15,154 33-76 1,-31-27-13-16,19-6-26 0,1 0-59 16,-16-8-24-16,-27 0-18 15,-8-1-18-15,-17 1-21 16,-17 2-15-16,-15-1-2 15,-7 3 2-15,3-2-12 16,-2 0 0-16,-4 1 5 16,-11 2 1-16,-13 2-6 15,-7 1-29-15,-21 1-125 16,-13 10-199-16,-13 1-432 0</inkml:trace>
  <inkml:trace contextRef="#ctx0" brushRef="#br0" timeOffset="88546.8794">11469 6258 538 0,'0'0'374'0,"0"0"-154"16,0 0-7-16,0 0-43 16,0 0-4-16,0 0 21 15,25-7 3-15,-2 2-6 16,11 0 19-16,15-4-25 0,8-2-33 15,12-3-5-15,15-2-41 16,-7-1-21-16,5 0-17 16,-6 1-28-16,-14 6-6 15,4 0-15-15,-8 2-12 16,-7 5 8-16,-9 0-7 16,-7 2 0-16,-10 1-1 15,-10 0-8-15,-7 0-85 16,-5 0-112-16,-3 0-50 15,-7 4-213-15,-8 2-242 0</inkml:trace>
  <inkml:trace contextRef="#ctx0" brushRef="#br0" timeOffset="96418.8026">6189 7732 1438 0,'0'0'480'0,"0"0"-316"16,0 0-42-16,0 0-20 16,0 0-23-16,36-36-10 0,-18 29-24 15,1-3-23-15,3 2-10 16,2-1-6-16,2-1-6 16,-1 3 6-16,-1-3-6 15,-5 2-32-15,-1 1-112 16,0 0-113-16,-8 0-237 15,-4 0-286-15</inkml:trace>
  <inkml:trace contextRef="#ctx0" brushRef="#br0" timeOffset="96640.2919">6213 7772 1470 0,'0'0'331'0,"0"0"-142"0,0 0-103 16,0 0-33-16,0 0 21 16,0 0 28-16,0 0-42 15,62 7-24-15,-30-7-5 16,4-7-12-16,5-8-9 16,0-4-10-16,17-13-135 15,-12 5-182-15,-9 0-377 0</inkml:trace>
  <inkml:trace contextRef="#ctx0" brushRef="#br0" timeOffset="96920.1417">6594 7377 1600 0,'0'0'320'0,"0"0"-133"0,0 0-73 15,0 0-18-15,0 0 11 16,84-7-9-16,-56 14-13 16,2 7-27-16,2 3-9 15,-2 3-7-15,-5 2 11 16,-4 1 10-16,-9 3-6 16,-12 2-35-16,0 3 1 0,-23 6-7 15,-14 4-8-15,-9 4-8 16,-38 18-144-16,11-12-351 15,3-10-708-15</inkml:trace>
  <inkml:trace contextRef="#ctx0" brushRef="#br0" timeOffset="98330.2947">5761 11196 990 0,'0'0'497'16,"0"0"-314"-16,0 0 36 15,0 0 11-15,0 0-41 16,0 0-18-16,0 0-37 16,-15-6-48-16,22 1-35 15,5 0-13-15,8-3-9 16,5-4-7-16,5 0 1 16,3 3-23-16,-1-3 10 0,0 4-9 15,-2-1-2-15,-5 3-11 16,-3 0-75-16,-4 1-53 15,-6 0-89-15,-2 2-68 16,-5 2-49-16,-5 1-36 16,0 0 18-16,-9 0-475 0</inkml:trace>
  <inkml:trace contextRef="#ctx0" brushRef="#br0" timeOffset="98523.832">5873 11172 575 0,'0'0'244'0,"0"0"-13"16,0 0-14-16,-94 60-4 15,79-49-51-15,9-2-57 16,6-6-34-16,0 2 0 16,9-5 28-16,12 0 4 15,4 0-16-15,8-7-21 0,3-6-27 16,5-4-25-16,0-2-6 16,-4 0-8-16,-4-3-14 15,11-7-175-15,-11 5-317 16,-6-1-457-16</inkml:trace>
  <inkml:trace contextRef="#ctx0" brushRef="#br0" timeOffset="98801.9534">6255 10790 1796 0,'0'0'302'0,"0"0"-159"16,0 0-50-16,0 0 21 16,0 0-14-16,0 0-34 15,88-10-11-15,-63 27-14 16,2 5-9-16,-10 8 1 16,-6 3 1-16,-9 8 0 15,-2 8-16-15,-16 4-7 16,-15 6-10-16,-22 14-1 15,-26 23-162-15,7-14-424 0,3-14-814 0</inkml:trace>
  <inkml:trace contextRef="#ctx0" brushRef="#br0" timeOffset="99524.3374">6204 14741 1582 0,'0'0'487'0,"0"0"-226"0,0 0-19 16,0 0-2-16,0 0-46 15,0 0-55-15,0 0-62 16,-6-69-35-16,15 55-24 16,3 1-9-16,1 2-3 15,4 3-6-15,-1 0-1 16,-4 5-15-16,6 1-82 16,-6 2-105-16,1 0-29 15,-4 3-239-15,-3 9-102 16,-4 0-348-16</inkml:trace>
  <inkml:trace contextRef="#ctx0" brushRef="#br0" timeOffset="99726.7281">6217 14844 1480 0,'0'0'385'0,"0"0"-167"16,0 0 6-16,0 0-53 15,0 0-14-15,0 0-73 16,0 0-38-16,18-29-22 15,7 7-11-15,2-5-4 16,4 1-8-16,2-1-1 16,0 1-12-16,-2 1-120 15,7-7-203-15,-8 6-245 16,-8 4-369-16</inkml:trace>
  <inkml:trace contextRef="#ctx0" brushRef="#br0" timeOffset="99988.7984">6474 14371 1846 0,'0'0'263'16,"0"0"-149"-16,0 0-27 16,0 0 14-16,0 0 22 15,0 0-47-15,86-33-22 16,-44 33-14-16,2 2-1 15,-3 12-20-15,-2 7 9 16,-9 5-7-16,-11 10-6 16,-12 6-13-16,-7 8 10 0,-22 20-12 15,-27 19-5-15,-30 18-153 16,7-15-221-16,5-18-614 0</inkml:trace>
  <inkml:trace contextRef="#ctx0" brushRef="#br0" timeOffset="103872.7956">11490 8307 1818 0,'0'0'320'0,"0"0"-124"0,0 0-43 16,0 0-40-16,0 0-19 16,0 0 3-16,85-1-12 15,-42 1-21-15,5 0-29 16,1 0-13-16,-1 0-1 15,-3 0-4-15,-2-3-1 16,-7 1-15-16,-6 0 0 16,-4-3 5-16,-7 2-6 15,-8 1-5-15,-5-1-74 0,-6 2-51 16,-4-2-98 0,-16 0-271-16,1 1-275 0</inkml:trace>
  <inkml:trace contextRef="#ctx0" brushRef="#br0" timeOffset="104277.833">11663 8058 1618 0,'0'0'328'0,"0"0"-92"15,0 0-32-15,0 0-18 0,0 0-67 16,0 0-35-16,0 0-32 16,-17-7-34-16,2 29-3 15,-10 7 10-15,-5 8 20 16,-4 3-5-16,-3 5 2 16,6 0-6-16,6-1-14 15,8-5 5-15,8-5-12 16,9-6-1-16,0-6 11 15,16-2 14-15,13-6-4 16,11-3 7-16,6-5-2 16,9-3-9-16,5-3-10 0,4 0-9 15,3-1-3-15,-1-9-8 16,-2 1 10-16,-4 1-11 16,-10 3-8-16,-8 4-91 15,-3 1-181-15,-16 14-194 16,-9 2-502-16</inkml:trace>
  <inkml:trace contextRef="#ctx0" brushRef="#br0" timeOffset="105121.0873">11244 12146 1460 0,'0'0'485'0,"0"0"-265"16,0 0-62-16,0 0 29 16,0 0-35-16,0 0-25 0,91-20-30 15,-55 11-12-15,1 1-22 16,3-1-5-16,-1-1-20 15,-2 0-16-15,-1 1-13 16,-1-1-9-16,-5 0 0 16,-5 4-1-16,-6 2-16 15,-9 2-116-15,-5-2-52 16,-5 0-122-16,0-2-221 16,-9 0-334-16</inkml:trace>
  <inkml:trace contextRef="#ctx0" brushRef="#br0" timeOffset="105529.9122">11402 11876 1558 0,'0'0'305'0,"0"0"-118"16,0 0-14-16,0 0-7 15,0 0-30-15,0 0-52 16,0 0-16-16,12-25-32 16,-12 40-3-16,-1 8 34 15,-10 4 13-15,-3 9 6 16,-3 3-23-16,-1 4-16 16,0 1-12-16,5-2-1 15,3-2 4-15,6-4-5 0,4-4 1 16,0-5 5-16,9-4 0 15,9-4-2-15,8-3-7 16,4-4 6-16,6-7-7 16,6-3 7-16,6-2-12 15,7-7-8-15,4-10-15 16,6-6 0-16,-3 0 6 16,-3 1-7-16,-10 0-10 15,-12 8-65-15,-16 3-192 16,-11 5-236-16,-10 4-701 0</inkml:trace>
  <inkml:trace contextRef="#ctx0" brushRef="#br0" timeOffset="106243.9215">11468 14952 1405 0,'0'0'487'16,"0"0"-258"-16,0 0-61 16,0 0 0-16,0 0 24 0,0 0-48 15,97-22-36 1,-59 15-23-16,3 0-31 0,1 0 7 15,2 0-25-15,-4 1-16 16,0 0-11-16,-5 0-8 16,-8 2-1-16,-8-1 0 15,-7 2-75-15,-8 3-100 16,-5-5-44-16,-15 2-243 16,-2 0-260-16</inkml:trace>
  <inkml:trace contextRef="#ctx0" brushRef="#br0" timeOffset="106655.606">11435 14783 1704 0,'0'0'259'0,"0"0"-107"16,0 0-40-16,0 0-10 15,0 0-7-15,0 0-31 16,0 0 42-16,-17 66-17 16,12-32-7-16,0 2 5 15,0 3-2-15,2-3-9 16,2-1-12-16,1-3-20 16,0-6 1-16,0-1-14 15,1-5-1-15,7-2-4 16,4-5-10-16,0-3-1 0,5-3-1 15,3-3-1 1,6-4 4-16,8 0-6 0,6-4-2 16,3-6-7-16,5-5-1 15,0 0 0-15,-2 0 0 16,-4 2 0-16,-5-1-1 16,-7 4-27-16,-8 2-81 15,-11 1-109-15,-6 2-35 16,-5 0-264-16,0 0-398 0</inkml:trace>
  <inkml:trace contextRef="#ctx0" brushRef="#br0" timeOffset="106857.5213">12055 15025 2426 0,'0'0'282'0,"0"0"-203"15,0 0-64-15,0 0 17 16,0 0 4-16,0 0-20 16,0 0-16-16,0-16-90 15,-4 16-184-15,-7 0-201 16,-5 0-253-16</inkml:trace>
  <inkml:trace contextRef="#ctx0" brushRef="#br0" timeOffset="111687.298">8534 16878 887 0,'0'0'198'16,"0"0"-68"-16,0 0 11 0,0 0-13 16,0 0-38-16,0 0-12 15,0 0 49-15,68 11-11 16,-24-2-18-16,6 2-26 15,8-1 1-15,2-2-9 16,4-2-4-16,0-5-8 16,-1-1-13-16,0 0 5 15,-7-10 1-15,-2-5-2 16,-6-5 3-16,-4-3-2 16,-3-5-11-16,-4-2-2 15,-3-6-8-15,-3-5-4 0,-7-3 5 16,-1-6-6-1,-5-4-2-15,-5-1-8 0,-4 0 1 16,-2 4-8-16,-4 6 10 16,-3 3-2-16,0 5 8 15,-2 2 1-15,-10 1-1 16,-3 0-2-16,-3-1 3 16,-2-2-5-16,-2-2-1 15,1-1-2-15,-1 3-1 16,1 5 3-16,-4 4 3 15,-2 6 0-15,-2 3 9 16,-5 4-1-16,-5 3-10 16,-8 2-2-16,-4 4-5 15,-6 4 1-15,-7 2 2 16,-3 0-8-16,-3 0 0 0,-2 6-1 16,1 7 2-16,1 1-1 15,5 3 1-15,4 5 0 16,3 1-1-16,6 7-1 15,5 0 1-15,4 5 4 16,8 4-4-16,5 2-1 16,4 3 1-16,7 6 0 15,3 4-1-15,5 2 1 16,5 4 0-16,6 1-1 16,0 0 0-16,17-2 0 15,4-4 1-15,7-6-1 16,4-5 0-16,4-6 0 0,2-6 0 15,5-4 0-15,0-8-1 16,1-1 1-16,3-11 0 16,-2-5 1-16,0-3 0 15,0-3 0-15,0-14 8 16,-1-2-7-16,-2-3-1 16,-7 0 7-16,-5 4-7 15,-11 2-1-15,-3 8-14 16,-11 2-63-16,-1 3-32 15,-4 3-42-15,-5 0-151 16,-10 5-343-16,-6 0-641 0</inkml:trace>
  <inkml:trace contextRef="#ctx0" brushRef="#br0" timeOffset="114714.977">10467 16930 532 0,'0'0'108'0,"0"0"-46"16,0 0 31-16,0 0 25 0,0 0-25 16,0 0-41-16,-11-3 4 15,11 3 19-15,0 0-2 16,0 0 22-16,0 0 10 16,0 0-8-16,0 0 11 15,0 0-18-15,0 0-11 16,0 0-10-16,0 0-13 15,0 0-15-15,0 0-9 16,9 0 18-16,6 0 37 16,2 6-24-16,6 0-11 0,4-1-12 15,3-1-2 1,1 1-2-16,5 0 7 16,0-2-6-16,4-1 5 0,-1-2-8 15,1 0 6-15,2 0-7 16,-2 0-2-16,-1 0-4 15,3 0-2-15,-2-5-4 16,1 1-4-16,3 0 4 16,-2 0-5-16,0-1-1 15,1 1-2-15,-1 0-7 16,-3 1 11-16,-1 0-7 16,0 0 1-16,-4 1-4 15,-1-1 2-15,0 0-1 0,0 0-1 16,2 1 0-1,1-2-1-15,3-1 2 16,0 1-8-16,2 0 1 16,1-1 7-16,0 2-7 0,-1-2 7 15,0 2-7-15,-2-1 6 16,-1 1-6-16,-2 1 5 16,-2-3 0-16,-1 2-4 15,2-3 4-15,-3 3 1 16,3-4-5-16,1 3 5 15,2 0 2-15,3 0-8 16,5 3 10-16,-1-4-6 16,5 3-4-16,-2 1 4 15,1 1-5-15,-4 0 0 16,0 0 1-16,-6 0 0 0,-3 0-1 16,-3 0 6-1,-1 0-5-15,-1-1-1 0,-1 0 0 16,1-2 0-16,2 0 4 15,0 0-4-15,4 1 0 16,1-1-1-16,3 3 1 16,1-2 0-16,0 2 0 15,3-1 0-15,-3-1 0 16,-1 1 0-16,-1 1 1 16,-2-1-1-16,2 1 1 15,-4-2-1-15,1 1 1 16,1-3-1-16,-1 4 1 15,3-3 0-15,0-2 0 0,1 2-1 16,5-1 1-16,-1-1 0 16,4-1 0-16,1 1-1 15,1-1 6-15,1 0-5 16,2 0 1-16,-2 1-2 16,-2-2 0-16,-1 3-1 15,-1-1 1-15,-2 0-2 16,0 2 1-16,2 0 1 15,-1 0 0-15,0 2 0 16,0-1 0-16,0 2 0 16,0-1 0-16,1 1 0 15,2 0 0-15,4 0 0 16,1 0 0-16,0 0 1 16,0 0-1-16,1 0 0 0,-2 0 1 15,-1 0 0-15,-3 0 1 16,2 1 4-16,-1 1-6 15,-3-2 0-15,2 0 1 16,-2 0 0-16,0 0 0 16,-4 0 6-16,1 0-6 15,-1 0-1-15,2-2 6 16,-1-1-5-16,4-2 0 16,0 5 0-16,-1-2 0 15,-4 2 0-15,-3-1 0 16,-6 1 1-16,-3 0-2 15,-2 0 1-15,-1-3 1 16,-3 2 5-16,4-1-6 16,-5-1 0-16,-1 1 0 0,-3 0 7 15,4-1-7-15,0 2 1 16,4-1 5-16,2 2 1 16,3-1-1-16,1 0 1 15,1 1-1-15,2-2 7 16,2 2 2-16,5 0-1 15,5 0-4-15,2 0-1 16,-1 0 7-16,-2 0-4 16,-7 0-4-16,-2 0-1 15,-9 0 1-15,-6 0 6 16,-4 0 7-16,-3 0 7 16,-3-3-4-16,0-1-4 0,-4 3-6 15,-1-2 1-15,-5 0-4 16,0 2-6-16,-2-1-4 15,-3 2-1-15,0 0 5 16,0 0-6-16,-15-2-35 16,-55-7-69-16,3 1-229 15,-12-8-377-15</inkml:trace>
  <inkml:trace contextRef="#ctx0" brushRef="#br0" timeOffset="116642.7817">15396 1910 1452 0,'0'0'339'15,"0"0"-98"-15,0 0-42 16,0 0-11-16,0 0-23 16,0 0-32-16,8 0-39 15,12 0-14-15,15 3 25 16,11 1-2-16,13-1-25 15,5 2-25-15,-2-3-23 0,-2-1-15 16,-8 1-5 0,-6-1-4-16,-11-1 0 0,-5 0-6 15,-8 2 1-15,-6-2-1 16,-8 0-47-16,-5 0-99 16,-3 0-56-16,-12-3-99 15,-12-7-413-15,-4-2-745 0</inkml:trace>
  <inkml:trace contextRef="#ctx0" brushRef="#br0" timeOffset="117019.1658">15395 1716 1750 0,'0'0'308'0,"0"0"-157"0,0 0-38 16,0 0 45-16,0 0-2 16,0 0-70-16,0 0-32 15,3-11-23-15,-3 11-13 16,-10 14-9-16,-4 5 3 16,-7 6 12-16,-2 3 3 15,1 2-3-15,0 4-5 16,4-1-5-16,9-1 2 15,6 1 2-15,3-3-16 16,0-1 10-16,13-4-2 0,8-2 10 16,5-5-7-1,4-2 3-15,6-4-4 0,5-5-4 16,1-1-7-16,3-6-1 16,1 0-55-16,11 0-122 15,-12-6-209-15,-10-1-609 0</inkml:trace>
  <inkml:trace contextRef="#ctx0" brushRef="#br0" timeOffset="117208.519">15844 2171 2072 0,'0'0'262'16,"0"0"-124"-16,0 0-86 15,0 0 30-15,0 0-22 0,0 0-41 16,0 0-19-16,-14 5-110 16,2-4-452-16,-7-1-732 0</inkml:trace>
  <inkml:trace contextRef="#ctx0" brushRef="#br0" timeOffset="166058.3029">6944 5107 644 0,'0'0'390'0,"0"0"-284"16,0 0-106-16,0 0-3 15,0 0-16-15,0 0-212 16,0 12-546-16</inkml:trace>
  <inkml:trace contextRef="#ctx0" brushRef="#br0" timeOffset="168250.7543">6532 3973 1360 0,'0'0'325'0,"0"0"-92"15,0 0-66-15,0 0 2 16,0 0 5-16,0 0-47 15,0 0-36-15,0 2-40 16,0-2-24-16,0 0-15 16,0 0-11-16,0 0-1 15,0 3-10-15,0 0-30 16,1 7-82-16,11 11-111 0,-1-2-162 16,4 1-278-16</inkml:trace>
  <inkml:trace contextRef="#ctx0" brushRef="#br0" timeOffset="168686.965">7187 5075 1753 0,'0'0'498'0,"0"0"-291"16,0 0-33-16,0 0-19 15,0 0 32-15,0 0-36 16,0 0-53-16,0 0-46 16,0 0-31-16,0 0-10 0,0 0-10 15,0 0 0-15,0 0-1 16,0 3-15-16,0 1-124 15,1 16-114-15,10-1-120 16,-1-2-333-16</inkml:trace>
  <inkml:trace contextRef="#ctx0" brushRef="#br0" timeOffset="169156.6682">7292 5802 2068 0,'0'0'333'0,"0"0"-142"16,0 0-72-16,0 0 41 0,0 0 51 15,0 0-70-15,0 0-38 16,-1 2-37-16,-1-2-33 16,2 1-3-16,0-1-3 15,0 0-8-15,0 0-10 16,0 0-3-16,0 0-5 16,0 0-1-16,0 0-5 15,0 0-22-15,0 3-106 16,-1 0-210-16,-5-1-420 0</inkml:trace>
  <inkml:trace contextRef="#ctx0" brushRef="#br0" timeOffset="190166.3259">10813 3984 153 0,'0'0'221'15,"0"0"-142"-15,0 0-67 0,0 0-12 16,0 0 89-1,0 0 60-15,3-6-51 0,-2 6-37 16,-1 0-15-16,0 0-3 16,0 0-10-16,0 0-24 15,0 0-7-15,0 0 0 16,0 0-1-16,0 0-1 16,0 0 0-16,0 0-40 15,0 0-45-15,0 0-28 16,0 0 15-16,0 0 20 15,0 0-219-15</inkml:trace>
  <inkml:trace contextRef="#ctx0" brushRef="#br0" timeOffset="321755.4018">6287 4062 491 0,'0'0'89'0,"0"0"268"15,0 0-84 1,0 0-50-16,0 0-18 0,0 0 7 16,-43-7 3-16,42 6-26 15,-1-1-14-15,2 2-25 16,0 0-12-16,0 0-5 16,0 0-15-16,0 0-24 15,0 0-20-15,0 0-22 16,0 0-22-16,6 0-15 15,7 0-4-15,4 0-10 16,8 0 7-16,2 0-7 16,1 0 0-16,-1 0-1 15,0 0 0-15,-4-5-93 16,-2-3-88-16,0 0-43 0,-2-15-143 16,-6-1-272-16,-5 2-301 15</inkml:trace>
  <inkml:trace contextRef="#ctx0" brushRef="#br0" timeOffset="322094.3582">6411 3798 1644 0,'0'0'345'16,"0"0"-116"-16,0 0-96 15,0 0-19-15,0 0-23 16,0 0-27-16,0 0-4 0,14 32 20 16,-1-21-20-16,0 0-12 15,1 3-10-15,2 0-11 16,-2-2 8-16,2 2-16 16,-5 0 2-16,-3 0-9 15,-3 0-4-15,-5 1-1 16,0 1 1-16,0 3 5 15,-13-1-6-15,-6 3 7 16,-4 1-14-16,-6 3 0 16,1 1-1-16,-11 13-201 15,8-8-300-15,3-2-724 0</inkml:trace>
  <inkml:trace contextRef="#ctx0" brushRef="#br0" timeOffset="322567.5466">6165 4954 738 0,'0'0'1030'0,"0"0"-680"16,0 0-94-16,0 0-35 16,0 0-21-16,0 0-28 15,0 0-50-15,13 5-35 16,-5-5-30-16,7 0-13 16,1 0-16-16,7-5-13 15,-1-2-7-15,-1 0-7 16,1 0 6-16,-4-1-7 15,2 2-59-15,-4 0-136 0,-4-5-77 16,1 1-275-16,-7 2-354 0</inkml:trace>
  <inkml:trace contextRef="#ctx0" brushRef="#br0" timeOffset="322844.3772">6323 4814 1883 0,'0'0'468'0,"0"0"-259"15,0 0-88-15,0 0-36 0,0 0-33 16,0 0-10-16,0 0-2 16,69 16-10-16,-49-8-11 15,-4-2-5-15,-2 3-2 16,-6-1 1-16,-4 3-2 15,-4 1-1-15,0 6 1 16,-3 5-1-16,-13 2-10 16,-5 1-4-16,-10 15-164 15,2-8-219-15,4-5-857 0</inkml:trace>
  <inkml:trace contextRef="#ctx0" brushRef="#br0" timeOffset="323392.8656">6295 6152 1420 0,'0'0'574'0,"0"0"-345"16,0 0-44-16,0 0 21 15,0 0-47-15,0 0-54 0,0 0-13 16,36-4-11-16,-16-3-33 16,0-2-24-16,4 2-11 15,-2-2-7-15,0 3-5 16,-4-3-1-16,1 1-49 16,-3 1-137-16,-2-7-96 15,-4 4-310-15,-3-2-381 0</inkml:trace>
  <inkml:trace contextRef="#ctx0" brushRef="#br0" timeOffset="323679.7944">6423 5970 1121 0,'0'0'1125'0,"0"0"-955"0,0 0-69 15,0 0-25-15,0 0 27 16,0 0-6-16,0 0-13 16,46 18-28-16,-25-8-8 15,-3-1-1-15,-1 1-16 16,-4 1-6-16,-5-1 2 16,-1 2-10-16,-4 5-7 0,-3 2-8 15,0 5 7 1,-18 6-9-16,-9 4-21 0,-33 16-171 15,4-8-137-15,-4-1-553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05-24T09:21:11.8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6998 2181 439 0,'0'0'98'0,"0"0"-28"15,0 0-53-15,0 0 223 16,0 0-50-16,0 0-31 16,-26-11 12-16,23 8 17 15,3 0-2-15,-2 2 53 16,2 0-54-16,0 1-47 15,0 0-17-15,0 0-21 16,0 0-14-16,13 0-23 16,12 0 35-16,15 0 56 15,13 0-6-15,27 0-36 16,30 0-8-16,31-10-25 0,18-4-3 16,-3-5-2-16,-17 1-13 15,-27 4-10-15,-27 1-9 16,-19 6-18-16,-23 2-3 15,-10 0 0-15,-3 2-9 16,-5 2-6-16,-3-1 0 16,-13 2-4-16,-7 0 5 15,-2 0 0-15,0 0-7 16,-5 0-1-16,-20 0-18 16,-48 27-59-16,0 1-135 15,-9-5-485-15</inkml:trace>
  <inkml:trace contextRef="#ctx0" brushRef="#br0" timeOffset="6730.1261">7376 4600 1470 0,'0'0'353'0,"0"0"-124"16,0 0-43-1,0 0 22-15,0 0-26 0,0 0-24 16,-1 6 5-16,1-6-13 16,0 0-29-16,0 1-31 15,0 1-21-15,1 0-9 16,17 3-3-16,6 0 37 15,9-1-10-15,10 1-18 16,8-3 5-16,8-2 5 16,4 0-13-16,3 0-10 15,-1-5-11-15,1-6-8 16,-2-2-17-16,-3-1-17 0,-3-1 0 16,-7 3 0-1,-8 0 0-15,-10 3 0 0,-8 2 0 16,-8 1 0-16,-8 3 0 15,-5 2 0-15,-2 1 0 16,-2 0 0-16,0 0 0 16,0 0 0-16,-7 0 0 15,-16 14-75-15,-46 25-195 16,7 1-326-16,-7-3-917 0</inkml:trace>
  <inkml:trace contextRef="#ctx0" brushRef="#br0" timeOffset="7412.8356">7461 5958 1450 0,'0'0'512'15,"0"0"-206"-15,0 0-35 16,0 0-35-16,0 0-3 16,0 0-36-16,0 0-58 15,-3 0-41-15,11 0-14 0,13 0-2 16,10 5 31 0,9 0-5-16,12-2-15 0,18-3-18 15,-1 0-12-15,3 0-27 16,2-8-36-16,-11-4 0 15,7-2 0-15,-3-1 0 16,-6 1 0-16,-6 0 0 16,-10 3 0-16,-11 2 0 15,-14 4 0-15,-7 2 0 16,-7 1 0-16,-3 2 0 16,-3 0 0-16,0 0 0 15,0 0 0-15,-20 3 0 16,-10 11-45-16,-47 15-177 0,4-3-244 15,2-3-760-15</inkml:trace>
  <inkml:trace contextRef="#ctx0" brushRef="#br0" timeOffset="8711.8805">7781 7503 1061 0,'0'0'492'16,"0"0"-206"-16,0 0 0 0,0 0-32 15,0 0-44 1,0 0-33-16,-8 9 17 0,21-2-17 16,16-1-9-16,21 2-20 15,33-2-16 1,37-6-9-16,20 0-15 0,2-11-42 16,-15-3-14-16,-27 1-2 15,-21 2-29-15,-20 4-5 16,-20 2-5-16,-9 0 2 15,-3 2-7-15,-7 0-5 16,-4 2-1-16,-16 1-15 16,-2 0-69-16,-71 26-106 15,3 6-116-15,-15 0-558 0</inkml:trace>
  <inkml:trace contextRef="#ctx0" brushRef="#br0" timeOffset="9425.1608">7835 8506 499 0,'0'0'377'0,"0"0"-122"0,0 0-33 15,0 0 26-15,0 0 39 16,0 0-12-16,0 0-23 16,-5-2-59-16,5 2-14 15,0 0 3-15,0 0-28 16,0 0-29-16,5 0-36 15,11 3-2-15,18 1 23 0,12-4-13 16,23 0-2 0,23-4-22-16,18-14-26 0,-7-3-8 15,-19 0-14-15,-26 4-1 16,-19 1-12-16,4-1-12 16,0-2 1-16,-2-1 11 15,-11 7-12-15,-13 4 7 16,-13 6-7-16,-4 3-11 15,-62 22-124-15,-6 9-147 16,-19 5-488-16</inkml:trace>
  <inkml:trace contextRef="#ctx0" brushRef="#br0" timeOffset="58024.5247">7548 4624 352 0,'0'0'528'16,"0"0"-267"-16,0 0-54 15,0 0-52-15,0 0-1 16,0 0 8-16,-3 0-24 16,3 0-6-16,0 0 0 15,0 0 5-15,0 0-25 16,4 0-37-16,14 0 14 0,4 0 17 16,7 0 6-16,8 0-14 15,2 0-9-15,7 0-7 16,11 0-9-16,6 0 4 15,8-6 0-15,4-3-39 16,-1-1-11-16,-2-2-6 16,-2 2-8-16,-7 0-11 15,-10 0 4-15,-10 3-5 16,-15 5 10-16,-12-1-11 16,-12 3-1-16,-4 0-8 15,-4 0-46-15,-53 28-119 16,1 0-315-16,-7 2-501 0</inkml:trace>
  <inkml:trace contextRef="#ctx0" brushRef="#br0" timeOffset="58667.0943">7521 5908 1335 0,'0'0'605'15,"0"0"-373"-15,0 0-69 16,0 0-22-16,0 0 39 15,0 0 8-15,0 0-10 16,97 34-32-16,-42-30-23 16,9-4-30-16,6 0-14 15,2-2-22-15,-3-10-21 16,-4 0-12-16,-7 2-10 16,-9 0-8-16,-13 1 1 15,-10 4-6-15,-10 0 5 0,-11 4-6 16,-5 1-27-16,-5 11-120 15,-14 9-310-15,-11 3-260 0</inkml:trace>
  <inkml:trace contextRef="#ctx0" brushRef="#br0" timeOffset="59308.0432">7804 7413 1410 0,'0'0'559'0,"0"0"-306"16,0 0-43-16,0 0-24 15,0 0-15-15,0 0 36 16,0 0-25-16,105 9-42 16,-17-9-9-16,25-2-35 15,6-11-19-15,-22-1-26 16,-28 2-3-16,-29 5-8 0,-7 2-13 16,1-1-3-16,-3 0-22 15,-2 2-1-15,-13 1 1 16,-8 3-2-16,-5 0-29 15,-3 0-119-15,-34 27-133 16,-7-1-431-16,-12-1-1480 0</inkml:trace>
  <inkml:trace contextRef="#ctx0" brushRef="#br0" timeOffset="59976.0165">7925 8468 1224 0,'0'0'593'0,"0"0"-347"15,0 0-87-15,0 0-14 16,0 0 48-16,0 0-16 16,0 0 22-16,23 27-15 15,10-22-40-15,26-2-23 16,26-3-21-16,30-4-14 16,8-13-16-16,-2-6-23 15,-16 0-8-15,-28 6 1 16,-19 1-10-16,-20 5-18 15,-10 2 0-15,-3 1 2 16,-2-1-5-16,-7 1-4 16,-7 3-5-16,-9 4-1 15,-1 1-80-15,-68 13-108 0,0 8-297 16,-21 1-398-16</inkml:trace>
  <inkml:trace contextRef="#ctx0" brushRef="#br0" timeOffset="62069.3181">14517 3677 1345 0,'0'0'191'0,"0"0"-138"15,0 0-30-15,100-25 9 16,-56 25-3-16,3 0 9 15,0 16-6-15,-5 9 0 16,-5 12-10-16,-4 7 9 16,-5 7 4-16,-5 16 12 15,-13 17 18-15,-10 19 24 16,-12 10 21-16,-25-3-24 16,-12-3-5-16,0-9-7 15,1-2-8-15,9-3-22 0,9-2-5 16,14-4-20-16,16-5-2 15,0-16-2-15,12-17-1 16,8-16 3-16,6-6-7 16,8-4 2-16,8-3 3 15,9-1 3-15,1-13-8 16,0-6-2-16,-7 0 1 16,-6-14 3-16,-11-1-11 15,-10-1 8-15,-9 3 6 16,-6 6 36-16,-3 2 23 15,0 4-6-15,0 1-37 16,0 0-19-16,-8 18-11 16,-8 15 5-16,-7 29 20 0,-8 41 51 15,-2 44 12 1,4 23-8-16,8 14-17 0,7-4-13 16,8-14-9-16,3 1-2 15,3 0 2-15,0-2-4 16,2 3 2-16,4-2-2 15,0-5-20-15,-1-11-2 16,-1-10-7-16,-3-13-1 16,1-11 2-16,-1-15-9 15,1-23 14-15,-1-21-4 16,-1-17-5-16,0-8 3 16,0-1-8-16,0 0-1 15,-1-2 1-15,-4-11 8 0,-1-4-8 16,0-7-1-16,-1-2 0 15,-2-3 9-15,-5-2-2 16,-5 0-6-16,-3 0 5 16,-4-7-5-16,-3-3-1 15,-4-1 0-15,0-2 0 16,-5 2 6-16,-1 0-5 16,-2 1 0-16,1 2-1 15,7 4 1-15,4 0-1 16,6 0-9-16,6 2-1 15,5-1-34-15,6 2-35 16,5-2-53-16,1-9-123 16,7-2-431-16,7-1-868 0</inkml:trace>
  <inkml:trace contextRef="#ctx0" brushRef="#br0" timeOffset="62238.2099">14695 8047 2347 0,'0'0'274'0,"0"0"-259"16,0 0-15-16,-83-11-245 16,57 7-670-16</inkml:trace>
  <inkml:trace contextRef="#ctx0" brushRef="#br0" timeOffset="68752.0124">9063 4296 804 0,'0'0'756'0,"0"0"-587"15,0 0-20-15,0 0-28 16,0 0 21-16,-3 0 20 15,3 0 15-15,0 0-57 16,6 0-23-16,9 0-3 16,5 0 16-16,5 0-2 15,5 0-12-15,4 3-20 16,2-3-13-16,7 2-7 16,0-2-6-16,2 0-9 15,0 0-4-15,-1 0-11 0,-3-5-20 16,-1 0 10-1,-5-1-16-15,-3 1 6 0,-9-1-6 16,-4 2 12-16,-9 1-11 16,-1 0 0-16,-7 2 3 15,-2 1-4-15,0 0-57 16,0 0-82-16,-9 0-124 16,-14 0-77-16,-2 3-311 15,1 3-165-15</inkml:trace>
  <inkml:trace contextRef="#ctx0" brushRef="#br0" timeOffset="69127.6069">9188 4429 694 0,'0'0'583'16,"0"0"-337"-16,0 0 5 15,0 0-49-15,0 0 4 16,0 0-16-16,0 0-3 16,-18 3-26-16,32-3-4 15,5 0-9-15,4 0-30 16,7 0-20-16,5 0-32 15,1-1-20-15,0-2-6 0,1 0-7 16,0-1-16-16,2-3-2 16,-5 2-5-16,-2 1-2 15,-6-3 2-15,-7 3-10 16,-2-1 0-16,-7 4-9 16,-9 1-105-16,-1 3-342 15,0 6-366-15</inkml:trace>
  <inkml:trace contextRef="#ctx0" brushRef="#br0" timeOffset="71088.0847">10379 4149 544 0,'0'0'577'16,"0"0"-328"-16,0 0-52 15,0 0-41-15,0 0-1 16,0 0-20-16,0 0 2 16,-3 2-25-16,3 0-19 15,4 2 15-15,7 2 4 16,7 1 3-16,1 0 13 0,4-2-25 15,4-2-21-15,2-1-1 16,4-2-14-16,-1 0-28 16,3 0-3-16,-2-9-15 15,1-3 8-15,-1-3-14 16,-3 1-8-16,0-6 10 16,-5-1 0-16,0-4-8 15,-5-4 14-15,-2-3-10 16,-6-6-7-16,-1-1 15 15,-6-2-6-15,1 1-1 16,-6 4-2-16,0 3 1 0,0 5 1 16,0 0-4-1,-3 5 1-15,-3 1-4 0,-2 4 4 16,0 0-5-16,-1 3 1 16,-3 0 1-16,0 3-7 15,-2 0 0-15,-4 1-1 16,2 1 9-16,-2 2-8 15,-1 1 0-15,-1-1 0 16,-2 3-1-16,-2-1 10 16,-3 0-9-16,-1 1 6 15,1 2-6-15,-2 0 3 16,0 3-4-16,0 0 0 16,1 0 0-16,1 0 8 15,2 0-7-15,1 0 7 16,-1 0-8-16,-1 6 1 0,-4 5-1 15,-1-2 0-15,-4 5 0 16,5 1 0-16,0-2-1 16,6 4 1-16,1-1 0 15,3 6 0-15,0 1 0 16,2 1 0-16,5-1 0 16,-2 5 0-16,8-2-1 15,2 5 1-15,2 2 0 16,3 2 1-16,0 1 5 15,0 0-5-15,6 2 5 16,3-1-4-16,9-2 8 16,0-2 1-16,3-2 7 15,2-3-5-15,1-5-1 0,-1-1 2 16,-1-5-4 0,0-4-4-16,0-4 9 0,-2-1-9 15,3-6 9-15,-1-2-6 16,2 0 0-16,3-2-7 15,3-9 3-15,1-3-5 16,-4 0-1-16,-8 4-8 16,-4 4-84-16,-15 6-106 15,-4 1-459-15,-20 9-1161 0</inkml:trace>
  <inkml:trace contextRef="#ctx0" brushRef="#br0" timeOffset="73347.0731">8326 3691 910 0,'0'0'727'0,"0"0"-543"0,0 0-29 15,0 0 39-15,-109-20-2 16,66 8-27-16,-6-1-48 16,-5-2-15-16,-1-2-19 15,-2-1-11-15,-1 0-5 16,-2 0-7-16,-1-2-14 15,2 0-29-15,-2 0-4 16,4 1-5-16,2-3-2 16,1 0-5-16,3-2 5 0,-1-1-5 15,0-5-2-15,2-1 1 16,4-4 0-16,2-3 1 16,5-2 11-16,0-1-3 15,5-2 2-15,2 3-10 16,7 2 10-16,4 3 16 15,6 2-5-15,6 2-1 16,1 0 5-16,8-2-1 16,0 1-4-16,3 0 0 15,13-2-11-15,3 2 1 16,4 0-2-16,2 4 0 16,3 0-2-16,2 1 1 15,0 3-1-15,0 3-1 16,-2 0 2-16,-1 4-2 0,-4 1-6 15,0 3 1-15,-2 4-1 16,-3 1 0-16,-3 2-1 16,-2 2-23-16,-4 0-106 15,-6 1-161-15,-1 0-222 16,-2-3-198-16</inkml:trace>
  <inkml:trace contextRef="#ctx0" brushRef="#br0" timeOffset="73647.1053">7178 2370 1255 0,'0'0'659'0,"0"0"-517"0,0 0-52 15,0 0-7-15,0 0 22 16,89 0-9-16,-51 0-32 15,-1 3-27-15,-3 6-16 16,-4-2-6-16,-8 6-9 16,-5-1-5-16,-8 2 10 15,-6 3-4-15,-3 2 5 16,0 5-11-16,-15 1 5 16,-5 1-5-16,-3 3-1 15,-3 0-52-15,-10 5-194 0,7-5-235 16,2-9-427-16</inkml:trace>
  <inkml:trace contextRef="#ctx0" brushRef="#br0" timeOffset="73821.5677">7546 2857 1861 0,'0'0'258'16,"0"0"-183"-16,0 0-60 16,0 0-15-16,-103 34-335 0</inkml:trace>
  <inkml:trace contextRef="#ctx0" brushRef="#br0" timeOffset="79281.056">8823 2014 568 0,'0'0'583'0,"0"0"-317"16,0 0-40-1,0 0-31-15,0 0-10 0,0 0-32 16,0 0-45-16,2 0-20 16,11 0-6-16,6 0 6 15,11-2 10-15,8-1 14 16,6-1-8-16,1-1-25 15,3 0-23-15,-3-1-14 16,-2 2-17-16,-7 2-18 16,-4 0 5-16,-5 1-11 15,-5 1 5-15,-8 0-5 16,-1 0 1-16,-7 0-2 0,-3 0 0 16,-1 0-8-1,-2 0-52-15,0 0-107 16,-8 0-88-16,-8 0-98 15,-2 3-313-15</inkml:trace>
  <inkml:trace contextRef="#ctx0" brushRef="#br0" timeOffset="79601.1594">8877 2098 1348 0,'0'0'307'0,"0"0"-129"15,0 0-43-15,0 0-6 16,0 0 33-16,0 0-5 0,0 0-9 16,46 8-31-16,-16-8 12 15,5 0 0-15,1 0-39 16,3-8-37-16,-1-1-23 15,1 0-15-15,-3 1-9 16,-3-1 0-16,-3 5-6 16,-8 1-5-16,-8 1-5 15,-5 2-149-15,0 0-188 16,-5 8-416-16,1-2-663 0</inkml:trace>
  <inkml:trace contextRef="#ctx0" brushRef="#br0" timeOffset="80677.038">9981 1976 434 0,'0'0'211'0,"0"0"-9"0,0 0-21 16,0 0-3-16,0 0-12 15,0 0-26-15,0 0-21 16,-2 0 52-16,2 0-10 16,0 0-18-16,0 0-23 15,0 0-14-15,0 0-20 16,0 0-20-16,8 0-7 15,6 0 11-15,4 0-7 16,0 0-14-16,3 0-13 16,-1 0-4-16,0 0-8 15,0 0-4-15,-2-3-13 16,1 3 4-16,-3 0-4 0,-1 0-6 16,-3-2 0-16,0 1 6 15,-3-1-7-15,-1 1-1 16,-1 0-54-16,-4-1-75 15,-3-1-138-15,0-2-206 16,0 3-320-16</inkml:trace>
  <inkml:trace contextRef="#ctx0" brushRef="#br0" timeOffset="80977.9212">10001 2059 675 0,'0'0'850'15,"0"0"-617"-15,0 0-25 16,0 0-57-16,0 0-14 16,0 0-25-16,0 0-6 15,36 1-17-15,-14 1-25 16,1-2-7-16,-1 0-7 15,2 0-5-15,-2 0-5 16,1 0-14-16,-2 0-11 16,-2 0-8-16,-2 0-6 15,-4 0-1-15,-7 0-49 16,-3 1-210-16,-3 8-528 0</inkml:trace>
  <inkml:trace contextRef="#ctx0" brushRef="#br0" timeOffset="82027.0423">9059 2539 522 0,'0'0'544'0,"0"0"-286"16,0 0-27-16,0 0-2 15,0 0-39-15,0 0 4 16,0 0 22-16,-3 0-56 15,3 0-63-15,9 0-29 16,1 0 8-16,6 0 11 16,4 0 12-16,-1 0-27 15,2 0-29-15,0 0-24 16,-3 0-13-16,0 0 5 0,-3 3-10 16,-2-3-1-16,2 0-1 15,4 2-114-15,22-2-190 16,-4 0-445-16,5-2-1022 0</inkml:trace>
  <inkml:trace contextRef="#ctx0" brushRef="#br0" timeOffset="82512.132">10200 2539 1295 0,'0'0'407'16,"0"0"-150"-16,0 0-53 0,0 0-1 16,0 0-3-16,0 0-43 15,0 0-54-15,0 0-23 16,12 0 15-16,1 0-9 15,6 0 0-15,2 0-23 16,2 0-15-16,1 0-5 16,-1 0-16-16,1 0-14 15,-3-4-13-15,0 0 11 16,-3 1-11-16,-6 1 0 16,-3 2-11-16,-9 0-128 15,-5 13-331-15,-16 0-505 0</inkml:trace>
  <inkml:trace contextRef="#ctx0" brushRef="#br0" timeOffset="89745.8415">9564 5755 348 0,'0'0'1139'0,"0"0"-768"15,0 0-82-15,0 0-45 16,0 0-40-16,0 0-25 16,-4 0-8-16,19-1-20 15,10-4-53-15,9-3-4 16,14 2-21-16,24-5 5 16,25-1 9-16,26-4-16 15,13-1-13-15,-9 4 10 16,-15 0-8-16,-30 4-35 15,-19 4-7-15,-17-2-9 16,-11 4-1-16,1-2 2 0,-3 1-9 16,-3 1 7-16,-14-1-8 15,-11 1 0-15,-5 3 0 16,-3 0-78-16,-48 10-113 16,1 7-340-16,-8 0-728 0</inkml:trace>
  <inkml:trace contextRef="#ctx0" brushRef="#br0" timeOffset="90421.5646">9815 7558 1921 0,'0'0'353'0,"0"0"-150"16,0 0-21-16,0 0-9 16,0 0 8-16,0 0 25 15,0 0-64-15,83-30-22 0,-27 22-16 16,9 0-17-1,4 3-3-15,2-1-8 0,0 0-14 16,3 1-5-16,-4 1-20 16,-4-4 4-16,-6 3-14 15,-7-2-3-15,-5-1-8 16,-8 2-16-16,-5-1 0 16,-7-1 0-16,-6 3 0 15,-6 1 0-15,-5 0 0 16,-4 2 0-16,-7 2 0 15,-12 0-140-15,-13 6-157 16,-9 5-451-16</inkml:trace>
  <inkml:trace contextRef="#ctx0" brushRef="#br0" timeOffset="91014.9399">9909 8456 1903 0,'0'0'395'15,"0"0"-235"-15,0 0 17 16,0 0 22-16,0 0-3 16,0 0-15-16,0 0-63 15,-27-3-28-15,60-3-6 0,21-8 9 16,29 1 12 0,20-4-3-16,7 2-26 0,-7 0-7 15,-20 3-13-15,-24 4-13 16,-13 2 6-16,0 0-49 15,5-2 0-15,6 2 0 16,3-3 0-16,-7 1 0 16,-9-1 0-16,-13 2 0 15,-3-1 0-15,-9 4 0 16,-6-2 0-16,-5 2 0 16,-6-1 0-16,-2 3 0 15,-52 2-150-15,-2 0-140 16,-16 0-459-16</inkml:trace>
  <inkml:trace contextRef="#ctx0" brushRef="#br0" timeOffset="104246.4919">7167 4242 861 0,'0'0'151'15,"0"0"-99"-15,0 0-13 16,0 0 47-16,0 0-22 16,0 0-4-16,-92-8-29 0,62 29-11 15,-4 9 0 1,0 7 4-16,2 8 31 0,1 5 12 15,3 3-6-15,5 2-10 16,4 0-6-16,5-2-25 16,11 2 1-16,3-2-5 15,9 2-3-15,15 2 0 16,10 3 12-16,4 5 4 16,2 0 3-16,-3 1-4 15,-7-7-6-15,-9-2-1 16,-18-3-7-16,-3-2-8 15,-15-3 0-15,-15-1-3 0,-11-4 4 16,-1-3-5 0,1-9-1-16,3-6 5 0,8-6 4 15,10-8-2-15,7-2-8 16,7 4 1-16,3 8 0 16,3 11 10-16,0 11-2 15,14 12 39-15,8 16 11 16,5 25-21-16,3 22-11 15,0 4 0-15,-1-6 10 16,-7-8-5-16,-3-8 12 16,0 3 7-16,-6 7 1 15,-4 3-3-15,-3 2 6 16,-3 3-11-16,-3-1-6 16,1-1-4-16,1-3-6 15,0-1-6-15,-1 1 11 0,-1-3-7 16,0 1-7-16,0-1 5 15,0-3-8-15,0 0-14 16,0-7 8-16,0-5-2 16,0-6-2-16,0-8-5 15,0-4 1-15,0-13 4 16,0-13-5-16,0-12 7 16,0-6-7-16,0 4 9 15,5-2-10-15,3 1 0 16,3-10 9-16,4-6-8 15,1-6-1-15,3-3 1 16,0-4 10-16,0-5-10 16,2-3 7-16,-3 0-7 0,-1 0 7 15,-3-13-8-15,0-2-32 16,-1-5-33-16,-4-16-58 16,3 7-197-16,-8 0-379 15</inkml:trace>
  <inkml:trace contextRef="#ctx0" brushRef="#br0" timeOffset="104414.0617">7428 8826 2300 0,'0'0'287'15,"0"0"-217"-15,0 0-70 0,0 0-57 16,0 0-130-1,-86 75-381-15,75-54-513 0</inkml:trace>
  <inkml:trace contextRef="#ctx0" brushRef="#br0" timeOffset="105763.5505">7554 10889 1292 0,'0'0'265'16,"0"0"-99"-16,0 0 42 16,0 0 2-16,0 0 14 0,0 0-4 15,0 0-35-15,19-14 5 16,41 4-11-16,32-5-51 16,26-3-19-16,9-2-25 15,-9 1-45-15,-15 5-12 16,-15 3-8-16,-14 3-5 15,-14 0-4-15,-18 3-1 16,-7 1 3-16,1-1-12 16,2-1 0-16,-3 1 1 15,-10 1 0-15,-11 2 0 16,-8 1-1-16,-3 1-10 16,-3 0-88-16,0 0-80 15,-20 3-172-15,-6 6-251 0,-4 2-348 16</inkml:trace>
  <inkml:trace contextRef="#ctx0" brushRef="#br0" timeOffset="106131.4151">7491 11218 1373 0,'0'0'527'0,"0"0"-324"16,0 0-51-16,0 0 23 15,93-33 27-15,-28 11-32 16,26-2-11-16,-4 0-16 15,-7 5-44-15,-11 1-33 16,-13 5-16-16,7 1-15 16,6-4-17-16,-5 4-7 15,-10 2-10-15,-7 1 7 16,-11 4-8-16,-12 2-6 16,-12 3-83-16,-11 0-212 0,-1 13-294 15,0 1-598-15</inkml:trace>
  <inkml:trace contextRef="#ctx0" brushRef="#br0" timeOffset="106783.9654">8029 13164 899 0,'0'0'637'0,"0"0"-329"16,0 0-15-16,0 0-22 16,0 0-30-16,0 0-25 15,0 0-2-15,17-32-60 16,19 18-61-16,26-3-17 15,23-3-16-15,-2 1-3 16,-3 3-16-16,-10 6-11 16,-13 0-11-16,4 0-7 0,3 0-6 15,-7 1-4-15,-13 1-1 16,-14 2 13-16,-9 3-14 16,-9 1-9-16,-8 0-66 15,-4 2-56-15,0 0-135 16,-27 4-189-16,-3 5-250 15,-5-1-643-15</inkml:trace>
  <inkml:trace contextRef="#ctx0" brushRef="#br0" timeOffset="107029.9794">8125 13321 1927 0,'0'0'310'0,"0"0"-139"0,0 0-61 16,0 0 70-16,0 0-6 16,0 0-41-16,127-19-45 15,-71 7-33-15,6-3-37 16,-3 1 0-16,-4 0-18 16,-5 1 1-16,-7 0-1 15,-6 0-64-15,-4 1-162 16,-9 1-310-16,-11 2-616 0</inkml:trace>
  <inkml:trace contextRef="#ctx0" brushRef="#br0" timeOffset="108380.2873">8132 10417 833 0,'0'0'234'0,"0"0"-166"16,0 0-51-16,0 0-10 16,0 0-7-16,0 0-120 15,0 0-444-15</inkml:trace>
  <inkml:trace contextRef="#ctx0" brushRef="#br0" timeOffset="108866.8089">8058 12939 662 0,'0'0'330'0,"0"0"-312"16,0 0-18-16,0 0-95 16,0 0-65-16</inkml:trace>
  <inkml:trace contextRef="#ctx0" brushRef="#br0" timeOffset="109641.0073">8208 10305 595 0,'0'0'229'0,"0"0"-229"0,0 0-189 0</inkml:trace>
  <inkml:trace contextRef="#ctx0" brushRef="#br0" timeOffset="110606.5792">13264 9750 93 0,'0'0'1179'0,"0"0"-855"0,0 0-50 16,0 0-82-16,0 0 25 15,0 0 36-15,0 0-56 16,58-10 13-16,-12-1-17 16,24-7-47-16,24-8-25 15,27-3-40-15,13-3-12 16,-10 8-21-16,-17 5-3 16,-29 8-14-16,-20 2 1 15,-16 4-19-15,-9 0-12 16,-2 1 5-16,-1 1-4 15,-5-2-1-15,-10 3 8 16,-9 0 0-16,-5 2-9 16,-1 0 0-16,0 0-5 0,-7 0-49 15,-14 0-61 1,-40 11-138-16,4 4-314 0,-4 2-443 0</inkml:trace>
  <inkml:trace contextRef="#ctx0" brushRef="#br0" timeOffset="112052.0448">7987 12876 1197 0,'0'0'267'16,"0"0"-177"-16,0 0-65 15,0 0-24-15,0 0 5 16,0 0-6-16,0 0-1 15,8 20-44-15,-2-8-256 16,-1-3-403-16</inkml:trace>
  <inkml:trace contextRef="#ctx0" brushRef="#br0" timeOffset="114727.6497">12804 14354 570 0,'0'0'719'0,"0"0"-474"16,0 0 17-16,0 0-28 15,-82 4-18-15,78-4 13 16,4 0-62-16,0 0 13 16,7 0 22-16,14-4-57 15,17-3-31-15,13-2-20 16,27-2-13-16,29-2-21 0,30-2-1 16,6-1-8-16,-10 1-8 15,-31 2-11-15,-35 7-16 16,-21 0-5-16,-7 2-2 15,-2 1-8-15,-3 1 7 16,-7 0-7-16,-13 1-1 16,-11 1 0-16,-3 0-45 15,-14 7-57-15,-45 27-93 16,1-2-282-16,-10-1-324 0</inkml:trace>
  <inkml:trace contextRef="#ctx0" brushRef="#br0" timeOffset="116981.4927">12544 16087 1431 0,'0'0'485'15,"0"0"-284"-15,0 0-13 16,0 0 9-16,0 0-62 16,0 0-66-16,0 0-39 0,58-68 3 15,-35 83-2 1,2 10 0-16,-1 8-5 0,-2 4-5 15,-6 4 1-15,-9 0-1 16,-3 2-2-16,-4-2 4 16,-1-1-11-16,-14-2-3 15,-3-6-2-15,-1-4-6 16,2-9 1-16,2-6 4 16,-1-6-5-16,4-7 1 15,-1-3 8-15,2-21-8 16,2-2-1-16,5-8-1 15,4 1-1-15,0 3-11 16,3 8-3-16,9 3-9 0,2 7-9 16,3 4-35-1,2 4-47-15,3 3-85 0,11 1-92 16,-3 0-273-16,-4 0-741 16</inkml:trace>
  <inkml:trace contextRef="#ctx0" brushRef="#br0" timeOffset="117537.5675">13011 15913 1556 0,'0'0'354'0,"0"0"-74"0,0 0-119 15,0 0-21-15,0 0-79 16,0 0-41-16,0 0-3 16,-10 65 20-16,10-27-3 15,0 2-8-15,0-1-9 16,0-6-8-16,0-6 0 15,3-3-8-15,-2-9 1 16,1-5-1-16,1-6 0 16,0-4 0-16,1 0 13 0,5-2 33 15,3-8-23-15,1-1-9 16,4 0 0-16,-2 2 0 16,3 6-4-16,-2-1-2 15,-1 4-3-15,1 0-6 16,-2 4 2-16,-2 8 5 15,-2 1-6-15,-5-1 0 16,-4 4 7-16,-1-1-2 16,0 1 3-16,-8 1 0 15,-7-3-2-15,-4 0-1 16,-1-3-4-16,-4-2-1 16,0-5 7-16,3-4-8 15,-1 0-1-15,4 0-50 16,6-4-39-16,6-5-121 15,6 2-168-15,0 2-396 0</inkml:trace>
  <inkml:trace contextRef="#ctx0" brushRef="#br0" timeOffset="117831.0584">13363 16168 819 0,'0'0'761'16,"0"0"-484"-16,0 0-31 15,0 0-102-15,0 0 32 16,0 0-63-16,0 0 15 0,-7 22 3 16,11-6-30-16,1 3-23 15,-1-3-7-15,-1 2-25 16,2-4-12-16,-2-1-20 15,-1-2-13-15,0-3 5 16,0-2-6-16,-1-2-11 16,5-4-143-16,-3 0-92 15,0-4-475-15</inkml:trace>
  <inkml:trace contextRef="#ctx0" brushRef="#br0" timeOffset="118236.9805">13473 15539 1498 0,'0'0'349'15,"0"0"-120"-15,0 0-93 16,0 0 9-16,-99 27-25 15,77-17-47-15,3 0-10 16,3-2-10-16,6-3-1 16,3 1-5-16,2 1-7 15,2 1-7-15,3 5-3 0,0 6 11 16,0 5 24-16,0 5 9 16,0 4-15-16,8 4-8 15,2-1-5-15,0 0-10 16,3-4-15-16,-2 0 5 15,0-5-17-15,0-2 1 16,-2 0-4-16,0-6-4 16,0-1-1-16,-1-5-1 15,-2-3-27-15,1-4-169 16,6-6-112-16,-2-13-329 16,1-5-668-16</inkml:trace>
  <inkml:trace contextRef="#ctx0" brushRef="#br0" timeOffset="118440.9411">13578 15769 725 0,'0'0'1176'0,"0"0"-872"15,0 0-39-15,0 0-159 16,0 0-24-16,0 0-14 16,0 0 14-16,5 67-8 15,1-42-37-15,-2 0-22 16,-1-3-8-16,0-5-6 15,1 0-1-15,-3-5-20 16,1-10-120-16,0-2-225 16,-2 0-672-16</inkml:trace>
  <inkml:trace contextRef="#ctx0" brushRef="#br0" timeOffset="118776.5333">13636 15628 1573 0,'0'0'485'0,"0"0"-264"0,0 0-19 16,0 0-89-16,0 0-2 15,0 0-48-15,0 0 36 16,31 4 7-16,-14 4-2 16,2 0-5-16,1 0-22 15,-4 4-20-15,5 3-13 16,-3 2-9-16,3 5 2 15,-2 2 8-15,-3 3-6 0,1 2-16 16,-5-1 2-16,0 0 4 16,-5-2-19-16,-4 1 7 15,-1-2-8-15,-2-2-4 16,-5 4-4-16,-17-3 4 16,-14 6-5-16,-28 5 0 15,-43 2-29-15,-59 5-101 16,14-9-207-16,1-9-470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05-24T09:23:29.4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16290 2963 1659 0,'0'0'198'16,"0"0"-139"-16,0 0-33 16,0 0 12-16,28-75 28 15,-4 62 5-15,7 6 11 0,10 7-37 16,9 5-25-16,10 22-11 16,1 15 9-16,5 21-17 15,-7 22 17-15,-17 23-3 16,-18 10 0-16,-24-4 22 15,-12-5 38-15,-22-10-9 16,-8 1-17-16,-1 1-27 16,0-5-2-16,11-18-9 15,11-20-3-15,7-16 1 16,12-9 1-16,2 3-1 16,0-1 0-16,2 0-3 15,17-13-5-15,4-12-1 16,3-10 1-16,10-7 5 15,3-21-5-15,3-14 1 0,-1-2-1 16,-6-2 6-16,-6 8-4 16,-12 11 4-16,-6 13 8 15,-8 11 2-15,-3 3-6 16,0 33-10-16,0 37-1 16,-10 47 28-16,-6 28 27 15,-2 17 12-15,1 8 4 16,-2-3 26-16,1 12-19 15,-1 12-29-15,3 4 4 16,6 4-8-16,6 7-17 16,1 2-1-16,3 4-14 0,0 2 1 15,0-6-4 1,0 6 4-16,4-2-5 0,-1 0-3 16,-3 2 0-16,0-5-5 15,0 1-1-15,-13 5 11 16,-6-1-10-16,-7 4 1 15,-4-1-1-15,-2 2 7 16,-3 4-8-16,-1 0 15 16,-1 2-15-16,3 0 0 15,1-1 6-15,3-1 9 16,1-5-14-16,4 0 10 16,-1-6-5-16,2-8 1 15,3 1-5-15,1-10 7 16,4-5-9-16,1-3-7 15,2-11 7-15,-2 2 10 0,2-5-8 16,-1-6-2-16,-4-7 1 16,3-8-2-16,-1-6 2 15,-1-7-1-15,1-8 1 16,-2-3 8-16,3-9-9 16,1-8 0-16,-1-7 0 15,5-13-8-15,-1-7 8 16,2-15 0-16,6-13 0 15,-1-14 11-15,1-1-10 16,0 2 5-16,2 6-6 16,-2 3-1-16,2-7 1 15,-2-5 0-15,0-5 0 16,-3-5-4-16,1-2 4 0,-2-3 1 16,-4-1 1-1,1-1-2-15,-1-2 0 0,-3-3 0 16,0-1 1-16,-2-5 1 15,1-2-1-15,-3-6-1 16,-2-4 8-16,4 0-2 16,-3-7-5-16,1-15 5 15,-2-6-5-15,1-6 0 16,1-1 0-16,2 4-1 16,2 4 1-16,3 9-1 15,1 5 0-15,4 6-7 16,2 4-31-16,1 2-52 15,3 1-88-15,0 0-197 16,3 0-415-16</inkml:trace>
  <inkml:trace contextRef="#ctx0" brushRef="#br0" timeOffset="180.3234">16171 14444 2770 0,'0'0'323'16,"0"0"-323"-16,-90 0-51 15,72-2-188-15,8-4-69 16,10-8-1418-16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05-24T09:23:56.7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5597 2796 1390 0,'0'0'1168'0,"0"0"-944"16,0 0-158-16,0 0-1 15,0 0 43-15,0 0 3 16,91-80-26-16,-51 61-31 15,9 2-42-15,2 0 1 16,4 0-13-16,-4 5-9 16,-8-2-58-16,-6 1-100 15,-10 3-70-15,-7 1-118 16,-11 6-305-16,-9 2-471 0</inkml:trace>
  <inkml:trace contextRef="#ctx0" brushRef="#br0" timeOffset="188.8405">5606 3015 2215 0,'0'0'319'0,"0"0"-232"16,0 0 19-16,0 0 33 16,0 0-21-16,0 0-16 15,0 0-47-15,33 10-32 16,13-10-16-16,22-10-7 15,31-10-130-15,-14 0-157 16,-12 0-500-16</inkml:trace>
  <inkml:trace contextRef="#ctx0" brushRef="#br0" timeOffset="38435.0068">1531 8102 760 0,'0'0'619'16,"0"0"-513"-16,0 0-21 15,0 0 115-15,-65-87-7 16,40 75-45-16,-2 3-46 16,-4 6-9-16,1 3-25 15,-7 12-29-15,-9 34-11 0,-14 34-9 16,-4 36-4-1,4 10 9-15,20-7 4 0,22-20 9 16,18-32-13 0,2-13-15-16,15-11 3 0,7-2-4 15,6 7-7-15,7 7 1 16,5 4 4-16,-2-1-4 16,-10-4-1-16,-7-5 0 15,-12-1 1-15,-11-3-1 16,-1-1 5-16,-24-2 2 15,-8-2 4-15,-8-6 13 16,0-2 0-16,-1-9-4 16,2-10-3-16,7-8 2 15,9-5 6-15,8 0 12 16,7 0-8-16,4-3-8 16,5 2-7-16,0 1-9 15,0 0-6-15,3 3 0 0,9 13 0 16,6 12 0-16,-1 11 0 15,0 10 12-15,0 20 12 16,-4 24 32-16,-5 30 0 16,-5 12-5-16,-3 3-15 15,0-2 24-15,-9-8-24 16,-6 2-10-16,4 1 14 16,-2 0-19-16,-5 1-6 15,2 5-5-15,-1 2 4 16,-2 0-2-16,5-3 13 15,3-6-24-15,2-8 10 16,3-4-5-16,1-6 3 0,2 0-3 16,1-2 1-1,-2-3-1-15,1-4 5 0,-1-7 10 16,-1-3-21-16,1-5 6 16,1-4 1-16,0-16 2 15,1-15-7-15,2-15 5 16,0-6-1-16,0 0-5 15,0 1-1-15,0-2 2 16,0-9-2-16,0-7 2 16,0-9-1-16,2-1 0 15,1-5 0-15,3 0-1 16,1 0 0-16,3-9 0 16,0-5-14-16,5-1-1 15,-1-2-21-15,-3 0-13 0,2 0-50 16,-4-2-87-1,-9-3-86-15,0 4-211 0,0 2-367 0</inkml:trace>
  <inkml:trace contextRef="#ctx0" brushRef="#br0" timeOffset="38625.9965">913 13041 2780 0,'0'0'350'0,"0"0"-293"16,0 0-48-16,0 0-6 0,0 0-3 15,0 0-64-15,0 0-69 16,9-32-345-16,0 10-626 16</inkml:trace>
  <inkml:trace contextRef="#ctx0" brushRef="#br0" timeOffset="42702.8469">3061 10764 506 0,'0'0'111'0,"0"0"-68"16,0 0 450-16,0 0-212 15,0 0-103-15,0 0-6 16,-7 0-4-16,5 0 9 16,2 0-13-16,0 0 16 0,0 0-30 15,0-2-8 1,0 1-4-16,8-3-10 0,11-1-18 15,5 0-21-15,10-2-31 16,0-3-4-16,5 1-14 16,1-1-7-16,-1 0-9 15,-3 1-4-15,0 1-19 16,-6-2 7-16,-5 4-7 16,-4 2 0-16,-6 0 1 15,-6 1-1-15,-6 3-1 16,1 0-22-16,-4 0-63 15,0 0-89-15,-4 0-88 16,-22 14-81-16,-2-1-245 16,3-1-275-16</inkml:trace>
  <inkml:trace contextRef="#ctx0" brushRef="#br0" timeOffset="43057.6182">3060 10897 1092 0,'0'0'395'15,"0"0"-54"-15,0 0-40 16,0 0-30-16,0 0-27 16,0 0-32-16,0 0-6 15,8 0-53-15,10-6-23 16,8-2-16-16,-1 2-42 0,6-3-11 15,-1 1-5 1,0-1-10-16,1 1-13 0,-2-1-6 16,-3 2-10-16,-3 2-7 15,-2-1-1-15,-5 2 0 16,-2-1-8-16,-5 3 0 16,-4 0 9-16,-3 1-10 15,1 1-10-15,-3 0-62 16,0 0-60-16,0 10-117 15,-9 7-380-15,-3 1-778 0</inkml:trace>
  <inkml:trace contextRef="#ctx0" brushRef="#br0" timeOffset="45133.7555">3028 13089 1476 0,'0'0'404'0,"0"0"-163"0,0 0 7 16,0 0-37-16,0 0-20 16,0 0-47-16,0 0-45 15,0-14-32-15,15 4-25 16,8-2-3-16,2-2-1 16,6-1-7-16,1 0-4 15,-1-1-18-15,2 1 0 16,-3 0 3-16,-2 0-12 15,-1 3 8-15,-5-2-8 0,-1 5 0 16,-6 1 0-16,-5 3 0 16,-2 2 0-16,-4 3-7 15,-2 0-76-15,-2 0-110 16,0 4-64-16,-5 17-110 16,-8-1-264-16,-2 1-495 0</inkml:trace>
  <inkml:trace contextRef="#ctx0" brushRef="#br0" timeOffset="45394.8171">3073 13207 1213 0,'0'0'942'0,"0"0"-797"0,0 0-3 15,0 0 5-15,0 0-11 16,0 0-38-16,0 0-38 16,64-38-23-16,-24 20-13 15,3-3-7-15,-1 3-17 16,-1 1 1-16,-7 4-1 16,0 9-30-16,-10 4-207 15,-11 0-444-15</inkml:trace>
  <inkml:trace contextRef="#ctx0" brushRef="#br0" timeOffset="49721.9884">2163 9165 1020 0,'0'0'389'0,"0"0"-200"15,0 0 28-15,0 0-80 16,0 0-85-16,0 0-38 16,0 0-5-16,-36 106 24 15,-1-14 27-15,0-5-11 16,-1-19-15-16,7-22 4 0,13-20-8 16,0-1-8-16,2-1-9 15,2-3 1-15,6-8-14 16,5-9 8-16,3-4 0 15,0 0 10-15,0-12 1 16,11-10-13-16,3-2 9 16,5-2-14-16,1 1 8 15,4 7 0-15,1 3-9 16,2 6 0-16,1 5 0 16,3 2 1-16,1 2-1 15,-1 0 1-15,3 0 6 16,-1 3-6-16,-3-1-1 0,1-2 1 15,-4 0-1-15,-3-2 0 16,-6-12-2-16,-2-4 2 16,-5-4-11-16,-4-5-5 15,-1-1 9-15,-6 0 5 16,0 2 2-16,0 2 8 16,-6 5-8-16,-3 5 6 15,2 4 1-15,1 3-1 16,0 4 4-16,-1 3 2 15,-1 0-3-15,-1 11-8 16,3 11-1-16,-4 5 0 16,4 3 0-16,3 2-5 15,1-4 5-15,2-4 1 0,0-5-1 16,0-6 0 0,3-6-1-16,0-5-4 0,2-2 5 15,-1 0 1-15,2-9 5 16,0-8-5-16,0-7 0 15,3 1 1-15,-2 1 0 16,-1 2-1-16,0 6-1 16,-3 5 1-16,0 2 0 15,-2 5 0-15,1 2-1 16,0 0-8-16,5 2 7 16,2 10 0-16,0 3 1 15,3 2 0-15,-3 0 0 16,2 0 0-16,-2-4 0 0,2-1 1 15,-5-6-1 1,0 1 0-16,-1-7-72 0,-1 0-192 16,2-7-64-16,0-7-241 15,-3-3-136-15</inkml:trace>
  <inkml:trace contextRef="#ctx0" brushRef="#br0" timeOffset="50097.8791">2508 9329 628 0,'0'0'255'16,"0"0"-3"-16,0 0-36 15,0 0-80-15,0 0-78 16,0 0-45-16,0 0-13 16,-2-10 0-16,10 10 1 15,2 5 0-15,-4-5 1 0,0 0-1 16,0 0 11 0,2 0 5-16,-3-10 20 0,-2-1 22 15,0 1 1-15,0 0 44 16,-3 3 15-16,2 4-1 15,-2 1-26-15,0 2-42 16,3 0-30-16,0 15-19 16,3 10 31-16,1 11 34 15,2 6-1-15,-1 7-14 16,-2-1 4-16,-1-1-6 16,-3-2-3-16,-2-6-7 15,0-5-14-15,0-3-12 0,-7-4-5 16,-1-7-7-1,-4-4 7-15,2-6-7 0,-1-5 0 16,1-5-1-16,-5-3-37 16,3-35-163-16,0 4-349 15,6-3-524-15</inkml:trace>
  <inkml:trace contextRef="#ctx0" brushRef="#br0" timeOffset="50723.0879">2710 9346 690 0,'0'0'276'0,"0"0"-179"16,0 0-54-16,0 0 5 15,0 0 1-15,0 0-20 0,0 0-6 16,14 18 1-16,-11-18 48 15,0 0 101-15,1-13-51 16,1-4-75-16,-3-3-27 16,2-1-2-16,-4 2 12 15,0 2 70-15,0 3 13 16,0 6 8-16,-5 3 9 16,1 5-35-16,-5 0-35 15,3 5-36-15,0 14-8 16,-3 6 8-16,0 6 0 15,5 2 1-15,4 2-13 0,0-2-5 16,3-2-5 0,14-4 7-16,4-7 7 0,2-6-4 15,-1-6-2-15,-1-7-2 16,-6-1 1-16,0-4-9 16,-6-13 6-16,-3-5 3 15,-3-2-3-15,-2-2-6 16,-1 1 5-16,0 1-4 15,0 5 0-15,0 4 0 16,0 6 0-16,0 6 0 16,0 1-1-16,0 2-1 15,0 0 1-15,0 4-14 16,6 9-2-16,0 8 15 16,4 4 1-16,-2 1 9 0,2 5-3 15,-4-4 10-15,0-1-1 16,-1-6-14-16,-2-3 0 15,-1-5 5-15,3-3-5 16,-3-5-1-16,-1 0-1 16,-1-4-149-16,0-2-160 15,0-10-670-15</inkml:trace>
  <inkml:trace contextRef="#ctx0" brushRef="#br0" timeOffset="50948.9127">2997 9408 1388 0,'0'0'480'16,"0"0"-289"-16,0 0-71 16,0 0-23-16,0 0-17 15,0 0-38-15,0 0-20 16,5 0-12-16,11-6 2 15,-3-2-12-15,5-4-5 16,-3 2-161-16,-3-1-391 0</inkml:trace>
  <inkml:trace contextRef="#ctx0" brushRef="#br0" timeOffset="51331.9932">3182 9243 1448 0,'0'0'312'0,"0"0"-20"16,0 0-143-16,0 0 12 16,0 0-2-16,0 0-50 15,-23 76-23-15,23-51-11 16,0 1-15-16,0-2-4 15,3 0-12-15,5-4-14 16,1-5-12-16,-3-4-5 16,4-3 2-16,-4-6 3 15,0-2 6-15,0 0-3 0,4-5 0 16,-2-9 3 0,4-8-14-16,-3-2-1 0,-5-3-7 15,-1 1-1-15,-3 1-1 16,0 5-23-16,0 5-46 15,-6 4-28-15,-5 5-57 16,-11 6-151-16,5 0-306 16,-4 0-473-16</inkml:trace>
  <inkml:trace contextRef="#ctx0" brushRef="#br0" timeOffset="51513.6778">3303 9310 1570 0,'0'0'257'15,"0"0"-90"-15,0 0-108 16,0 0-35-16,0 0-24 16,0 0-28-16,0 0-308 0</inkml:trace>
  <inkml:trace contextRef="#ctx0" brushRef="#br0" timeOffset="55062.0479">5740 6849 1196 0,'0'0'300'0,"0"0"-102"16,0 0 75-16,0 0-75 16,0 0-29-16,0 0-40 15,-18-44-68-15,12 80-45 16,-6 30-7-16,-1 27 7 0,-6 11 5 15,6-13 6 1,3-26 6-16,3-26-3 0,-1-6-15 16,5-2-5-16,0-3-9 15,1-2 5-15,1-11-5 16,1-11 5-16,0-4 3 16,0-8 6-16,9-17-15 15,7-11-1-15,2-6 1 16,5-5 0-16,-1 4 0 15,2 6 1-15,-3 10 8 16,-2 10-9-16,-4 12 2 16,1 5 7-16,1 4-9 15,1 13 6-15,4 5 7 0,1 2-3 16,-1 1-9 0,2-1 0-16,-2-4 4 0,-5-6-4 15,4-5-1-15,-1-6 0 16,0-3 0-16,2 0 1 15,-1-9-1-15,-4-4 1 16,0 1-1-16,-5 0 6 16,-3 4-5-16,-3 4 1 15,-3 4-1-15,-3 0-1 16,3 0-2-16,2 1 1 16,-2 8 1-16,1 0 0 15,-1-2 0-15,-1 0 0 16,-2-2 0-16,0-2-51 15,0-3-144-15,-12-12-124 16,-2-7-490-16</inkml:trace>
  <inkml:trace contextRef="#ctx0" brushRef="#br0" timeOffset="55198.166">6074 6889 1039 0,'0'0'239'15,"0"0"-133"-15,0 0-76 16,0 0 21-16,0 0-32 15,30 78-19-15,13-32-34 16,-7-8-82-16,6-5-191 0</inkml:trace>
  <inkml:trace contextRef="#ctx0" brushRef="#br0" timeOffset="55594.1992">6385 7077 1162 0,'0'0'276'16,"0"0"31"-16,0 0-80 0,0 0-4 15,0 0-63-15,0 0-12 16,-90-42-65-16,75 58-37 16,3 7-13-16,-1 3-15 15,4 6 0-15,3-1-5 16,4 1-6-16,2-3-6 16,0-5 0-16,2-7 0 15,8-8-1-15,3-9-12 16,1 0 11-16,4-20 1 15,1-13 1-15,-1-10-1 0,-2-25 1 16,-2-24 1 0,-5 3 7-16,1 9-8 0,-4 17 5 15,-3 26 0-15,-1 8 0 16,-1 5-4-16,1 18 12 16,-2 6-14-16,0 14-10 15,4 17 10-15,5 11 6 16,0 6-5-16,9 5-1 15,4 5-1-15,5-5 0 16,3-4 0-16,1-5-105 16,11-13-237-16,-8-12-198 15,-9-14-72-15</inkml:trace>
  <inkml:trace contextRef="#ctx0" brushRef="#br0" timeOffset="56504.9402">6699 6965 1048 0,'0'0'314'0,"0"0"-14"16,0 0-7-16,0 0-50 15,-28-73-64-15,16 73-40 16,-3 7-51-16,0 14-30 16,-3 8-10-16,1 6-5 15,1 9-6-15,6-1-10 16,2 3-4-16,4 0-11 16,4-6-5-16,0-5-1 15,7-8 0-15,8-10-6 16,1-11-8-16,4-6 6 15,2-17 2-15,2-16-30 16,1-26-11-16,-5-22 10 16,-5-21 19-16,-8 3 11 0,-5 20 1 15,-2 25 5-15,0 19 1 16,-5 2-5-16,-2 2 13 16,-4 4 5-16,4 10 12 15,1 11 14-15,0 6-8 16,1 3-22-16,-3 20-14 15,-1 13 0-15,1 10 7 16,5 5 2-16,3 7-8 16,0-4-2-16,8-2-1 15,12-6 0-15,4-6-5 16,3-10 0-16,3-12-17 16,0-11-15-16,-2-7-71 0,-2-15 3 15,-6-16-10-15,-6-8 65 16,-1-5 33-16,-8 1 18 15,-4 2 9-15,-1 7 13 16,0 7 11-16,-1 10 8 16,-5 8 8-16,0 7 14 15,0 2-26-15,1 11-25 16,-1 13-10-16,3 3-1 16,3 6-1-16,0 1 0 15,5-2 0-15,12-3-6 16,6-2-2-16,4-10-53 15,1-7-140-15,1-8-96 16,-1-2-10-16,-4-10 116 16,-9-8 131-16,0-2 60 15,-6 1 15-15,-3 4 87 0,-5 3 63 16,1 7-4-16,-2 5-39 16,0 0-67-16,0 5-42 15,0 13 0-15,0 2 5 16,-2 5 12-16,-4 0-14 15,0 0 9-15,0-2-13 16,-4-2-2-16,4-4-2 16,-2-5 1-16,4-7-3 15,2-5 9-15,2-5 63 16,0-18-36-16,0-8-14 16,8-7-4-16,4-1 25 15,7 4-10-15,-4 8 13 16,3 11-15-16,-3 7-10 0,4 9-15 15,1 0-6 1,-1 17 0-16,2 8 7 0,0 6-12 16,-3 2-1-16,-3 2 1 15,-3 1 0-15,-5-1-1 16,-7 8-5-16,0-10-352 16,0-8-1141-16</inkml:trace>
  <inkml:trace contextRef="#ctx0" brushRef="#br0" timeOffset="56903.2712">7488 6945 1644 0,'0'0'371'0,"0"0"-140"16,0 0-105-16,0 0 55 16,0 0-63-16,0 0-53 15,0 0-26-15,28 0-14 16,-1-3-11-16,6-3-13 16,3-3-1-16,12-9-58 15,-8 4-308-15,-10 1-585 0</inkml:trace>
  <inkml:trace contextRef="#ctx0" brushRef="#br0" timeOffset="57126.9182">7746 6648 2039 0,'0'0'303'0,"0"0"4"16,0 0-174-16,0 0-61 15,0 0 4-15,0 0 87 16,-9 85-30-16,9-41-46 16,2 3-41-16,5 1-28 15,0 0-10-15,1-1-8 16,1 19 0-16,1-13-134 16,-5-10-877-16</inkml:trace>
  <inkml:trace contextRef="#ctx0" brushRef="#br0" timeOffset="57964.3882">10192 11405 1657 0,'0'0'322'0,"0"0"-69"16,0 0 45-16,0 0-103 15,0 0-91-15,0 0-50 16,-16 51-5-16,16 22 75 16,4-1 1-16,5-4-62 15,2-10-29-15,-1-17-14 16,2 1-5-16,0 1-9 15,-2-7-6-15,-2-6 0 16,-3-7-25-16,-4-15-221 16,-1-5-292-16,0-3-305 0</inkml:trace>
  <inkml:trace contextRef="#ctx0" brushRef="#br0" timeOffset="58267.8397">10179 11313 1420 0,'0'0'224'16,"0"0"-55"-16,-112 55-12 15,67-31-18-15,10-5-37 16,10-5-8-16,11-6-3 16,9-8 57-16,5 0-30 15,5-11-14-15,18-13-17 0,10-6-38 16,9-3-1-1,7 1 3-15,3 9-14 0,-2 11-7 16,0 12-14-16,-2 0-2 16,-5 19-14-16,-2 13 1 15,-3 10 0-15,-2 10-1 16,2 18-1-16,8 20-14 16,-3 13-178-16,-7-16-387 15,-14-22-889-15</inkml:trace>
  <inkml:trace contextRef="#ctx0" brushRef="#br0" timeOffset="59029.9638">10213 12557 1016 0,'0'0'275'0,"0"0"-25"16,0 0 24-16,0 0-55 16,-34-73-11-16,13 70-57 15,-4 3-35-15,-7 10-46 0,-2 17-17 16,0 12 0-16,2 11 5 15,10 5-12-15,10 4-12 16,10-1-10-16,2-4-9 16,13-9-6-16,9-9 0 15,8-11-7-15,2-8 4 16,3-10 1-16,1-7-1 16,0-9 3-16,-5-15 0 15,-1-10-3-15,-3-7-5 16,-10-7-1-16,-8-7-3 15,-9-3-3-15,0 1 5 0,-12 3-6 16,-10 8 1-16,-3 13 4 16,-4 11-8-16,-2 12-6 15,0 10-17-15,-1 0 3 16,7 15-25-16,8 6-90 16,11 4-102-16,6 12-144 15,14-7-218-15,5-5-672 0</inkml:trace>
  <inkml:trace contextRef="#ctx0" brushRef="#br0" timeOffset="60695.1082">10435 12453 1232 0,'0'0'313'16,"0"0"21"-16,0 0-67 16,0 0 17-16,0 0-129 15,0 0-88-15,0 0-40 16,-19 24 35-16,19 14 7 16,3 3-18-16,9-1-11 0,4-2-19 15,1-9-6 1,-1-8-5-16,-1-7-4 0,0-10 2 15,0-4 8-15,1-4 2 16,-1-15-7-16,1-9-2 16,-3-2-8-16,-2-7 8 15,-5 0-8-15,-3 2 1 16,0 3 4-16,-3 7-6 16,2 6 1-16,-2 9 15 15,0 6 32-15,0 4-7 16,0 1-26-16,1 17-15 15,4 6 1-15,4 8 7 16,4 1-7-16,4 1 8 16,5-2-7-16,3-8 5 15,4-7-1-15,2-8-5 0,-3-8 5 16,1-1-5 0,-6-10 7-16,-3-12-8 0,-4-7 0 15,-7-9-6-15,-4-6 6 16,-5-7-1-16,0-2 1 15,0-1 0-15,-2 7 1 16,-2 12-1-16,1 11 1 16,0 14 0-16,0 10-1 15,1 3-8-15,2 21-1 16,0 12 9-16,0 6 1 16,0 6-1-16,5 0 0 15,2 1-1-15,1-6 0 16,-1-2 1-16,-2-7-14 15,-4-7-176-15,-1-7-113 16,-10-8-352-16,-5-9-773 0</inkml:trace>
  <inkml:trace contextRef="#ctx0" brushRef="#br0" timeOffset="60996.3517">10723 12422 838 0,'0'0'542'0,"0"0"-475"15,0 0-48-15,0 0-18 16,87-20-1-16,-50 15 0 16,-1-3 1-16,0-1-1 0,-6-3 1 15,-7 2 79-15,-8 2 16 16,-3 2 114-16,-8 3 35 16,0 3-50-16,-3 0-108 15,4 5-57-15,1 13 4 16,2 6 40-16,0 9 8 15,0 4-19-15,-2 3-16 16,-1 2-12-16,-2 2-19 16,-1-1-7-16,-2 1-3 15,0-1-6-15,-6 3-45 16,-7-12-294-16,0-10-457 0</inkml:trace>
  <inkml:trace contextRef="#ctx0" brushRef="#br0" timeOffset="61204.4435">10983 12332 1360 0,'0'0'212'0,"0"0"-69"15,0 0-10-15,0 0-29 16,0 0-24-16,0 0-39 16,0 0-12-16,71-5-6 15,-65 32 3-15,-4 4 1 16,-2 5-10-16,0 1-6 15,-6-3-11-15,-3 0-1 16,9-1-237-16,0-11-249 16,0-12-815-16</inkml:trace>
  <inkml:trace contextRef="#ctx0" brushRef="#br0" timeOffset="61804.3051">11250 12296 879 0,'0'0'1066'0,"0"0"-922"0,0 0 53 16,0 0-97-16,0 0 23 16,0 0-35-16,0 0 8 15,-11 63-21-15,14-27-17 16,6 0-19-16,2 0-6 16,4-3-15-16,2-5-3 15,1-6-6-15,3-5-3 16,-3-8 0-16,2-9 3 15,-4 0-9-15,-1-10-6 16,0-11-25-16,-3-3-8 16,-3-3 14-16,-3 3 8 0,-1 2 16 15,-2 8 1-15,-3 5 0 16,0 5-1-16,0 2 1 16,2 2-1-16,-1 0-19 15,4 10 10-15,3 5 9 16,2 3 1-16,3 2 0 15,4-1 1-15,-2-2-1 16,2-3 0-16,0-6 1 16,-1-5 0-16,-2-3 0 15,-1-5 8-15,-4-15 0 0,-1-11-3 16,-7-9-5 0,-1-21 7-16,0 2-7 0,0-4 7 15,0 0-7-15,-3 22 27 16,0 2 51-16,0 16 39 15,2 12-22-15,1 9-15 16,0 2-43-16,0 8-37 16,0 17 7-16,4 9-4 15,7 8 4-15,2 4-2 16,5 0-5-16,0-2 6 16,-3-3-7-16,-2-3 0 15,-4-6 0-15,-3-5-8 16,-6-4-133-16,-3-13-136 15,-10-3-309-15,-7-7-532 0</inkml:trace>
  <inkml:trace contextRef="#ctx0" brushRef="#br0" timeOffset="61971.1463">11405 12339 1677 0,'0'0'282'0,"0"0"-38"16,0 0-123-16,0 0-70 15,0 0-30-15,0 0-8 16,103-7-12-16,-58 7-1 16,20 0-18-16,-8 0-248 15,-8-2-458-15</inkml:trace>
  <inkml:trace contextRef="#ctx0" brushRef="#br0" timeOffset="62107.274">11964 12355 1245 0,'0'0'176'0,"0"0"-146"0,0 0-30 15,89-33-162-15,-51 21-1022 0</inkml:trace>
  <inkml:trace contextRef="#ctx0" brushRef="#br0" timeOffset="62569.8454">12434 12143 1737 0,'0'0'249'16,"0"0"7"-16,0 0-154 0,0 0 30 16,0 0-43-16,0 0-31 15,100-29 5-15,-71 29 0 16,-6 0 5-16,-5 0 0 15,-6 3-18-15,-4 10-26 16,-8 5 2-16,0 6 14 16,-3 5 30-16,-13 5-7 15,-3 3-9-15,0 1 11 16,1-2-20-16,3-4-11 0,8-5 2 16,4-4-2-1,3-7 7-15,0-2-4 0,20-8 7 16,13-5 13-16,24-1 15 15,25-15 7-15,27-13-28 16,-8-1-25-16,-16 2-8 16,-25 9-3-16,-17 5-14 15,5-3 8-15,-2 0 0 16,-3 1-7-16,-13 3-1 16,-12 5 5-16,-12 4-6 15,-4 1 2-15,-2 2-2 16,-2 0-8-16,-19 0-28 15,-15 0-93-15,-56 18-71 16,5 0-372-16,-3-5-601 0</inkml:trace>
  <inkml:trace contextRef="#ctx0" brushRef="#br0" timeOffset="66009.876">1465 10459 1260 0,'0'0'483'16,"0"0"-191"-16,0 0 54 0,0 0-56 15,0 0-13-15,0 0-58 16,-12-66-80-16,11 66-45 15,1 8-53-15,0 19-26 16,0 12 22-16,0 13 2 16,0 4 0-16,0 1-21 15,0-2-6-15,0-5-11 16,4-4-1-16,-1 15-57 16,0-12-394-16,-3-7-692 0</inkml:trace>
  <inkml:trace contextRef="#ctx0" brushRef="#br0" timeOffset="66729.4371">1209 12917 1152 0,'0'0'524'16,"0"0"-220"-16,0 0 12 0,0 0-43 15,0 0 24-15,0 0-68 16,0 0-33-16,-8-37-57 16,-3 53-55-16,-6 10-24 15,-4 11 14-15,3 11 4 16,2 4-18-16,8 4-9 15,5-3-9-15,3-2-12 16,11-7-8-16,9-7-7 16,4-12-15-16,1-9 7 15,0-13 2-15,0-3-3 16,3-12-6-16,-1-18 1 16,1-6 1-16,-4-11 9 15,-7-5-11-15,-6-2-1 0,-7-1 0 16,-4 6-5-1,0 9 5-15,-5 10-14 0,-11 8-5 16,-5 8-35-16,0 7-43 16,-6 4-55-16,-9 3-84 15,11 5-343-15,1 5-336 0</inkml:trace>
  <inkml:trace contextRef="#ctx0" brushRef="#br0" timeOffset="66896.7367">1413 12896 2252 0,'0'0'382'15,"0"0"-99"-15,0 0-117 16,0 0-77-16,0 0-58 0,0 0-31 16,0 0-1-16,16-20-207 15,-5 10-406-15</inkml:trace>
  <inkml:trace contextRef="#ctx0" brushRef="#br0" timeOffset="68230.8756">10919 9593 1459 0,'0'0'484'0,"0"0"-204"15,0 0-47-15,0 0-31 16,0 0-27-16,0 0-23 16,-3-3-13-16,19 3-26 15,7 0-10-15,8 0-19 16,10 0-35-16,5 0-23 15,4 0-16-15,-2-2-8 16,-2-3 8-16,-7 0-10 16,-8 1-27-16,-9 0-121 0,-11-2-157 15,-8 3-175-15,-3-2-272 16</inkml:trace>
  <inkml:trace contextRef="#ctx0" brushRef="#br0" timeOffset="68420.7926">10913 9732 1699 0,'0'0'478'15,"0"0"-158"-15,0 0-177 16,0 0-16-16,0 0-29 16,0 0-50-16,0 0-12 0,113 1-20 15,-59-1-16-15,40-5-86 16,-15 0-420-16,-5 1-691 15</inkml:trace>
  <inkml:trace contextRef="#ctx0" brushRef="#br0" timeOffset="69264.1881">11646 10302 872 0,'0'0'194'16,"0"0"-2"-16,0 0 8 15,0 0-13-15,0 0-22 16,0 0-22-16,0 0-16 15,-16-20-22-15,16 20-22 16,-2 0-23-16,-1 12 35 16,3 5 29-16,0 2-29 15,0 3-28-15,5 2-12 16,7 0-10-16,7-2-14 0,2-4-14 16,6-3-5-16,3-6-5 15,1-9-6-15,1 0 7 16,-4-12-8-16,-3-8-6 15,-7-7 4-15,-6-2 2 16,-7-3 0-16,-5 2 0 16,0 4 9-16,0 6 3 15,-3 5 96-15,0 8 40 16,-4 7-40-16,2 0-48 16,-6 15-32-16,1 18-7 15,-2 12 31-15,2 21 14 0,3 1-10 16,2 3-10-16,3-2-8 15,2-11-14-15,0 3-8 16,0-5-7-16,-2-10-1 16,2-8-7-16,0-9-1 15,-1-11-1-15,1-7-20 16,0-10-48-16,0-9-84 16,0-12-227-16,5-8-427 0</inkml:trace>
  <inkml:trace contextRef="#ctx0" brushRef="#br0" timeOffset="69455.7584">12088 10449 1773 0,'0'0'324'16,"0"0"-81"-16,0 0-146 15,0 0-50-15,0 0 22 16,0 0-40-16,0 0-20 15,73 8-9-15,-61-5-72 16,0 1-176-16,-6-2-321 16,-3-1-395-16</inkml:trace>
  <inkml:trace contextRef="#ctx0" brushRef="#br0" timeOffset="69621.4298">12045 10589 1008 0,'0'0'642'15,"0"0"-292"-15,0 0-143 0,0 0-83 16,0 0-24-16,0 0-44 16,0 0-31-16,85 0-20 15,-51-2-5-15,12-9-180 16,-10 0-326-16,-4 2-477 0</inkml:trace>
  <inkml:trace contextRef="#ctx0" brushRef="#br0" timeOffset="69863.4097">12458 10357 1735 0,'0'0'477'0,"0"0"-107"16,0 0-177-16,0 0-5 16,0 0-43-16,0 0 26 15,0 0-22-15,-12 103-48 16,11-58-34-16,-2 1-8 15,0 2-19-15,3-7-10 16,-2-2-18-16,1-7-6 16,-2-3-6-16,-2-2-2 15,-11 5-95-15,1-7-218 16,-8-6-713-16</inkml:trace>
  <inkml:trace contextRef="#ctx0" brushRef="#br0" timeOffset="72668.4059">7479 10632 1242 0,'0'0'281'0,"0"0"-30"15,0 0 3-15,0 0-15 16,0 0-33-16,0 0-39 15,0 0-6-15,30 11 18 16,9-5-28-16,28-3-55 16,31-3-16-16,26-1-12 15,6-12-26-15,-23-1-15 16,-29 2-15-16,-28 7-12 16,-14 0 0-16,-1 2 0 0,-1 3-2 15,-9 0-83-15,-20 10-204 16,-5 9-194-16,-4 4-307 0</inkml:trace>
  <inkml:trace contextRef="#ctx0" brushRef="#br0" timeOffset="73195.4257">7843 12441 1114 0,'0'0'1125'0,"0"0"-983"15,0 0-59-15,0 0-27 16,0 0 105-16,119-75-27 16,-32 28-34-16,-2 0-19 15,-7 5-24-15,-8 5-11 16,-17 9 1-16,5-5 4 16,4-2-9-16,-6 2-14 15,-4 1-16-15,-5 5-4 16,-4 3-7-16,-11 7-1 15,-10 6-18-15,-22 11-144 0,0 0-153 16,-18 4-529-16</inkml:trace>
  <inkml:trace contextRef="#ctx0" brushRef="#br0" timeOffset="78626.178">20450 6384 1493 0,'0'0'347'0,"0"0"-111"16,0 0-53-16,0 0-5 15,0 0-28-15,30 0-68 16,-3 0-38-16,5-2-23 16,7 2-10-16,4-1-11 0,-3 1 0 15,-2-2-55 1,1-2-167-16,-11-1-241 16,-10 1-379-16</inkml:trace>
  <inkml:trace contextRef="#ctx0" brushRef="#br0" timeOffset="78863.9224">20644 6283 1335 0,'0'0'235'16,"0"0"-83"-16,0 0 37 15,0 0-8-15,-94 60-8 16,68-31-44-16,4 3-34 15,4 1-27-15,8 0-28 0,6-3-22 16,4-4 4-16,8-3-9 16,16-2-13-16,9-7-6 15,26-1-120-15,-5-6-247 16,-6-2-179-16</inkml:trace>
  <inkml:trace contextRef="#ctx0" brushRef="#br0" timeOffset="79009.4347">21054 6619 1415 0,'0'0'540'0,"0"0"-259"15,0 0-79-15,0 0-76 16,0 0-86-16,0 0-40 0,0 0-169 16,-44 5-449-16</inkml:trace>
  <inkml:trace contextRef="#ctx0" brushRef="#br0" timeOffset="86202.3282">6560 9794 179 0,'0'0'320'0,"0"0"-246"0,0 0 131 16,0 0 27-16,0 0-103 16,0 0-25-16,5-3 4 15,-5 1-33-15,0-1 12 16,0 3-20-16,-5 0 13 16,-2 0-7-16,4 0-4 15,-5 0-3-15,1 0-24 16,-3 0 1-16,1 0 17 15,-1 0 1-15,-1 0-2 16,0 0-2-16,-1 0-6 16,0 0-1-16,0 0-12 15,2 0 16-15,-3 3-13 0,2-3 8 16,-1 0-15-16,2 0 1 16,-1 0 0-16,-2 0-6 15,4 0-6-15,0 0-2 16,-1 0 0-16,2 2-4 15,-1 0-4-15,0-1 2 16,2 2 16-16,-2 0-8 16,0 0-10-16,0 0-7 15,1 1 0-15,1 1 1 16,-1-3-5-16,0 2 5 16,0-1 8-16,2 1-7 15,0 0 1-15,-1-1 10 16,-1 1-10-16,-1 1 6 0,-1 0 1 15,1 1 4-15,1-2-7 16,-1 1 5-16,-4 2 0 16,-2-2-3-16,0 4 18 15,0-2-2-15,2-1-13 16,1 1-9-16,3-2-7 16,0 0 4-16,0 2 1 15,0-2-7-15,3 0 0 16,-4 2 1-16,5-1 0 15,-1 0 0-15,2 3 7 16,-2-1-8-16,-3 2-1 16,3-1 1-16,1 3 0 0,-1 0 2 15,-1-2-2 1,0 0 0-16,2 2 1 0,1-4 5 16,-4 1-6-16,5-1 0 15,-3-1 0-15,2-1 7 16,-1 0-7-16,2 0-1 15,-1 0 1-15,1 1 0 16,-2 2 2-16,0-1-1 16,-3 1 5-16,5 1-6 15,-3-1 6-15,1 2 0 16,1 1-4-16,-2 0 4 16,2 3-5-16,-1-1 7 15,1 0-7-15,1 1 1 16,-2 2 4-16,-1-1-5 15,2-1 9-15,-1 0-4 0,2 0-5 16,2-1 0-16,-2 2 1 16,3-2-1-16,0 1 0 15,0-2 1-15,0 1-1 16,0 0 0-16,0-1 0 16,0-1 0-16,0 1 0 15,0-1-1-15,0-1 1 16,0-1-1-16,0 2 1 15,0 0 0-15,0-1-1 16,0 0 1-16,3 1-1 16,-2 0 2-16,1 3-2 15,-1 0 1-15,1-1 0 16,-2 0 6-16,0 0-7 0,1-2 0 16,-1-2 0-16,2 1 0 15,-2-2 0-15,1 0 1 16,-1-1 4-16,2 1-4 15,-2-1-1-15,1 1 0 16,2 1 0-16,-3-2 4 16,0 1-4-16,0 1 0 15,0-3 0-15,0 3 0 16,3-2 0-16,-3-1 1 16,0 1-1-16,0 0 4 15,0 1-4-15,0-1 0 16,0 0 0-16,3-2 0 0,-1 1 0 15,-2-1 1-15,1-2 0 16,-1-1-1-16,2 2 1 16,-2-1 0-16,3 0 0 15,-2 0 0-15,1 1-1 16,-1-3-1-16,1 3-1 16,-1-1 2-16,1 0-1 15,-1 0 1-15,-1-2 0 16,2 1 4-16,-1 0-3 15,2 0-2-15,-2-1 1 16,2 2 0-16,-1-1 0 16,1 0 0-16,-1 0 1 15,0 2-1-15,0-2 0 16,1 2-1-16,0 1 0 16,2-1 1-16,0 1 0 0,1-1 1 15,-1 1-1-15,-1-2 0 16,-1 0 1-16,2 1 0 15,-2-3-1-15,1 1-1 16,-1 0 1-16,0 1 0 16,0-4 1-16,-1 3-1 15,-2-3-1-15,4 2 0 16,-1 1 1-16,-1-2 0 16,4 2 0-16,-1-1 1 15,0 1-1-15,0 0 0 16,2 2 0-16,-1-2 1 0,1 1-1 15,-1 0 1 1,2 0-1-16,-2 0 0 0,1 0-1 16,-1 1 1-16,0-3-1 15,-3 1 1-15,2-1 0 16,-4 0-1-16,1 0 1 16,2-1 1-16,-1 1-1 15,0-1 1-15,1 1-1 16,-1-1 0-16,2 3 0 15,1-4-1-15,-4 3 1 16,8-2 0-16,-6 2 1 16,1-1-1-16,-1-2 1 15,1 3-1-15,-3-3 0 16,3 2 0-16,1 0 0 16,-3-1 1-16,3 1-1 0,-1-1-1 15,-1 0 1 1,1 1 0-16,-1-1 0 0,3 1 0 15,-2-2 0-15,-1 3-1 16,-1-3 0-16,2 0 0 16,-2 3 1-16,6-2 0 15,-5-1 0-15,2 0 0 16,-1 1-1-16,-1-1 1 16,1 2 0-16,0-2 2 15,-2 0-2-15,2 1-1 16,-2-1 1-16,0 0 0 15,2 0 0-15,-2 0 1 0,0 0 0 16,0 0-1-16,2 2 0 16,0-2 0-16,-1 0-1 15,1 1 1-15,1-1-1 16,3 0 1-16,-3 0 0 16,4 0 0-16,2 1-1 15,-4-1 1-15,7 0 0 16,-1 0 1-16,0 0 0 15,2 0-1-15,-1 0 0 16,1 0 0-16,0 0-1 16,-2-1 1-16,1 0 0 15,0-1 1-15,-4 1-1 16,2-1 0-16,-4 1 0 0,3-3 0 16,1 1 0-1,0 1 2-15,4-3-2 0,0 0 0 16,2-2-1-16,2 1 1 15,-2 0 0-15,4-2 0 16,-3 1-1-16,-1 0 0 16,0 0 1-16,-1 0-1 15,1 1 0-15,-1-3 1 16,0 2 0-16,1-2 0 16,-1 1 0-16,-1-1-1 15,3-2 1-15,-3 2 0 16,1 0 0-16,-3 1-1 15,0-2 1-15,-3 2 1 16,2-1-1-16,-3 1 0 16,5-1 0-16,-3 0 1 0,1-3 0 15,2 0 0 1,1 0 6-16,-1-4-7 0,1 0 0 16,1-1 0-16,-2-1 2 15,2 0 8-15,-2 0-8 16,0-1 4-16,-2 0 3 15,0 3-3-15,-3-2 0 16,0 1 0-16,-3-1 6 16,0 2-2-16,-2-3-8 15,-1 0 16-15,2-1-5 16,-2-3-6-16,1 3 7 16,-2-5-4-16,1 1-9 0,-2-2 14 15,1 1-7-15,-1 0-1 16,0 0-6-16,0 0 5 15,-1 2 8-15,-1-4-14 16,2 4 8-16,-2-2 4 16,1-2-5-16,-2 3-6 15,0-1 0-15,0-1 9 16,0 2-9-16,0 2 8 16,0 0-8-16,0 3-1 15,0-1 0-15,0 3 0 16,0 1 2-16,-3-1 5 15,-1 0 1-15,-2 0-7 16,1 0 0-16,-1 0 8 0,0 2-8 16,-1 1 10-16,-1-1-5 15,-1-2-5-15,0 0 7 16,-1 3-7-16,1-1 0 16,-1 1 1-16,1 2-1 15,-3 2 7-15,3 0-8 16,-3 1 1-16,-2-2 1 15,-1 2-1-15,2 1 0 16,-2 2 1-16,0-4-1 16,1 4 7-16,-2-2-8 15,0 3 1-15,3-1 0 16,-1 0 0-16,2 3 0 16,-1-2 0-16,-2-1 0 15,3 3 0-15,-4-4 0 16,-1 3 0-16,1 0 0 0,-1 2-1 15,0-3 1-15,3 2 0 16,-2 0 0-16,5 2 0 16,1 1 0-16,1-2-1 15,3 2 1-15,0 0-1 16,-1 0 1-16,2 0-1 16,-1 0 1-16,0 0-1 15,-2 0 1-15,-2 0 0 16,-2 0 0-16,-4 0 5 15,1 0-5-15,0 2-1 16,1 0 1-16,1 0-1 16,3-1 1-16,2 1 0 15,-1-2-1-15,3 0 1 0,2 2-1 16,-1-2 1 0,2 0-1-16,0 0 1 0,2 0-1 15,-2 1 0-15,3-1 0 16,0 0 0-16,0 0 0 15,-2 0-1-15,2 0 1 16,0 2 0-16,0-2 0 16,0 0 0-16,0 0 0 15,0 0-1-15,0 0 0 16,0 0 0-16,0 0-7 16,0 0 1-16,0 0 1 15,0 0-9-15,0 0-51 0,0 0-27 16,0 0-75-1,5 5-100-15,7-1 59 0,9 4-130 16,-5-5-305-16,-1 0-270 16</inkml:trace>
  <inkml:trace contextRef="#ctx0" brushRef="#br0" timeOffset="86720.3674">6812 9618 1377 0,'0'0'232'0,"0"0"-45"0,0 0-38 15,0 0-8-15,0 0-19 16,0 0-52-16,0 0-22 16,0 6-19-16,0-3-1 15,0 1-5-15,-1-3-3 16,1-1-5-16,0 2-7 15,-2-2-7-15,2 0-1 16,-2 0 0-16,0 0-53 16,-7 1-164-16,3-1-359 15,-5 0-611-15</inkml:trace>
  <inkml:trace contextRef="#ctx0" brushRef="#br0" timeOffset="91283.4047">14078 9889 1172 0,'0'0'601'0,"0"0"-317"16,0 0-104-16,0 0-1 16,0 0 1-16,0 0-54 15,0 0-32-15,0 0-16 16,1 1-15-16,11 2 10 15,2-2 9-15,5 2-13 16,2-2-25-16,3 1-22 0,0-2-8 16,-2 0-13-16,-1 0 1 15,1 0 4-15,-1 0-6 16,-4 0 0-16,0-6-30 16,-4 1-112-16,-3-3-53 15,-7 1-91-15,-3 1-279 16,0-1-321-16</inkml:trace>
  <inkml:trace contextRef="#ctx0" brushRef="#br0" timeOffset="91511.0771">13975 10011 1670 0,'0'0'488'0,"0"0"-251"15,0 0-71-15,0 0-5 16,0 0-55-16,0 0-46 16,0 0-29-16,48-4-19 15,-24-2-10-15,-1 2-1 16,3-3-1-16,4-1-55 16,-4 1-188-16,-6 1-472 0</inkml:trace>
  <inkml:trace contextRef="#ctx0" brushRef="#br0" timeOffset="97629.7637">6742 12102 454 0,'0'0'211'0,"0"0"11"16,0 0-142-16,0 0-10 16,0 0 39-16,0 0 26 15,24-48 4-15,-21 42 31 16,0 0-70-16,-2 3-27 16,-1-1 25-16,0 0 19 15,0 1 4-15,0 0-37 16,0-3-12-16,-8 2-11 15,-3 1 1-15,-1-1 3 16,-3 1-1-16,0-1-15 16,-4 1-4-16,-3-1 4 15,-3 1-3-15,5-1 0 0,-1 0-7 16,-1 0-2-16,2 0-4 16,-1-1-7-16,4-1 9 15,-2 2 7-15,2 1-10 16,-1 1-5-16,0 0-2 15,-1 1 6-15,0 1-11 16,-1 0 2-16,-1 0-7 16,2 0-3-16,-2 3-1 15,0 4 1-15,-2 0-2 16,1 3-1-16,-2 0-1 16,2 1 2-16,1 1 10 0,-2 1-10 15,1 3 8 1,-2-1-1-16,2 4 4 0,-2-1-12 15,0 1 7-15,2 3-10 16,-1 2 2-16,-1 2 9 16,1 0-2-16,-1 1-9 15,2 2 9-15,1 1-3 16,3-1 2-16,3 1-13 16,-2 1 6-16,5 4 10 15,2-1-8-15,1 0 3 16,3 3-11-16,1 3 19 15,4 2-13-15,1 4 7 16,0 2 1-16,0 3 1 16,6-1 2-16,9-3-3 15,0-1 3-15,4-3-1 16,1 1 8-16,2-3-10 0,5 0 0 16,-2-2 11-16,5 2-11 15,-2-5 1-15,-1-2-4 16,3-3 12-16,0-3-9 15,1-5-6-15,-1-4 2 16,7-3 1-16,1-4 3 16,2-3-2-16,5-4 4 15,1-5-7-15,0 0 7 16,2 0-4-16,-2-6 5 16,-1-3-7-16,-2-1 5 15,-4 2-2-15,-5-3-8 0,0 2 3 16,-2-2-3-1,2-3 0-15,-1 0 1 0,-2-3-1 16,5-5 2-16,-3 0-8 16,-1-4 6-16,0-1-4 15,-1-2 7-15,-3-4-8 16,1 1 5-16,-2-3-5 16,-3-2 10-16,0 1-5 15,-5-3 3-15,-1 0 0 16,-3-3-2-16,-2-2 1 15,-4-3-1-15,-1 2 8 16,-4 0-14-16,-1 0 8 16,-1 1 4-16,-2 0-13 15,0 0 0-15,0 2 0 16,-3 1 0-16,-6 3 0 0,-4 2 0 16,-1 1 0-16,-3 2 0 15,-2 4 0-15,-1-2 0 16,0 2 0-16,-1 3 0 15,0 1 0-15,0 3 0 16,-3 3 0-16,5-1 0 16,-6 3 0-16,5 2 0 15,-4 2 0-15,-2 1 0 16,0 2 0-16,-2 1 0 16,-4 3 0-16,1-2 0 15,-3 4 0-15,1 2 0 16,1-1 0-16,3 3 0 15,-1 0 0-15,0 0 0 0,4 0 0 16,0 3 0-16,-1 3 0 16,3 4 0-16,-3 0 0 15,1 4-84-15,0 1-101 16,-7 9-101-16,3-2-405 16,-2-1-888-16</inkml:trace>
  <inkml:trace contextRef="#ctx0" brushRef="#br0" timeOffset="103198.6739">12784 2709 1407 0,'0'0'503'0,"0"0"-242"15,0 0-37-15,0 0-54 0,0 0-22 16,-1-3-18-16,1 2-6 15,6 1-58-15,11 0-38 16,7-1-6-16,13 1 10 16,6 0-13-16,5 0 4 15,5 0-7-15,2 0-5 16,1 0-5-16,-5 0-5 16,-5 0 0-16,-11 0 1 15,-8 2-1-15,-9-1 0 16,-9 2 1-16,-5-1-2 15,-2-2 8-15,-2 1-8 16,0 0-1-16,0 6 0 16,-6 5 1-16,-15 10 5 0,-8 7 6 15,-10 9-10-15,-10 6 17 16,-2 1 9-16,-2 2 21 16,4-2-1-16,7-1 7 15,10-4-1-15,8-4 2 16,9-5-16-16,9-3-9 15,6-1-9-15,0-4 8 16,13 0-4-16,11-3-4 16,7 1 9-16,10-4 30 15,8-5-7-15,3-4-2 16,5-6-29-16,0-2-7 16,1 0-4-16,-5-8-5 0,-8-5-6 15,-6 1 0 1,-9-2-1-16,-9 0-47 0,-8-4-84 15,-5-1-67-15,-8-20-176 16,0 3-407-16,0 1-1444 0</inkml:trace>
  <inkml:trace contextRef="#ctx0" brushRef="#br0" timeOffset="103588.6737">13851 2293 1694 0,'0'0'538'0,"0"0"-265"0,0 0-32 16,0 0 15-16,0 0-68 16,0 0-90-16,0 0-55 15,-63-10-27-15,23 25-7 16,-5 6 3-16,2 1 5 15,8 0 4-15,6-5 3 16,11 0-11-16,3 0-4 16,8 2-1-16,2 0-7 15,5 2 0-15,0 4 0 16,0 4 0-16,12 3 0 16,5 2 0-16,-1 3 0 15,3-2 0-15,0-1 0 16,-2-1-1-16,-2-3 1 0,-3-3-1 15,-1-3 0-15,-3-4-24 16,-2-4-118-16,3-10-194 16,-2-6-234-16,1 0-397 0</inkml:trace>
  <inkml:trace contextRef="#ctx0" brushRef="#br0" timeOffset="103786.1905">13893 2489 1921 0,'0'0'501'0,"0"0"-342"16,0 0-108-16,0 0-3 0,0 0 84 15,19 82 1 1,-13-48-62-16,0-1-37 0,0 2-33 16,-3-4 5-16,1-5-6 15,-1-1-153-15,0-11-173 16,-1-7-515-16</inkml:trace>
  <inkml:trace contextRef="#ctx0" brushRef="#br0" timeOffset="104175.6319">14023 2278 1350 0,'0'0'836'0,"0"0"-497"0,0 0-109 16,0 0-54-1,0 0-40-15,0 0-60 0,0 0-23 16,50-21 1-16,-29 20 7 16,0 1 0-16,2 0-14 15,-3 0-8-15,3 7-15 16,-4 8-9-16,2 5 0 16,-2 8 9-16,-4 4-2 15,2 6 5-15,-7 5 2 16,1 7-1-16,-3 3 10 15,-3 2-11-15,1-1-2 16,-6 1 4-16,0-1-7 16,0-5-1-16,-6-3-3 15,-6-9-9-15,0-5-9 16,-4-11 2-16,1-6-1 0,-1-5 7 16,-3-5-7-16,-3-5-1 15,-5 0-52-15,1-17-82 16,-4-29-112-16,7 4-376 15,8-3-678-15</inkml:trace>
  <inkml:trace contextRef="#ctx0" brushRef="#br0" timeOffset="104364.802">14530 2806 2027 0,'0'0'482'15,"0"0"-323"-15,0 0-44 0,0 0-40 16,0 0-47-16,0 0-15 16,0 0-5-16,69 2-8 15,-41-5-125-15,-6-6-243 16,-6-1-592-16</inkml:trace>
  <inkml:trace contextRef="#ctx0" brushRef="#br0" timeOffset="104550.9823">14427 2989 375 0,'0'0'1848'0,"0"0"-1363"16,0 0-339-16,0 0-11 0,0 0-14 16,0 0-57-16,0 0-46 15,36 3-3-15,8-6-15 16,53-22-40-16,-10 3-219 15,3-8-435-15</inkml:trace>
  <inkml:trace contextRef="#ctx0" brushRef="#br0" timeOffset="105287.1394">15304 2859 1330 0,'0'0'1042'16,"0"0"-709"-16,0 0 30 15,0 0-130-15,0 0-58 16,0 0-76-16,0 0-48 16,-36-9-33-16,21 42-11 0,-4 9 11 15,-1 6 32 1,1 2-16-16,4-2-2 0,8-1-19 15,5-5-5-15,2-4-7 16,0-9 0-16,5-7 1 16,6-8-1-16,0-6-1 15,4-8 0-15,2 0-18 16,6-17 1-16,2-8-11 16,1-4 8-16,-4 0 14 15,-2 3 0-15,-7 5 6 16,-4 7 0-16,-3 5 1 15,-5 4 5-15,-1 5 6 0,0 0 0 16,0 0-7-16,0 11-5 16,2 10-1-16,0 5 1 15,2 0 1-15,3 3 9 16,4-3 11-16,-2-3-13 16,7-6 8-16,-2-1 2 15,2-6-10-15,1-7 8 16,1-3-8-16,1-2 5 15,6-15 1-15,0-8-5 16,-1-6-2-16,-2-5-1 16,-7-1-5-16,-5 2 0 15,-3 4 0-15,-7 8 0 16,0 3-1-16,-7 3-13 16,-4 2-35-16,-1 3-41 15,-1 1-41-15,-1-1-74 0,4 2-329 16,4-1-280-16</inkml:trace>
  <inkml:trace contextRef="#ctx0" brushRef="#br0" timeOffset="105865.3043">15960 2476 1774 0,'0'0'395'0,"0"0"-92"16,0 0-87-16,0 0 6 15,0 0-80-15,-81-17-62 16,55 17-25-16,0 5-17 15,6 4-14-15,3-1-5 0,4 1-2 16,7-1-4 0,3 0-7-16,1 3 0 0,2 4-5 15,0 7 6-15,0 3-6 16,2 6 8-16,5 5 2 16,2 5 10-16,-1 2 9 15,2 3 6-15,-4-2-9 16,0 0 0-16,-2-3-13 15,-1-8-7-15,-3-4-5 16,0-2-1-16,0-3 0 0,0-4-1 16,0-5-13-1,0-5-88-15,0-10-195 0,0 0-231 16,0-13-304-16</inkml:trace>
  <inkml:trace contextRef="#ctx0" brushRef="#br0" timeOffset="106078.2619">16057 2668 1938 0,'0'0'504'15,"0"0"-319"-15,0 0-107 16,0 0-29-16,0 0 71 16,3 74 14-16,-2-39-46 15,1 1-32-15,1-2-29 16,0-4-26-16,0-5 8 0,-2-5-9 15,-1-5-30 1,2-11-231-16,-2-4-346 0,0 0-716 0</inkml:trace>
  <inkml:trace contextRef="#ctx0" brushRef="#br0" timeOffset="106488.7487">16169 2409 2138 0,'0'0'484'0,"0"0"-299"16,0 0-94-16,0 0 35 15,0 0-60-15,0 0-26 0,0 0 22 16,45-5-1 0,-29 4-2-16,-2 1-13 0,-1 0 3 15,-4 0-11-15,1 1-17 16,-2 12-5-16,2 8-1 15,2 5 8-15,-4 11 10 16,2 6-2-16,0 8 10 16,-2 5 14-16,-2 5-7 15,-1-2-12-15,-2 0-1 16,-3-8-16-16,0-6-4 16,0-8-7-16,0-8-2 15,-3-6-5-15,-4-4 0 0,1-6 6 16,-4-4-6-1,0-2-1-15,-4-3 1 0,-5-1-1 16,-5-3-9-16,-3 0-59 16,-3 0-53-16,4-10-52 15,4-12-92-15,7 1-269 16,11-2-540-16</inkml:trace>
  <inkml:trace contextRef="#ctx0" brushRef="#br0" timeOffset="106826.675">16755 2181 1175 0,'0'0'1149'0,"0"0"-779"15,0 0-18-15,0 0-107 16,0 0-98-16,0 0-95 15,0 0-31-15,0-9-10 16,0 30-11-16,0 8 18 16,0 6 25-16,0 6-8 15,0 4-11-15,-1-4 10 16,-1-2 10-16,1 0-17 16,-1-6-9-16,2-3-8 15,-1-6-8-15,1-2-2 16,-2-5 0-16,1-6-6 15,-1-5-90-15,-1-6-81 16,-12-13-121-16,3-11-279 0,-1-9-789 16</inkml:trace>
  <inkml:trace contextRef="#ctx0" brushRef="#br0" timeOffset="107024.3967">16585 2308 1837 0,'0'0'558'0,"0"0"-308"16,0 0-34-16,0 0 32 16,94-30-92-16,-53 18-65 15,3 0-43-15,1 2-30 16,1 1-10-16,-5 4-8 16,-3 5 0-16,5 0-84 15,-10 5-276-15,-6 4-524 0</inkml:trace>
  <inkml:trace contextRef="#ctx0" brushRef="#br0" timeOffset="107399.4359">16798 3048 1661 0,'0'0'522'16,"0"0"-309"-16,0 0-2 16,0 0-37-16,0 0-25 15,0 0-56-15,0 0-38 16,0 19-4-16,0-15 12 15,-2 4-12-15,0-3-24 16,0 0-10-16,-1-3-8 16,3-2-9-16,0 0 6 15,0 0 3-15,0 0 6 16,0 0-14-16,2-1-1 16,10-8-63-16,21-8-177 0,0 3-214 15,1-1-407-15</inkml:trace>
  <inkml:trace contextRef="#ctx0" brushRef="#br0" timeOffset="107764.3564">17725 2774 2288 0,'0'0'462'15,"0"0"-202"-15,0 0-61 16,0 0-33-16,0 0-21 16,0 0-55-16,0 0-37 15,-9-8-29-15,0 23-14 0,-9 10-4 16,-4 11 29-16,-8 10 8 16,-4 3 13-16,-5 1-16 15,-2 2-4-15,0 2-19 16,-1-1 16-16,3 1 16 15,2-6-25-15,6-5-7 16,8-10-11-16,5-9-5 16,8-8 0-16,4-5 0 15,2-6-1-15,2-5-55 16,-1 0-36-16,3-13-73 16,0-29-155-16,0 3-385 15,3-1-620-15</inkml:trace>
  <inkml:trace contextRef="#ctx0" brushRef="#br0" timeOffset="108094.62">17318 2905 2046 0,'0'0'462'16,"0"0"-188"-16,0 0 16 15,0 0-47-15,0 0-57 16,0 0-65-16,0 0-52 16,3 4-34-16,11 15-7 15,9 8 41-15,5 6-19 16,4 7-1-16,5 2 13 0,1 1-11 16,0 3 10-1,0-5-61-15,-1 0 0 0,-3-2 0 16,-2-6 0-16,-5-3 0 15,-7-9 0-15,-4-4 0 16,-7-6 0-16,-4-5 0 16,-5-6 0-16,0 0-200 15,-12-4-323-15</inkml:trace>
  <inkml:trace contextRef="#ctx0" brushRef="#br0" timeOffset="112448.2588">14900 8247 1810 0,'0'0'557'0,"0"0"-288"16,0 0-67-16,0 0-12 15,0 0-38-15,0 0-63 16,27 13-35-16,9-6 14 15,26 6 52-15,28-2-34 16,25 1-19-16,8-5-23 16,-10-4-20-16,-25-2-12 15,-29-1-3-15,-18 0-8 16,-9 0 5-16,-2 0-5 16,-2 0 5-16,-4 0-5 15,-11 0 0-15,-6 0-1 16,-5 0-1-16,-2 0-44 15,0 0-46-15,0 0-83 0,-33 0-189 16,-1 0-255-16,-2 1-434 16</inkml:trace>
  <inkml:trace contextRef="#ctx0" brushRef="#br0" timeOffset="112779.1883">15041 8473 1207 0,'0'0'1041'0,"0"0"-675"0,0 0-53 15,0 0-91-15,0 0-38 16,0 0-48-16,0 0 32 16,75 38-3-16,6-26-55 15,29-4-49-15,9-3-20 16,-4-4-13-16,-20-1-4 15,-31 1-7-15,-17-1-11 16,-10 0 1-16,3 2-7 16,-2-2 0-16,-5 0 0 15,-13 0 0-15,-9 0-14 16,-8 0-13-16,-2 0-10 16,-1 0-62-16,0 0-93 15,-12-2-75-15,-4-8-416 16,3-2-663-16</inkml:trace>
  <inkml:trace contextRef="#ctx0" brushRef="#br0" timeOffset="113883.0316">17929 6395 1465 0,'0'0'395'16,"0"0"-124"-16,0 0-79 15,0 0 8-15,0 0-14 16,0 0 2-16,0 0-110 16,-10 0-39-16,10 0-16 15,0 0-9-15,6 0-12 16,4 0 8-16,6 0 14 0,7 0-9 15,3-3-6-15,4-2-1 16,0 2-7-16,-1-3-1 16,-4 0-1-16,-1 0 1 15,0-2 0-15,-3-2-22 16,-3-2-41-16,1-10-106 16,-9 3-214-16,-5 1-382 0</inkml:trace>
  <inkml:trace contextRef="#ctx0" brushRef="#br0" timeOffset="114160.7707">18162 6152 1403 0,'0'0'566'0,"0"0"-251"16,0 0-128-16,0 0-80 15,0 0-48-15,0 0-27 16,0 0-6-16,55 29-8 15,-29-17 20-15,2 2-11 16,0 0-5-16,-5 0-1 16,-3 2-12-16,-8 1 7 15,-6 2-15-15,-6 1 1 16,0 1 8-16,-15 1-1 16,-10 5-9-16,-6-2-3 0,-4 1-28 15,-12 5-171-15,6-7-337 16,8-7-582-16</inkml:trace>
  <inkml:trace contextRef="#ctx0" brushRef="#br0" timeOffset="115448.6324">19846 4761 1923 0,'0'0'396'0,"0"0"-126"0,0 0-116 16,0 0-18-16,0 0 13 16,0 0-55-16,0 0-22 15,115 2-34-15,-75-2-20 16,2 3-9-16,-8-3-9 15,-4 0-65-15,-2 0-170 16,-8 0-247-16,-7 0-301 0</inkml:trace>
  <inkml:trace contextRef="#ctx0" brushRef="#br0" timeOffset="115651.559">19689 4919 561 0,'0'0'1484'0,"0"0"-1115"16,0 0-130-16,0 0-136 16,0 0-36-16,0 0-20 15,133-10-7-15,-54-7-9 16,-2-1-19-16,-9-1-12 16,-16-2-42-16,21-16-116 15,-7 6-193-15,-14-1-418 0</inkml:trace>
  <inkml:trace contextRef="#ctx0" brushRef="#br0" timeOffset="115920.4213">20338 4478 1881 0,'0'0'486'0,"0"0"-279"16,0 0-133-16,0 0-47 15,0 0 28-15,87 23 15 16,-46 0 10-16,1 6-37 16,-5 2-9-16,-5 3 35 0,-8 3 12 15,-10 3-38 1,-11-1-23-16,-3 2-2 16,-17 3-5-16,-15-2 2 15,-10 0-15-15,-7 0-2 0,-21-1-136 16,12-10-153-16,13-12-658 0</inkml:trace>
  <inkml:trace contextRef="#ctx0" brushRef="#br0" timeOffset="116808.634">24602 3805 522 0,'0'0'1246'0,"0"0"-755"0,0 0-255 15,0 0-35 1,0 0-22-16,0 0-28 0,0 0-46 15,36 5-14-15,-7-2-19 16,10 0-21-16,7 1-14 16,3-3-8-16,5 2-10 15,-2-2-8-15,-5 1-5 16,-5-2-5-16,-6 0 0 16,-6 0 0-16,-8 0-1 15,-8-2-10-15,-3-1-58 16,-5-2-89-16,-6-5-144 15,0 0-165-15,0 1-293 0</inkml:trace>
  <inkml:trace contextRef="#ctx0" brushRef="#br0" timeOffset="117361.1032">24816 3625 1096 0,'0'0'943'0,"0"0"-655"16,0 0 25-16,0 0-72 16,0 0-47-16,0 0-83 15,0 0-65-15,13-38-26 16,-13 38-7-16,0 0-8 0,0 0-5 15,-9 0-9 1,-6 11 9-16,-7 5 4 0,-6 5 17 16,-7 6 5-16,-1-1-1 15,3 2 2-15,5-3-9 16,4-3-11-16,5-1-6 16,4-3 7-16,3 1 4 15,3-3 7-15,1-1-1 16,3-1-6-16,-1-2 2 15,2-1 1-15,-1 2 0 16,2-2 3-16,1-3-8 16,2-1-9-16,0-1-1 15,0-2 0-15,0-3 0 16,2 2-1-16,10-2 1 0,9 4 12 16,9-3 12-16,9 1 7 15,11 0-19-15,10-3 2 16,4 0-2-16,2 0-6 15,-7 0-5-15,-8 0 0 16,-12 0-1-16,-15 0 0 16,-11 0-9-16,-6 0-35 15,-7 2-101-15,-7 4-206 16,-8 3-583-16</inkml:trace>
  <inkml:trace contextRef="#ctx0" brushRef="#br0" timeOffset="117932.5079">24725 4811 1955 0,'0'0'533'0,"0"0"-271"15,0 0-29-15,0 0-10 16,0 0-79-16,0 0-77 15,0 0 10-15,67 8-4 16,-30-6-20-16,5 1 2 16,1-3 1-16,-1 0-16 0,-3 0-14 15,-3 0-14-15,-9 0-5 16,-4 0-6-16,-11 0 1 16,-4 0-2-16,-5 0-21 15,-3 0-48-15,0 0-42 16,0 0-63-16,-16 0-136 15,-4-5-276-15,-5-1-537 0</inkml:trace>
  <inkml:trace contextRef="#ctx0" brushRef="#br0" timeOffset="118451.0615">24731 4596 1625 0,'0'0'339'16,"0"0"-89"-16,0 0 14 15,0 0-71-15,0 0-21 16,0 0 1-16,0 0-34 15,7-51-56-15,-7 51-20 16,0 0-11-16,0 0-21 16,-3 0-10-16,-7 12-15 15,-9 7 3-15,-3 6 23 0,-5 4 10 16,1 1-14-16,-1 1-5 16,3-1-7-16,6 0-4 15,0-4 0-15,8-3 0 16,1 1-10-16,6-7-1 15,3-1 5-15,0-2 9 16,0-4-14-16,7-2 9 16,8 1 7-16,11-3 14 15,6 3 5-15,9-6-4 16,6 0-7-16,3-3-10 16,2 0-14-16,-1 0 8 0,-8 0-3 15,-9-5-6 1,-7 4-18-16,-11-4-51 0,-7 1-31 15,-3 2-58-15,-4-5-113 16,0-1-343-16,-2 2-433 0</inkml:trace>
  <inkml:trace contextRef="#ctx0" brushRef="#br0" timeOffset="118682.4991">25086 5066 2472 0,'0'0'558'0,"0"0"-397"15,0 0-8-15,0 0 42 16,0 0-56-16,0 0-77 16,0 0-34-16,15-2-21 15,-15 2-7-15,0 0-45 16,-11 0-71-16,-48 11-76 15,-1 2-316-15,-13-2-648 0</inkml:trace>
  <inkml:trace contextRef="#ctx0" brushRef="#br0" timeOffset="124540.4253">5005 10355 580 0,'0'0'589'0,"0"0"-340"0,0 0-42 15,0 0 26-15,0 0-37 16,-17-9-31-16,17 9-39 16,0 0 6-16,0 0-40 15,0 0-13-15,0 0-12 16,0 0 9-16,0 0-2 16,0 0-15-16,0 0-18 15,0 0-14-15,0 0-3 0,0 0 0 16,8 0 1-1,2 0 21-15,8 2 10 0,1 2-20 16,2-1-6-16,3 3-2 16,3-1 5-16,4-2-7 15,5 4 5-15,2-3 6 16,6 0-5-16,-2 1-2 16,2-1-6-16,-3 0-3 15,-4 0-6-15,-1 0-3 16,-2 1-3-16,-1 0-3 15,-5 0 6-15,-2 3-12 16,1-3 6-16,3 1 0 16,-2-1 2-16,3 0 4 15,-1-1-3-15,1-1 3 16,0 0-2-16,-2-1 1 0,-1 1-2 16,-2-1 1-16,-3-1 4 15,-3 2-8-15,-1-1 9 16,-4 0-7-16,-1 0-7 15,-4-2 7-15,-1 2-8 16,-3 0 1-16,0-2 6 16,-3 1-6-16,0-1-1 15,-3 0 0-15,3 0 1 16,-1 0-1-16,-2 0 0 16,0 0-38-16,0 0-29 15,0 0-64-15,-5-15-167 16,-6-4-226-16,-3 0-259 0</inkml:trace>
  <inkml:trace contextRef="#ctx0" brushRef="#br0" timeOffset="125010.9664">5743 10159 1753 0,'0'0'529'15,"0"0"-312"-15,0 0-60 16,0 0-49-16,0 0 21 16,0 0-51-16,0 0-30 15,-9 22 45-15,16-2-20 0,4 1-13 16,4 3-9 0,3 0-8-16,2 0-7 0,3 0-9 15,2-3-7-15,1-3-5 16,-3-3-15-16,-1-1 1 15,-5-2 0-15,-5-2 1 16,-6-1-1-16,-1-1 0 16,-5 2-1-16,0 2 6 15,-14 8 7-15,-10 6 28 16,-9 5 4-16,-8 4 1 16,-4 3 11-16,-6 0-15 15,5-2 3-15,0-3-7 16,7-2-14-16,6-5 3 15,8-4-11-15,6-5-8 16,5-4-8-16,8-4 6 0,0-5-6 16,6-3-1-1,0-1 0-15,0 0-23 0,0 0-44 16,0-8-40-16,18-17-61 16,3 0-283-16,-5 0-355 0</inkml:trace>
  <inkml:trace contextRef="#ctx0" brushRef="#br0" timeOffset="126527.6335">5184 11255 958 0,'0'0'556'0,"0"0"-351"0,0 0-72 16,0 0 8-16,0 0 8 15,0 0-4-15,0 0-61 16,4 0-29-16,14-6 2 16,6-4 7-16,5-3 3 15,6-1 7-15,2-2-13 16,3-3 8-16,5 1-12 15,0-4-2-15,3 2-10 16,-2-1-3-16,1-2-4 0,1 1-3 16,-1 0-4-16,-1 1 2 15,-3 2 6-15,-2-2-9 16,-3 5-12-16,-2 0 2 16,-5 2 1-16,-4 0-2 15,0 3-1-15,-6 0 1 16,-4 3-5-16,-3 2-5 15,-2 1-2-15,-6 2-1 16,-1 2 2-16,-4-1-7 16,1 2-1-16,-2 0 1 15,0 0-2-15,0 0-4 16,0 0-50-16,0 0-39 16,-2 0-90-16,-7 0-50 0,-15 0-80 15,-1 0-307-15,4 0-434 16</inkml:trace>
  <inkml:trace contextRef="#ctx0" brushRef="#br0" timeOffset="126895.0145">5740 10741 1846 0,'0'0'364'0,"0"0"-122"15,0 0-97 1,0 0-44-16,0 0-1 0,0 0-46 16,0 0-1-1,53 16 28-15,-15-4-5 0,2 4-19 16,-1-1-13-16,0 1-11 16,-8 0-14-16,-7-2-5 15,-8 0-5-15,-7-1-3 16,-7 5 10-16,-2 0 7 15,0 3 11-15,-11 4 6 16,-8-1-11-16,1 5-8 16,-6-2-12-16,3-2-8 15,1-2 6-15,1-3-7 16,5-5-7-16,2-4-68 0,7-4-127 16,5-7-141-16,0 0-320 15,0-2-836-15</inkml:trace>
  <inkml:trace contextRef="#ctx0" brushRef="#br0" timeOffset="127046.4955">6092 11093 573 0,'0'0'1835'0,"0"0"-1585"16,0 0-57-16,0 0-132 15,0 0-28-15,0 0-33 16,0 0-33-16,-22-3-221 15,20 3-823-15</inkml:trace>
  <inkml:trace contextRef="#ctx0" brushRef="#br0" timeOffset="128983.6461">18309 6191 884 0,'0'0'105'0,"0"0"761"15,0 0-540-15,0 0-158 16,0 0-104-16,0 0-27 0,13 0-15 16,4 4 23-16,4 3 40 15,6 1-14-15,6 2-16 16,1-1-26-16,5 2-13 16,4 0 26-16,4-1 12 15,6 1-17-15,4 0-9 16,10 2-5-16,1-2 1 15,4-1-12-15,0-1 0 16,1-2-6-16,-3-2 0 16,3-2 3-16,-6-1 0 15,-3-2 0-15,-4 0 1 16,-4 0-9-16,-5-2 10 0,-1-6-10 16,-4-1 0-16,-5-4 0 15,-2-1 11-15,-4 0-11 16,-1-3 4-16,-4 0-5 15,-5-3 0-15,-3-1 2 16,-2-1-2-16,-5-3-5 16,0-3-3-16,-3 1-16 15,-2-3-20-15,0-1 17 16,-2 2-8-16,0-3-4 16,-2 1-13-16,-1-2 16 15,0 1 3-15,-4-2-5 0,1 2 3 16,-2 1-2-1,0 3 0-15,0 0 10 0,-8 2 20 16,-6-1-2-16,-3 2-9 16,-5-3 3-16,-5 2-3 15,-5 1-6-15,-2-1 11 16,-7 2-5-16,-3 0 12 16,-2 4-9-16,0 1 0 15,-2 2 14-15,3 3-1 16,0 1 2-16,2 3-1 15,0 3-27-15,-5 0 21 16,-1 2 7-16,-2 2 7 16,-4 1 20-16,0 2-12 15,-2 0-9-15,-2 0-6 16,-3 0 1-16,1 0-1 0,2 0 11 16,2 5 14-16,6-2 12 15,4 4-22-15,3 0-14 16,1 0 0-16,6 1 0 15,-1 2 0-15,4 2 7 16,0 4 4-16,0 1-2 16,1 3 1-16,1 1 8 15,1 4-6-15,1 1 11 16,0 1 0-16,2 1 4 16,0 0-1-16,1 0-1 15,1 0 2-15,0 0 0 16,2 1-1-16,0 0 8 0,4-2 2 15,0 2-9-15,2-3-4 16,3 1 6-16,2-3-9 16,3-2-7-16,4 0 3 15,3-3-2-15,3-2-3 16,0 2 2-16,0-1 1 16,9 3-5-16,8-1 5 15,4 2-4-15,9 0-1 16,7-1 1-16,6-2 4 15,8-2-6-15,-2-2-3 16,-1-3-6-16,-8-6 0 16,-9-2 0-16,-8 0-25 15,-3-4-146-15,-6 0-180 16,-3-7-367-16</inkml:trace>
  <inkml:trace contextRef="#ctx0" brushRef="#br0" timeOffset="129758.653">20094 5823 671 0,'0'0'644'0,"0"0"-348"0,0 0 12 16,0 0-79-16,0 0-32 15,0 0 3-15,0 0-45 16,-11 0-7-16,11 2-24 16,0 1-61-16,12 1-38 15,7 5 3-15,11 2 14 16,12 3 17-16,9 0-17 15,7 0-17-15,3-3-11 16,3-1-13-16,-1-1 7 16,-4-5-8-16,-7-1 1 15,-11-3-1-15,-10 0-104 16,-8-2-142-16,-11-20-95 16,-4 1-390-16,-8-4-814 0</inkml:trace>
  <inkml:trace contextRef="#ctx0" brushRef="#br0" timeOffset="130010.7679">20610 5697 1765 0,'0'0'379'16,"0"0"-116"-16,0 0-176 16,0 0-49-16,0 0-14 15,0 0 24-15,0 0 31 16,49 87-27-16,-42-58 4 15,-4-3-11-15,-3 1-1 16,-1-2-12-16,-13-4-14 16,-9 1-7-16,-3 0-10 15,-5-3 5-15,-3-2-6 16,4-2 0-16,3-4-160 0,12-5-104 16,5-5-398-1,10-1-498-15</inkml:trace>
  <inkml:trace contextRef="#ctx0" brushRef="#br0" timeOffset="130309.9613">21167 5891 1809 0,'0'0'351'0,"0"0"-14"16,0 0-132-16,0 0-62 16,0 0-58-16,0 0-64 15,0 0 5-15,-10 48 16 16,10-17-7-16,0 0-17 16,0 1-10-16,0-3-8 15,0-2 0-15,0-3-12 16,6-2-121-16,18-9-164 15,-3-7-354-15,1-6-460 0</inkml:trace>
  <inkml:trace contextRef="#ctx0" brushRef="#br0" timeOffset="130987.6349">21509 5621 1600 0,'0'0'233'16,"0"0"28"-16,0 0-115 16,0 0-69-16,0 0-47 15,0 0-21-15,0 0 1 16,-39 40 0-16,39-23-7 16,14 0-3-16,6-2-6 15,4 1 6-15,0-1 1 16,2-2 5-16,-6 0-5 15,-3-1-1-15,-8 1-1 0,-8-1 0 16,-1 0 1-16,0 2 6 16,-13 1 0-16,-5-1-4 15,-4 1-1-15,-4 2 11 16,4-5-12-16,1 2 0 16,2-6 1-16,9-1 0 15,4-3-1-15,5-1 1 16,1-1-1-16,0-1-1 15,14-1 0-15,6 0 1 16,10 0 6-16,4 0-5 16,7 0 0-16,2-10-1 15,-3-2-19-15,1-3-18 16,-3-4-6-16,-6-1 13 16,-7-4 18-16,-4 0 12 0,-8-2 1 15,-6 2 12 1,-5 1-2-16,-2 2 23 0,0 1 3 15,-2 1 21-15,-5 2 10 16,0 3 8-16,1 4 10 16,2 3-2-16,0 4-37 15,2 1-21-15,2 2-11 16,0 0-15-16,-1 0 0 16,0 0-6-16,-1 14 1 15,1 8 5-15,-1 5 19 0,2 4 2 16,0 3 16-1,0 2-2-15,0-4-11 0,0 2-15 16,0-2-9-16,0-4-1 16,0-4-11-16,0-6-109 15,0-4-116-15,-1-8-262 16,-3-6-324-16</inkml:trace>
  <inkml:trace contextRef="#ctx0" brushRef="#br0" timeOffset="131163.895">21698 5825 1699 0,'0'0'324'0,"0"0"-99"0,0 0-186 16,0 0-25-16,0 0-14 15,140-2-28-15,-77 2-222 16,1 0-256-16</inkml:trace>
  <inkml:trace contextRef="#ctx0" brushRef="#br0" timeOffset="131594.6213">22205 6011 2221 0,'0'0'264'16,"0"0"-173"-16,0 0-30 0,0 0-21 15,0 0-16-15,0 0-6 16,0 0 1-16,-53 90-1 16,48-56-10-16,1-4-7 15,-2-7 1-15,4-4-1 16,-1-8 1-16,2-4-1 15,-2-3 0-15,3-4 0 16,0 0 9-16,0-7-10 16,3-11-10-16,6-8 10 15,4-9 0-15,5-1 1 16,3 2 6-16,0 9-7 16,0 8 0-16,-1 11 0 0,0 6-1 15,-2 6-1-15,0 16 2 16,-2 4-1-16,-2 8 1 15,-1-4 1-15,-4 1 1 16,3-6-2-16,-2-3-43 16,13-2-191-16,-2-6-120 15,-2-8-702-15</inkml:trace>
  <inkml:trace contextRef="#ctx0" brushRef="#br0" timeOffset="132016.5633">22574 5922 1595 0,'0'0'232'0,"0"0"-71"0,0 0-110 16,0 0 8-16,0 0-16 16,0 0-5-16,0 0-1 15,-22 82-28-15,36-69 1 16,3-6-8-16,4-3 18 15,1-4-3-15,1 0-4 16,1-4 5-16,-4-9 8 16,-4-1 47-16,-6-2 15 15,-7-2-1-15,-3 1 4 16,0 2-13-16,-8-1 19 16,-7 4-12-16,0 1-43 0,0 5-14 15,0 6-11 1,-2 0-6-16,-1 0-11 0,-2 9-1 15,-2 11 1-15,1 6-1 16,0 6 1-16,3 2 6 16,9 7 0-16,6 0-5 15,3-2 0-15,9 1-1 16,17-6-13-16,8-7-12 16,36-10-117-16,-5-8-110 15,-7-9-493-15</inkml:trace>
  <inkml:trace contextRef="#ctx0" brushRef="#br0" timeOffset="133041.8333">22932 5802 1822 0,'0'0'297'0,"0"0"-6"0,0 0-197 15,0 0-52-15,0 0 33 16,0 0 37-16,-38 98-12 15,28-53-19-15,1 0-12 16,3 1-35-16,3-5-13 16,3-2-15-16,0-10-4 15,0-8-2-15,4-9-5 16,6-9-68-16,4-3 25 16,2-12 22-16,7-14-33 15,6-7-4-15,-1-7 44 0,2-4 10 16,0 2 9-1,-7 5 1-15,-6 7 11 0,-4 8 22 16,-5 7 31-16,-4 6-3 16,-2 5 15-16,-2 4-28 15,0 0-49-15,0 13 4 16,0 10-4-16,0 8 6 16,0 5 3-16,0 5-1 15,0 1-7-15,0-2 0 16,3-5-1-16,1-6-2 15,1-7 1-15,1-10-14 16,-2-5-21-16,2-7 3 16,2-2 33-16,5-16 0 15,2-11 0-15,4-7-1 16,1 0 1-16,1-2-1 0,-2 5 2 16,-2 2-1-16,-1 9 1 15,-3 5 5-15,-3 8-5 16,-4 2-1-16,1 7 1 15,-3 0-1-15,1 11-6 16,3 8 6-16,1 9 0 16,2 1 0-16,2 6 0 15,-1-1 1-15,3-1-2 16,-3-7 1-16,0-4-1 16,0-10-77-16,3-7-71 15,0-5 36-15,5-8-9 0,3-13-70 16,2-8 8-1,-2-3 88-15,3-2 35 0,-6 0 50 16,-1-2 11-16,-7 3 40 16,-1 6 33-16,-9 5 39 15,-2 4 30-15,0 7-17 16,0 3 13-16,-4 6-53 16,-6 2-37-16,-4 0-35 15,-6 12-11-15,-7 9-1 16,0 7 0-16,2 5 1 15,5 2-1-15,6 1 1 16,10-3-2-16,4-1 0 16,2-8-8-16,14-2 7 15,4-9 0-15,5-9-23 0,3-4-9 16,2-6-26-16,0-16 4 16,0-7 25-16,-6-9 21 15,-1-3 9-15,-8-4 1 16,-4 5 17-16,-8 4 18 15,-3 12 10-15,0 5 9 16,-3 8-10-16,-8 8-20 16,1 3-6-16,-3 0-19 15,1 14 0-15,2 5-9 16,7 4-1-16,3 3-39 16,8-1-61-16,16-2-106 15,6-4-62-15,18-11-88 16,-5-8-144-16,-6 0-53 0</inkml:trace>
  <inkml:trace contextRef="#ctx0" brushRef="#br0" timeOffset="133393.4597">23949 5920 751 0,'0'0'411'16,"0"0"77"-16,0 0-196 15,0 0-5-15,0 0-47 16,0 0-106-16,0 0-73 16,-1-46-48-16,-5 60-7 15,1 8 4-15,-1 2-10 16,2 5 6-16,-1 0 1 15,1-1-6-15,1-3-1 16,0-5 1-16,0-6 0 16,1-4 0-16,2-6-1 15,0-4 0-15,0 0 12 16,5-16 1-16,7-8-11 16,7-11 16-16,7-5 31 0,2-4 42 15,2 4-9-15,-4 7 0 16,-4 11-8-16,-8 11-44 15,-3 6-29-15,-1 5-1 16,-2 7-13-16,1 15 0 16,2 9 12-16,-2 6 1 15,1 6 7-15,-2 1-5 16,-3 4-2-16,-2-4-8 16,-3 14-174-16,-3-15-314 15,-9-9-878-15</inkml:trace>
  <inkml:trace contextRef="#ctx0" brushRef="#br0" timeOffset="135568.6889">24866 5911 887 0,'0'0'179'0,"0"0"59"16,0 0-15-16,0 0-28 15,0 0-25-15,0 0 23 16,2-78 8-16,-2 73-51 16,0 2-24-16,-5 1-25 15,-3 2-32-15,-4 0-41 16,-8 5-16-16,-6 12-10 0,-4 5-1 16,1 5 9-16,5 3 3 15,5-3-5-15,8 0 1 16,6-5-2-16,5-4 1 15,0-7-8-15,0-2-8 16,8-6-4-16,2-3 12 16,6 0 2-16,0-7 13 15,5-7-9-15,-4-5 6 16,2-2-6-16,-8 2 1 16,0-1-5-16,-8 1-1 15,-3 5-1-15,0 4-39 16,-1 3-25-16,-8 0-7 0,1 4-176 15,2 3-52-15,3 0-299 16,2 0-348-16</inkml:trace>
  <inkml:trace contextRef="#ctx0" brushRef="#br0" timeOffset="136110.2563">25034 5691 1360 0,'0'0'563'0,"0"0"-268"16,0 0 0-16,0 0-144 15,0 0-95-15,0 0-26 0,0 0-18 16,4 11 3 0,-5 22 43-16,-12 7 17 0,-1 10-3 15,-3 9-4-15,-4 4-23 16,1 4-16-16,-2 1 1 15,2-4 18-15,1-5 3 16,3-7-15-16,6-10-14 16,1-11-7-16,8-8-6 15,1-9-9-15,0-9 6 16,0-2-6-16,0-3 0 16,8 0 0-16,6-9 18 15,5-10-6-15,1-4-12 16,-1-5 1-16,-5 0 5 15,-6 1-6-15,-8 1-12 16,0 2-4-16,-17 2 5 0,-7 4 10 16,0 5-15-16,3 3 1 15,5 6 8-15,7 3 1 16,4 1-3-16,5 0 9 16,0 0-6-16,0 0 5 15,0 0 0-15,8 0-17 16,9 0 18-16,8 0 0 15,10 0 0-15,5 0 6 16,4 0-6-16,0-2 0 16,-5 1 0-16,-6 1-9 15,-12 0-258-15,-11 4-225 16,-10 1-655-16</inkml:trace>
  <inkml:trace contextRef="#ctx0" brushRef="#br0" timeOffset="137836.1759">22425 6653 1265 0,'0'0'592'0,"0"0"-287"16,0 0 5-16,0 0-84 15,0 0-39-15,0 0-87 16,0 0-60-16,-11 24-13 16,2 12 61-16,-1 5-16 15,-1 4-28-15,1-2-34 16,3-2-2-16,1-3-8 15,3-6 1-15,3-3-1 16,0-7-101-16,9-9-201 16,7-7-287-16,2-6-262 0</inkml:trace>
  <inkml:trace contextRef="#ctx0" brushRef="#br0" timeOffset="138473.8083">22835 6471 1685 0,'0'0'330'15,"0"0"-110"-15,0 0-69 16,0 0-62-16,0 0-13 16,0 0-36-16,0 0-10 15,-66 51-18-15,62-34 4 16,4-3-4-16,0 0-4 15,2-2-2-15,10 1-5 16,4-1 1-16,2-2-1 0,-3-3 6 16,-3 1-6-16,-1-2-1 15,-6-3 0-15,-1 0 1 16,-4 1-1-16,0-1 0 16,0 2 0-16,-13 4 0 15,-4 0 7-15,-4 2-5 16,1 2 4-16,3-1-5 15,1-3 6-15,7 0-5 16,3-2-1-16,6-1 1 16,0-1-2-16,0-1-5 15,16 1 5-15,8-3 2 16,6-2-1-16,4 0 0 16,2-2-1-16,-1-10-14 0,0-4-20 15,-5-4 5-15,-4-2 11 16,-3-4 16-16,-5-1 1 15,-3-1 1-15,-3-2 19 16,-3 4 26-16,-3 1 4 16,-3 8 56-16,-1 5 40 15,-1 4-3-15,-1 4-31 16,0 3-41-16,0 1-30 16,0 0-32-16,0 1-8 15,0 13 3-15,0 10-3 16,0 6 0-16,-1 2 6 15,-2 1-5-15,0-4-1 16,-1-2 0-16,0-2 0 0,2-5-65 16,-2-3-176-16,-2-2-107 15,2-8-406-15</inkml:trace>
  <inkml:trace contextRef="#ctx0" brushRef="#br0" timeOffset="138663.0839">22935 6592 1431 0,'0'0'598'0,"0"0"-466"16,0 0-83-16,0 0-38 0,0 0-11 15,149 0-150 1,-82 3-377-16,-3 0-366 0</inkml:trace>
  <inkml:trace contextRef="#ctx0" brushRef="#br0" timeOffset="138921.8338">23518 6567 2056 0,'0'0'468'0,"0"0"-225"16,0 0-119-16,0 0-37 16,0 0 29-16,-39 87 0 15,32-42-43-15,4 3-24 0,1-1-14 16,2-3-23-16,0-4-6 16,0-2 2-16,0-6-8 15,0-3-2-15,8-9-173 16,1-6-283-16,5-10-467 0</inkml:trace>
  <inkml:trace contextRef="#ctx0" brushRef="#br0" timeOffset="139293.7006">23851 6682 1859 0,'0'0'392'0,"0"0"-142"15,0 0-99-15,0 0-11 0,-90 0-7 16,64 12-75-16,-3 1-17 16,5 0-16-16,5-4-6 15,7-1-18-15,5-5 1 16,3-3 7-16,4 0-9 16,0 0 0-16,0 0 0 15,4 0 12-15,7 0-7 16,7 0-5-16,2 0 0 15,5 0 0-15,-3 6 0 16,-1 5 0-16,-1 6 0 16,-4 0 6-16,0 5 2 0,-2 0-2 15,-1 4-5 1,-4-4 1-16,0 1-1 0,0-5 0 16,-3-4 0-16,-3-3-1 15,2-4-109-15,1-7-172 16,1 0-299-16,0-8-670 0</inkml:trace>
  <inkml:trace contextRef="#ctx0" brushRef="#br0" timeOffset="140245.9982">24050 6688 1590 0,'0'0'497'0,"0"0"-232"16,0 0-84-16,0 0-76 15,0 0-57-15,0 0-39 16,0 0-2-16,-8 39-1 16,8-19-4-16,0 2-1 15,7-5 0-15,5-3-1 16,2-4-6-16,2-7 6 16,0-3 0-16,1 0 6 0,0-11-4 15,0-7-1-15,-2-2 1 16,-3 1-1-16,0 1 20 15,-5 2 64-15,-4 7 60 16,0 3 3-16,-3 5-70 16,0 1-44-16,0 4-23 15,0 18-11-15,0 7 1 16,0 11 0-16,0 8 0 16,-3 3 1-16,-1 2-2 15,-1-1 1-15,-4-6 0 16,0-1 5-16,-4-10-4 15,-5-6 4-15,-3-10 4 16,-2-8-10-16,-5-8 6 0,-2-3-6 16,1-9-20-16,2-18-79 15,6-6-98-15,21-27-97 16,0 6-335 0,14 4-458-16</inkml:trace>
  <inkml:trace contextRef="#ctx0" brushRef="#br0" timeOffset="140842.0135">24329 6740 1182 0,'0'0'335'0,"0"0"-243"0,0 0-65 16,0 0 16-16,0 0-13 15,0 0-11-15,0 0-9 16,53 34-1-16,-35-34 1 15,2-4 1-15,3-9 6 16,-4-4 26-16,1 0 40 16,-5-2 75-16,-4 1-8 15,-5 2 40-15,-4 4 12 16,-2 6-5-16,0 3-4 16,0 3-69-16,-10 0-67 15,-8 5-36-15,-6 12-8 16,0 5 7-16,0 3 1 15,6 2-6-15,8-1-5 0,8-1-4 16,2-4-6-16,11-4 1 16,14-7 0-16,8-5 0 15,7-5 0-15,3-7-1 16,2-15-8-16,-3-8-19 16,-8-6 9-16,-7 0-1 15,-11 0 13-15,-8 6 6 16,-5 4 0-16,-3 7 0 15,0 9 1-15,0 1 0 16,0 6 1-16,-3 3-2 16,3 0-9-16,0 0-9 15,-1 14-2-15,1 8 19 16,-3 6 0-16,-4 5 1 16,0 5 1-16,-6 1 0 15,1 1 9-15,-1-3 2 0,0-1-3 16,4-6-9-1,3-7 0-15,3-4 0 0,2-6-1 16,1-6-25-16,5-7-166 16,12 0-103-16,3 0-412 0</inkml:trace>
  <inkml:trace contextRef="#ctx0" brushRef="#br0" timeOffset="140997.2711">24874 6970 1768 0,'0'0'637'15,"0"0"-397"-15,0 0 12 16,0 0-16-16,0 0-107 0,0 0-75 16,0 0-36-16,-30 5-18 15,-64 4-133-15,1-1-343 16,-18-5-508-16</inkml:trace>
  <inkml:trace contextRef="#ctx0" brushRef="#br0" timeOffset="143143.3895">5210 11760 616 0,'0'0'553'0,"0"0"-331"16,0 0 12-16,0 0-39 15,0 0 22-15,0 0-35 16,0 0-32-16,-6-6-31 16,6 6-36-16,0 0-18 15,0 0-14-15,0 0-15 16,8 10 0-16,13 6 129 0,5 5-27 15,6 4-48-15,5 4-9 16,5 5-9-16,4 3 5 16,5 1-15-16,0 1-16 15,3-1 4-15,0-3-7 16,-4-4-10-16,-1-4-6 16,-9-4-19-16,-4-7 2 15,-10-2 8-15,-7-5-7 16,-9-4-2-16,-1 0-8 15,-9-4 0-15,3-1 1 16,-3 2-1-16,0-2-1 16,2 0 0-16,-2 0 0 0,0 0 0 15,0 0 0-15,0 0-49 16,0 0-40-16,0 0-37 16,3-19-109-16,-3 0-358 15,4-4-316-15</inkml:trace>
  <inkml:trace contextRef="#ctx0" brushRef="#br0" timeOffset="143588.9438">5843 11863 1743 0,'0'0'398'15,"0"0"-99"-15,0 0-147 0,0 0-66 16,0 0 41-1,0 0 27-15,0 0-15 0,-12 89-30 16,12-58-38-16,9 1-23 16,6 1-2-16,6 2 6 15,1-1-10-15,2-1-19 16,-3-3-5-16,-2-3-9 16,-5-4-3-16,-4-3 1 15,-4-8-6-15,-5-2-1 16,-1-4 1-16,0-2 0 15,0 0 0-15,-9 3 0 16,-8-1 8-16,-9 3-8 16,-8-2 7-16,-2 3-8 0,-7-2 1 15,0 0-1-15,1 1 12 16,1-4-3-16,7-1-1 16,8 0-8-16,7-1 8 15,8-3 5-15,5 0-13 16,4 0 0-16,2 0 1 15,0 0-1-15,0 0-12 16,0 0-62-16,2 2-134 16,8 1-346-16,0-3-490 0</inkml:trace>
  <inkml:trace contextRef="#ctx0" brushRef="#br0" timeOffset="144217.7104">4872 12668 1317 0,'0'0'370'0,"0"0"-68"15,0 0-60-15,0 0-34 16,0 0-36-16,0 0-30 16,0 0 35-16,75-14-17 15,-23 14-35-15,9 0-11 16,18 8-19-16,-6-2-23 0,6 2-13 15,0 0-4 1,-15-2-8-16,6-2-23 0,-7-1-5 16,-8-3-2-16,-6 0-2 15,-3 0 1-15,-4-3-4 16,-4-6-3-16,-3 1-7 16,-8-1-1-16,-4 3 1 15,-9 0 4-15,-5 4-6 16,-7-1 0-16,1 3-1 15,-3 0-13-15,0 0-50 16,-7-2-59-16,-10 2-99 16,-16-2-264-16,2 1-82 15,1-2-497-15</inkml:trace>
  <inkml:trace contextRef="#ctx0" brushRef="#br0" timeOffset="144661.7371">5631 12472 2034 0,'0'0'315'15,"0"0"-84"-15,0 0-131 16,0 0 110-16,0 0-38 16,0 0-106-16,0 0 0 15,30 19 11-15,-8-1-1 16,1 3-30-16,2 0 1 15,2 1-8-15,-3-2-17 0,-1-3-8 16,-1-1-7-16,-6-2 1 16,-4 0-7-16,-5-5 0 15,-4 2 0-15,-3 2 1 16,0 2-1-16,-12 9 18 16,-10 2 11-16,-11 4 18 15,-3 1-3-15,-1 0-10 16,0-4-10-16,4-4-4 15,4-4 2-15,9-5-1 16,6-4-7-16,4-6-3 16,8-1-6-16,1-3-5 15,1 0 5-15,0 0 0 16,0 0-6-16,0-3 0 0,0-8-51 16,0-5-81-1,0-4-51-15,0-20-164 0,0 2-386 16,-2-3-699-16</inkml:trace>
  <inkml:trace contextRef="#ctx0" brushRef="#br0" timeOffset="145848.7692">4718 10536 538 0,'0'0'221'0,"0"0"-97"16,0 0 25-16,0 0 91 15,0 0-134-15,0 0-43 16,-86-43-13-16,75 37-7 0,-2-1 23 15,-1 0 10-15,-3-2 3 16,-3 2 4-16,-1 0-46 16,0 4-27-16,2 0-8 15,-4 1-1-15,-2 2 0 16,-2 0-1-16,-1 0 0 16,0 7 0-16,0 4 0 15,5 2 0-15,-1 6 0 16,-1 3 0-16,1 6 0 15,-1 5 0-15,8 4 19 16,-1 5 29-16,6 3 65 16,5 3 15-16,7 5-42 15,0 5-19-15,7 2 48 0,15-3 0 16,3-2-8-16,6-5 0 16,9-9-20-16,0-8-6 15,4-8-21-15,3-8-5 16,2-11-9-16,1-6-10 15,1 0-9-15,2-17-10 16,0-6 7-16,-4-10-2 16,-7-6-20-16,-7-8-2 15,-2-18-6-15,-15-19-18 16,-6-17-44-16,-12-3-32 16,0 17-53-16,-18 27 0 15,6 26 7-15,-7 13-6 0,-7 3 20 16,-8 5 39-1,-11 9-25-15,-6 7 8 0,-13 35 9 16,-10 37 42-16,4 39 42 16,7 17 11-16,27-24-74 15,17-21-1138-15</inkml:trace>
  <inkml:trace contextRef="#ctx0" brushRef="#br0" timeOffset="146553.6992">4454 11942 684 0,'0'0'751'0,"0"0"-616"0,0 0 83 15,0 0 30-15,-92-38-16 16,65 38-59-16,-4 5-44 16,-6 19-30-16,-4 9 15 15,-5 9 18-15,2 8-29 16,6 6-13-16,8 3-23 15,10 3-19-15,11 0-10 16,9-1-7-16,3 0 2 16,20-2-8-16,12-4-7 15,10-5 2-15,6-8-2 0,7-10-6 16,2-10-11 0,-3-13 8-16,-2-9 1 0,0-1 1 15,-6-20-4-15,-4-8 2 16,-6-5-3-16,-4-5 6 15,-6-9-4-15,-10-3-2 16,-4 0 1-16,-9-5 1 16,-6 3-2-16,0 6-1 15,-6 7-5-15,-9 9-5 16,-1 9 5-16,-5 7 1 16,3 3 5-16,-3 6-12 15,-4 5-6-15,-5 1-54 16,2 0-71-16,-5 10-188 0,6 1-266 15,6-3-502-15</inkml:trace>
  <inkml:trace contextRef="#ctx0" brushRef="#br0" timeOffset="146727.1266">4655 12143 2318 0,'0'0'270'15,"0"0"-196"-15,0 0-38 16,0 0-23-16,0 0-13 16,0 0 0-16,0 0-83 15,34-6-420-15,-8 3-844 0</inkml:trace>
  <inkml:trace contextRef="#ctx0" brushRef="#br0" timeOffset="149145.6625">18530 6746 1485 0,'0'0'324'15,"0"0"-104"-15,0 0-127 16,0 0 3-16,0 0 30 15,0 0 21-15,55 40-14 16,-17-26-25-16,8-1 63 16,24 1-26-16,22 0-38 15,22-2-28-15,8-2-28 16,-5-4-18-16,-10-5-12 16,-15-1-2-16,-13 0 2 0,-18 0-4 15,-14-5-2-15,-8-4-2 16,4-3 8-16,2-5-9 15,4-5 11-15,-6-3-1 16,-1-3 1-16,-6-3-17 16,-5-2 4-16,-4 1-4 15,-8 0-4-15,-2 0 5 16,-5 3 1-16,-6 2-8 16,-1 2 1-16,-5 0-1 15,0 3 0-15,0 0-2 16,-6-1-8-16,-7 0-1 15,-3 1-5-15,-5-2-11 16,-1 2 1-16,-6 1-2 0,-1 1 16 16,-4-1 10-16,-1 4 1 15,-4-3-5-15,-1 4-6 16,-5-1 1-16,-3 2-1 16,-5 2 12-16,-4-1-6 15,-1 5 6-15,0 2 2 16,0 1-1-16,4 1-1 15,-1 1 0-15,4-1 1 16,-1 0 0-16,-1 2 0 16,1 0-1-16,-4 0 1 15,1 0 0-15,-4 1 0 16,-2 2 0-16,0 0-1 16,2 0-6-16,5 0 5 0,5 0 0 15,9 0 1-15,5 8 0 16,3 1 1-16,1 3 0 15,1 3-1-15,1 3 1 16,1 0-1-16,2 2 1 16,1-1 0-16,2 3 5 15,-2-1 0-15,2 5 4 16,1 0 4-16,0 2-8 16,5 1 12-16,-1 0-2 15,5 2 2-15,0 0-7 0,4 1-10 16,3 3 5-1,3-2-5-15,2 3 20 0,0-4-3 16,2 1-4-16,12-2-1 16,4-3 4-16,4-3-1 15,1-1 4-15,5-3-1 16,2-2-2-16,5-4 1 16,5-2 1-16,1-2-1 15,3-4-3-15,2 0-1 16,-3 0-7-16,-1-2-5 15,-8-2-1-15,-5-3-1 16,-4 0 5-16,-4 0-5 16,-2 0 0-16,-5 0 6 15,-1 0-6-15,-2-5 0 16,0 1-33-16,-2-2-57 0,1 1-63 16,10-4-136-16,-5 4-275 15,0-3-333-15</inkml:trace>
  <inkml:trace contextRef="#ctx0" brushRef="#br0" timeOffset="149308.2058">18918 6863 1642 0,'0'0'282'16,"0"0"-72"-16,0 0-105 15,0 0-54-15,0 0-14 16,0 0-37-16,0 0-181 15,54-2-312-15,-27-7-963 0</inkml:trace>
  <inkml:trace contextRef="#ctx0" brushRef="#br0" timeOffset="149826.6625">21027 4950 522 0,'0'0'179'0,"0"0"-133"0,0 0-46 15,0 0-23-15,0 0-45 16,0 0-117-16,0 0-210 0</inkml:trace>
  <inkml:trace contextRef="#ctx0" brushRef="#br0" timeOffset="150190.1601">20393 5015 1098 0,'0'0'606'15,"0"0"-310"-15,0 0-24 16,0 0-48-16,0 0 7 15,0 0-9-15,0 0-51 16,-1-12-42-16,7 12-38 16,10 0-15-16,6 0-5 15,8 0-22-15,4 0-10 0,5 0-19 16,2 0-11-16,-1 0-3 16,-6-3-6-16,-3 3 1 15,-7-5-1-15,-6 2-27 16,-6 0-56-16,-4 0-64 15,-7 0-198-15,-1-1-250 16,0 1-442-16</inkml:trace>
  <inkml:trace contextRef="#ctx0" brushRef="#br0" timeOffset="150401.4589">20374 5126 1967 0,'0'0'483'0,"0"0"-229"0,0 0-104 16,0 0-2-16,0 0-23 16,0 0-65-16,0 0-25 15,65 0-16-15,-29 0-7 16,6 0-12-16,2-5-21 16,0-4-134-16,14-13-121 15,-10 2-232-15,-8-1-226 0</inkml:trace>
  <inkml:trace contextRef="#ctx0" brushRef="#br0" timeOffset="150760.0048">20832 4813 1965 0,'0'0'383'0,"0"0"-81"0,0 0-75 16,0 0-73-16,0 0-21 15,0 0-75-15,0 0-28 16,3 8 15-16,16 9 22 16,7 0-8-16,3 5-20 15,4-1 3-15,3 1-9 16,-5-2-9-16,-8-1-11 16,-3-4-5-16,-10-3-7 15,-6 2 0-15,-4-4 1 0,0 5-1 16,-9 3 7-16,-13 3 8 15,-7 2 26-15,-6 1-3 16,-9 0-15-16,-6-2-22 16,-9 0 4-16,-2 0-5 15,-3-2-1-15,1-1 0 16,5 0-92-16,2 6-113 16,14-4-390-16,15-4-543 0</inkml:trace>
  <inkml:trace contextRef="#ctx0" brushRef="#br0" timeOffset="152061.2411">20047 6568 552 0,'0'0'644'0,"0"0"-408"15,0 0-50-15,0 0-27 16,97-36 24-16,-64 36-28 15,3 2-50-15,7 18-27 16,2 11 7-16,4 10 14 16,7 12 17-16,1 8-18 0,10 14-2 15,10 17 2-15,7 15-11 16,3 3-5-16,-17-18-16 16,-16-22-3-16,-17-24-4 15,2-7-16-15,1 5-8 16,8 5 2-16,4-1-7 15,-3-7-8-15,-5-7-2 16,-1-8 1-16,-6-8-2 16,-4-4-1-16,1-10-4 15,-4-2-5-15,-4-2 4 16,2 0-5-16,-5-3-7 16,-4-5 1-16,0-4-2 15,-6 0 0-15,-1 2-10 0,-1-4-58 16,-4-2-80-16,-1-10-165 15,-3 5-204-15,-3 0-251 0</inkml:trace>
  <inkml:trace contextRef="#ctx0" brushRef="#br0" timeOffset="152359.1121">21449 7356 1861 0,'0'0'237'15,"0"0"-94"-15,0 0-104 16,0 0-7-16,0 0 84 0,0 0 22 16,-7 89-53-1,7-53-33-15,4 2-16 0,7-4 1 16,0 2-7-16,-1-4-9 16,-4-4-9-16,1 0-5 15,-4-7-6-15,-3-1 1 16,0-3-1-16,-18 0 5 15,-4-3-5-15,-8-1 0 16,-6 0 1-16,-4-3-2 16,-3-2 0-16,1-4-74 15,3-4-140-15,14 0-130 16,8 0-437-16</inkml:trace>
  <inkml:trace contextRef="#ctx0" brushRef="#br0" timeOffset="152743.9006">21813 7525 2215 0,'0'0'259'15,"0"0"-190"-15,0 0-68 16,0 0-1-16,0 0 0 15,-83 42 8-15,62-10-1 16,-5 1-6-16,3-1 7 16,0-6-8-16,7-6 1 15,2-5 0-15,5-5-1 0,5-7 1 16,4-3 0-16,0 0 19 16,0 0 8-16,6-3-9 15,5-3-11-15,2 1-8 16,0 3 0-16,3 2 0 15,3 0 0-15,1 10 0 16,3 2 0-16,3 2 2 16,1-1-2-16,-3-1 1 15,-1-2-1-15,7-7-70 16,-9-2-178-16,-4-1-326 0</inkml:trace>
  <inkml:trace contextRef="#ctx0" brushRef="#br0" timeOffset="153106.155">21958 7238 1582 0,'0'0'203'0,"0"0"-148"15,0 0-21-15,0 0 38 16,-99 84-2-16,80-68-37 15,4-5-12-15,5-3-2 16,5-5 2-16,5-3 79 16,0 0 78-16,0-6 3 15,12-6-119-15,6-2-38 16,1 4-12-16,2 3-1 0,0 4-2 16,0 3 7-1,0 3 6-15,0 11 7 0,0 4-5 16,-2 5-10-16,0 1-8 15,-1 1-4-15,-3 1-1 16,2-3 5-16,-5-1-6 16,-1-5 0-16,9-1-89 15,-4-7-281-15,-2-5-494 0</inkml:trace>
  <inkml:trace contextRef="#ctx0" brushRef="#br0" timeOffset="153531.112">22328 7336 1770 0,'0'0'270'0,"0"0"-16"0,0 0-51 15,0 0-82-15,0 0-37 16,0 0-18-16,-99 21 13 16,75-1-10-16,4 3-20 15,2-1 2-15,3 1-5 16,6-4-16-16,3-2-18 15,6-3-6-15,0-6-5 16,4-5 10-16,11-3 2 16,6 0-1-16,4-14-12 15,4-5-21-15,-1-7-7 16,-3-6 1-16,-3-9 12 0,-3-8 13 16,-4-6 1-16,0-3 1 15,-5 3 0-15,0 10 6 16,-5 12 12-16,-2 15 34 15,-3 10 8-15,0 8-25 16,0 0-17-16,0 18-18 16,-6 10 1-16,-4 10 0 15,4 6 0-15,0 3 0 16,1-3 4-16,5 0-4 16,0-2-1-16,0-2 0 15,20 15-150-15,0-9-313 16,4-9-658-16</inkml:trace>
  <inkml:trace contextRef="#ctx0" brushRef="#br0" timeOffset="154056.1526">22623 7638 1722 0,'0'0'283'0,"0"0"-58"16,0 0-129-16,0 0-66 16,0 0 51-16,0 0 59 15,-9 108-54-15,2-68-32 16,-1-2-17-16,4-6-10 16,-2-10-18-16,6-8-8 15,-2-7 5-15,2-7-5 16,0 0 5-16,0-13 24 15,8-10-12-15,7-10-18 16,7-2 1-16,5 0 0 16,0 7 0-16,-2 11 0 0,-2 6 0 15,-4 11 8-15,-2 0-9 16,-3 11 0-16,2 9 2 16,-2 3 9-16,-2 1-10 15,1-2 4-15,-3-2-5 16,4-4-8-16,10-6-171 15,-1-7-206-15,-3-3-739 0</inkml:trace>
  <inkml:trace contextRef="#ctx0" brushRef="#br0" timeOffset="154431.9651">23029 7668 101 0,'0'0'1683'0,"0"0"-1383"16,0 0-82-16,0 0-147 15,0 0-42-15,0 0-18 16,0 0 13-16,-15 27 19 16,15-14 0-16,3 0-13 15,7-5-8-15,7-2-2 16,2-4-1-16,3-2 2 16,4-2-5-16,-2-13-5 15,-5-3-10-15,-3-2 16 16,-5 0 21-16,-6 1 25 15,-5 0 0-15,0 5 2 16,0 3 4-16,-8 5 27 16,-4 6-21-16,-6 0-44 0,-6 9-17 15,-2 12 4-15,-2 7 10 16,6 9-1-16,3 3-6 16,7 4-7-16,9 0-2 15,3-2-6-15,6-3-6 16,19-8-1-16,26-9-178 15,-2-11-156-15,-5-11-477 0</inkml:trace>
  <inkml:trace contextRef="#ctx0" brushRef="#br0" timeOffset="155325.192">23341 7593 1773 0,'0'0'334'0,"0"0"54"16,0 0-219-16,0 0-57 15,0 0-61-15,0 0 55 16,0 0 27-16,-41 110-33 16,35-68-19-16,5 3-22 15,1-4-13-15,0-2-24 16,0-7-10-16,7-6-11 16,2-9-1-16,3-8-1 15,0-9-26-15,4 0-34 16,4-12-11-16,2-13-30 15,2-6 27-15,3-5 38 16,0-4 16-16,-4-1 14 16,3 7 7-16,-7 5 0 15,-5 8 23-15,-4 7 54 16,-4 5 4-16,-4 7-3 16,-1 2-27-16,-1 0-39 0,0 8-4 15,0 14-8-15,0 10 2 16,0 7-1-16,0 3 7 15,0-1-7-15,0-4 1 16,0-4-1-16,2-10-1 16,5-8 0-16,2-9 0 15,2-6 0-15,1 0 7 16,7-15-7-16,3-6 2 16,1-6-2-16,2 0 1 0,-3-1-1 15,-1 5-6 1,-6 3 5-16,-2 6 1 0,-3 5-1 15,-4 3 1-15,-2 3 0 16,-2 3 0-16,2 0-2 16,2 9-4-16,0 9 5 15,4 6 1-15,4 3 5 16,-1 0-5-16,3 0 0 16,-2-4-6-16,0-7-30 15,0-7-192-15,-2-7 31 16,3-2 6-16,0-11-114 15,1-10 24-15,0-7 70 16,-2-1 143-16,-5-2 68 16,-1 1 22-16,-2 4 120 15,-5 4 29-15,-1 5 24 0,0 6-17 16,0 5-47-16,0 6-40 16,0 0-55-16,-7 6-23 15,-4 14-2-15,-1 5 7 16,0 6-2-16,4 2-4 15,1 0-3-15,7-7-8 16,0-4 0-16,0-5-1 16,7-10 0-16,3-6 0 15,3-1 16-15,1-8-10 16,1-9 3-16,-5-8 0 16,1-5-8-16,-3-5 1 15,-3-1-1-15,-3 3-1 16,0 5-12-16,0 8-19 15,0 11-54-15,1 7-126 16,16 2-262-16,-3 9-114 0,4 0-76 0</inkml:trace>
  <inkml:trace contextRef="#ctx0" brushRef="#br0" timeOffset="155636.17">24218 7745 1453 0,'0'0'291'16,"0"0"-95"-16,0 0-107 15,0 0 42-15,0 0-5 16,0 0-24-16,0 0 15 16,-18 71-36-16,9-60-23 15,3-2-22-15,3-4-13 0,0-2-9 16,1-1-8 0,2-2 4-16,0 0 35 0,2-6 63 15,10-10-53-15,9-1-34 16,2-4-9-16,4 4 0 15,-4 5 6-15,1 4 0 16,-5 8-12-16,-4 0-6 16,0 3 0-16,-5 11-6 15,2 6 5-15,-1 1 0 16,-4 3-5-16,3 6-99 16,-2-8-196-16,-1-5-462 0</inkml:trace>
  <inkml:trace contextRef="#ctx0" brushRef="#br0" timeOffset="156262.6962">24868 7573 1654 0,'0'0'220'0,"0"0"25"16,0 0-97-16,0 0-24 15,0 0-76-15,0 0-48 16,0 0 9-16,-58 3-9 16,45 13 1-16,5 0-1 15,2-3-1-15,6-3-8 16,0-5 2-16,7-3 0 0,17-2 7 16,9 0 8-16,6-7-7 15,7-8 8-15,-3-2 3 16,-3 3 56-16,-8-1 41 15,-11 4 16-15,-5 5 32 16,-10 1 7-16,-6 5-57 16,0 0-67-16,0 17-32 15,-12 14-2-15,-6 13 10 16,-5 7 14-16,-7 10 16 16,-3 0 5-16,2 1-7 15,-1-1-16-15,8-6-27 16,5-7 0-16,8-9-1 15,7-10 1-15,3-12-1 16,1-6 0-16,0-8 1 16,4-3 0-16,12-2 10 0,7-13-5 15,1-5-1-15,0-3-5 16,-7 1-9-16,-6-2 0 16,-11 5 8-16,0 2-1 15,-19 2 1-15,-13 3-8 16,-2 0 8-16,1 7-5 15,7 2-2-15,12 3 7 16,11 0-8-16,3 0 3 16,9 7-1-16,18 1 7 15,7 0-1-15,5 1 0 0,-2-4-41 16,-6 1-106 0,-17 0-130-16,-10-1-219 0,-4-5-330 15</inkml:trace>
  <inkml:trace contextRef="#ctx0" brushRef="#br0" timeOffset="156761.685">22371 8213 1699 0,'0'0'333'0,"0"0"-98"15,0 0-69-15,0 0-28 16,0 0-28-16,0 0-64 15,0 0-23-15,22 61 5 16,-23-20 11-16,-17 5 31 16,-9-2 9-16,-4-7-13 15,-5-4-21-15,2-11-24 16,1-5-14-16,6-10-1 16,8-7 0-16,7-4 3 0,9-16 2 15,3-4-5-15,6 0 0 16,12 5 1-16,1 4 2 15,2 10 3-15,3 5-1 16,1 0 2-16,2 12 2 16,-1 5-9-16,1 5-4 15,-5 0-1-15,3-1 4 16,-1-2-5-16,10-11-217 16,-4-3-332-16,-5-5-812 0</inkml:trace>
  <inkml:trace contextRef="#ctx0" brushRef="#br0" timeOffset="157081.4393">22678 8165 1955 0,'0'0'278'16,"0"0"-141"-16,0 0-95 16,0 0 71-16,0 0-6 15,-22 82-53-15,9-55-20 16,4-7-16-16,3-6-12 15,2-8-5-15,4-6 5 16,2 0 11-16,15-11 2 16,8-6-12-16,5 3-5 15,0 2-1-15,-1 4 13 16,0 6 8-16,-4 2 11 16,-1 0 4-16,-5 12-10 15,1 2-10-15,-4 4-10 0,1 2-5 16,0 1-1-16,-1-1-1 15,4-4 0-15,-2-6-161 16,9-10-222-16,-5-3-368 16,-2-11-330-16</inkml:trace>
  <inkml:trace contextRef="#ctx0" brushRef="#br0" timeOffset="157428.2699">23105 8250 823 0,'0'0'660'16,"0"0"-290"-16,0 0-38 15,0 0-71-15,0 0-23 16,0 0-65-16,0 0-54 15,-13-68-59-15,-10 85-29 16,-6 8 7-16,3 5-2 16,-1 6-6-16,8-3-14 15,8-3-5-15,8-5-10 16,3-8 0-16,9-12-1 0,15-5 6 16,4-8-6-16,4-18-60 15,-1-8-3-15,-3-12 23 16,-4-7 25-16,-1-9 14 15,-3-2 1-15,-4 0 0 16,-4 10 2-16,-4 10 33 16,-6 19 57-16,-2 13-10 15,0 12-31-15,0 8-28 16,-14 21-22-16,-7 24 18 16,-2 22 1-16,3 22-13 15,7 7-5-15,8-17 9 0,5-23-11 16,3-7-11-1,9-19-258-15,2-8-619 0</inkml:trace>
  <inkml:trace contextRef="#ctx0" brushRef="#br0" timeOffset="157675.6537">23551 8269 660 0,'0'0'2060'0,"0"0"-1818"16,0 0 29-16,0 0-192 16,0 0-7-16,0 0-6 15,-50 96 0-15,50-37-21 0,0 2-26 16,0-6-1 0,0-5-9-16,0-5-8 0,1-11-1 15,9-7-89-15,24-13-206 16,-2-11-406-16,5-3-790 0</inkml:trace>
  <inkml:trace contextRef="#ctx0" brushRef="#br0" timeOffset="159057.8284">23888 8492 1320 0,'0'0'910'0,"0"0"-628"16,0 0-39-16,0 0-33 15,0 0 10-15,0 0-134 16,0 0-58-16,-72-31-13 15,43 52-4-15,-5 1 2 16,4 2-7-16,6-2-6 0,5-5 1 16,9-5-1-16,10-6-1 15,0-6-32-15,23 0-13 16,6-4 2-16,6-10-16 16,1-3 30-16,0 0 18 15,-5 2 6-15,-1 3 6 16,-7 3 0-16,0 2-1 15,-8 4 0-15,-4 3 1 16,-4 0 0-16,-4 8 1 16,-3 8 5-16,0 4-5 15,0 2 1-15,-3 0 4 16,-4-3-6-16,3-1 0 16,2-7 0-16,2-4-178 0,0-5-88 15,11-2-61-15,5 0-192 16,-1-12 241-16,2-1 32 15,-4-2 246-15,-2 0 54 16,-3 2 177-16,-1 0 27 16,-1 2-44-16,0 5-31 15,2 0-65-15,1 2-55 16,2 0-34-16,5 1-11 16,1 0-10-16,1-5-8 15,4 1 2-15,-6-5 4 16,-1 0 1-16,-3-6-1 15,-4-3 0-15,-4-3 6 16,-2 4 76-16,-2 3 50 0,0 6 16 16,0 8 24-16,-5 3-75 15,-10 15-50-15,-7 14-10 16,-3 10 26-16,-4 12-9 16,-1 18-9-16,-2 18 3 15,-4 16-12-15,4-9-12 16,7-20-15-16,8-24 1 15,3-19-13-15,0 0-3 16,-1-3 0-16,2-5 0 16,1-9 0-16,3-14-6 15,1 0-8-15,-1-17-32 16,-1-12 8-16,3-9 13 0,2-5 10 16,5-1 9-1,0 2 4-15,8 2 1 0,8 3-1 16,7 5 1-16,5 3-11 15,5 5 7-15,3 2 4 16,4 6-6-16,5 4-42 16,1-1-17-16,2 1-30 15,1 0-48-15,-2-2 10 16,-5-3 44-16,-4 0 29 16,-7-2 22-16,-6-1 27 15,-4-2 11-15,-6 2 0 16,-5 2 1-16,-5 0 0 15,-5 3 1-15,0 0 21 16,0 4 26-16,0 4 34 16,-8 5-7-16,-7 2-14 0,-3 0-21 15,-2 11-13-15,-3 9 5 16,1 8-2-16,4 2-2 16,1 2-4-16,10 0-6 15,4-3-6-15,3-1-6 16,5-8-5-16,14-7 0 15,7-7 1-15,7-6 7 16,5 0-9-16,2-19-12 16,3-6 0-16,1-8 3 15,-2-4 8-15,-2-3 1 16,-8 4-1-16,-8 2 1 16,-12 7 1-16,-8 5 0 15,-4 9 17-15,0 4 13 0,-5 6 11 16,-6 3-12-1,-3 0-18-15,1 10-6 0,0 4-6 16,6 3 1-16,2-1 0 16,5 1 0-16,0-2-1 15,9 0 0-15,12-2 0 16,1 1 1-16,1-2 0 16,-1 0 1-16,-6-3-1 15,-3-1 0-15,-6 3-1 16,-5-2 1-16,-2 2 0 15,0 5 0-15,-8 1-1 16,-6 4 6-16,-3-2 18 0,1 3 18 16,3-3-6-1,4-4 2-15,3-2-7 0,1-5-11 16,5-2-11-16,0-2-2 16,0-1-5-16,10-2 4 15,3-1-5-15,7 0-1 16,-1 0-73-16,8-10-119 15,-3-1-366-15,-6-1-676 0</inkml:trace>
  <inkml:trace contextRef="#ctx0" brushRef="#br0" timeOffset="159200.4342">24907 8678 2485 0,'0'0'386'0,"0"0"-24"16,0 0-219-16,0 0-39 0,0 0-70 15,0 0-34-15,0 0-43 16,-61-14-467-16,12 14-943 0</inkml:trace>
  <inkml:trace contextRef="#ctx0" brushRef="#br0" timeOffset="165203.226">17450 5621 431 0,'0'0'333'0,"0"0"-86"15,0 0-70-15,0 0-22 16,0 0-4-16,0-1-51 16,0-4-18-16,0 2-2 15,0 0 15-15,0-2 10 16,0 1-30-16,0 2-25 16,0-1-2-16,0-1-14 15,0 4-9-15,0 0-11 0,0-2-13 16,0 2 5-16,0 0-6 15,0 0-23-15,-6 0-142 16,2 0-161-16,-2 0-523 0</inkml:trace>
  <inkml:trace contextRef="#ctx0" brushRef="#br0" timeOffset="166398.8118">18602 5537 967 0,'0'0'318'16,"0"0"-150"-16,0 0-15 16,0 0 20-16,0 0 26 15,0 0-50-15,43-82-8 16,-37 61-18-16,0-6 14 16,-1-5-32-16,-2-7-36 15,-3-4-21-15,0-8 7 16,-6-17-12-16,-21-21-11 15,-18-21-10-15,-15-4-9 16,-13 8-2-16,-6 19-2 0,-4 19-3 16,-2 6 0-1,-2 8-5-15,2 4-1 0,-2 10-6 16,1 5-10-16,-4 6-11 16,-2 7 9-16,-4 3 11 15,-3 5-2-15,-1 1 8 16,-3 3-5-16,-2 0 1 15,-2 1 4-15,-5 2 0 16,-3-1 0-16,-5 5 1 16,-3-2 1-16,-4 4-1 15,-6-1 2-15,-5 2-2 16,-3 0 2-16,-3 0-2 16,-1 0-1-16,4 0 1 15,3 5 0-15,4-1 0 16,4 1 1-16,4 1-1 0,2 0 1 15,7 3 0-15,3-2-1 16,4 4-1-16,-1 0 1 16,6 2-1-16,1 2 1 15,10 2 0-15,18-3 0 16,13-2 1-16,-4 5 0 16,11-2 0-16,-1 0 0 15,-3 4 0-15,14-3-1 16,-5 2 0-16,-4 4 0 15,-4 2 0-15,-2 3 0 16,-4 0 8-16,0 1-2 16,-3 3 1-16,0 0 2 15,-1 2-2-15,4 1 16 0,5 1-4 16,9 2-10-16,3 3-3 16,5 4 18-16,6 1-1 15,1 0-1-15,6 1-2 16,6-3 0-16,0-2-2 15,4-2-3-15,0-5-3 16,2-3 2-16,0-2-1 16,2 0 4-16,0-2 1 15,0 3 0-15,0 0 1 16,3 1 2-16,-1-1-7 16,1-3 2-16,5-1-5 15,0-5 1-15,0-2-3 16,4-5-2-16,-1-3 1 15,3-5-7-15,1-2 5 0,1-3-5 16,0-1 5-16,0 0-5 16,0 0 0-16,0 0 0 15,0 0 5-15,0 0-5 16,0 0-1-16,0-1-71 16,0-8-133-16,0-11-133 15,0 1-289-15,0-1-269 0</inkml:trace>
  <inkml:trace contextRef="#ctx0" brushRef="#br0" timeOffset="166812.5653">12573 5211 1800 0,'0'0'217'16,"0"0"-94"-16,0 0 67 15,0 0 0-15,0 0-51 16,0 0-42-16,0 0-36 16,-18-8-37-16,18 30-6 15,0 10 46-15,0 8 26 16,0 5-2-16,1 3-16 16,2 0-6-16,2-2-20 15,1-2-17-15,1-5-6 16,2-4-5-16,0-5-10 15,1-9-1-15,1-4 1 0,0-9 1 16,2-4-2-16,7-4 7 16,8 0 7-16,12-16-2 15,8-9 1-15,6-4-19 16,7-7 1-16,-2 2-1 16,-5 0-1-16,-11 4 0 15,-9 5-1-15,-8 8-25 16,-11 2-35-16,-9 5-78 15,-6 2-125-15,-6 2-119 16,-8 1-392-16</inkml:trace>
  <inkml:trace contextRef="#ctx0" brushRef="#br0" timeOffset="167069.9043">13325 5448 2508 0,'0'0'318'15,"0"0"-61"-15,0 0-133 16,0 0 27-16,0 0-25 16,0 0-33-16,0 0-52 15,0 0-25-15,0 0-8 16,0 0-7-16,0 0-1 15,0 0-12-15,0 0-107 16,0 2-233-16,0 1-441 0</inkml:trace>
  <inkml:trace contextRef="#ctx0" brushRef="#br0" timeOffset="170170.8236">16011 9732 1119 0,'0'0'377'15,"0"0"-171"-15,0 0 28 16,0 0-30-16,0 0 6 15,0 0-17-15,-3-3-59 16,3 3-28-16,0 0-37 16,3 0-20-16,7 0-9 15,8 0-8-15,6 0-7 16,2 0-8-16,2 0-10 16,-2 0-5-16,-1 0-2 0,-5 0-101 15,-3 0-102 1,1 0-115-16,-6-1-288 0,-5-4-461 15</inkml:trace>
  <inkml:trace contextRef="#ctx0" brushRef="#br0" timeOffset="170377.0613">15969 9817 1570 0,'0'0'369'0,"0"0"-116"15,0 0-98-15,0 0 26 16,0 0-56-16,0 0-58 16,0 0-29-16,37 2-23 15,23 1-7-15,35 2-8 0,38 0-99 16,-16-1-200-16,-17-2-351 16</inkml:trace>
  <inkml:trace contextRef="#ctx0" brushRef="#br0" timeOffset="171822.0503">17057 9789 747 0,'0'0'283'0,"0"0"-43"16,0 0-36-16,0 0-23 16,0 0 38-16,0 0-33 15,0 0 0-15,10 24-24 16,3-13-9-16,4 1-44 16,3-1-4-16,8 1-16 15,1-3-7-15,7-2 2 16,6-4-6-16,0 0-15 15,4-3-20-15,-1 0-14 16,1 0-5-16,0-7-2 16,0-9-4-16,0-6 3 15,2-3 4-15,0-7-2 0,3-7-13 16,-2-2 5-16,-1-7-6 16,-2 1-7-16,-6-4-1 15,-4 1 0-15,-6-3 0 16,-5 2-1-16,-7 3-23 15,-4 4 14-15,-6 3-9 16,0 3-13-16,-5 1-5 16,-3 3-10-16,0 3 4 15,0-1 15-15,0 3 12 16,-12 4-8-16,-1 0-4 16,-4 2-7-16,1 1-1 15,-3 2 4-15,-1 2 10 16,-2 1-1-16,-5 2 2 0,-3 1 8 15,-1 0-9 1,-4 2 8-16,1 0 2 0,-5 4-2 16,1 1 3-16,-3 2-2 15,-3 5 11-15,-3 0 0 16,-2 0 0-16,-3 0-5 16,2 3 6-16,0 6 1 15,3 1 11-15,1 1-6 16,4 2 1-16,1-1 18 15,1 5-10-15,-2 0 6 16,2 3-4-16,-1 1 7 16,4 1-2-16,-1 1-2 15,5-3 9-15,0 3-5 0,3 0 11 16,2 1 1 0,-2 1-6-16,2 2 6 0,2 1 1 15,-1 2-11 1,0 2 5-16,3 1 5 0,1 3-15 15,1 1-5-15,2 2-8 16,-1 4 35-16,4 0-8 16,0-3 2-16,7 0 2 15,3-2 0-15,1-1-7 16,6-2-5-16,0-1-5 16,0-1 4-16,12-2-4 15,3-3 2-15,6-5-1 16,1-1-2-16,5-5-9 15,3-3 16-15,1-1-8 16,5-6-4-16,3 0-4 0,1-5-6 16,0 0 0-1,-2-2-4-15,-5 0-1 0,-3 0-1 16,-5 0 8-16,-10-3-7 16,-1-1-1-16,-7 0 0 15,0-1-1-15,-2 1-11 16,-1 0-16-16,-3 0-44 15,-1-1-62-15,-5 1-112 16,-12 3-341-16,-5-2-386 0</inkml:trace>
  <inkml:trace contextRef="#ctx0" brushRef="#br0" timeOffset="172017.4154">16980 9970 2018 0,'0'0'256'16,"0"0"-51"-16,0 0-70 16,0 0 5-16,0 0 14 15,0 0-73-15,0 0-39 16,35-59-30-16,-35 54-12 16,-6 1-172-16,-14 0-307 15,-5 1-343-15</inkml:trace>
  <inkml:trace contextRef="#ctx0" brushRef="#br0" timeOffset="176632.7941">20216 7278 1309 0,'0'0'319'0,"0"0"-72"16,0 0-41-16,0 0-45 15,0 0-19-15,91-68-45 16,-60 68-22-16,3 0-22 16,-1 11-21-16,-5 8-2 15,-5 4 1-15,-7 3-1 16,-8 3 6-16,-8 3 1 0,0 4 19 16,-11 3 42-16,-16 3 5 15,-7 2-16-15,-6 3-25 16,1-2-14-16,5-3 6 15,5-1-17-15,9-6-16 16,9-4-14-16,10-4 1 16,1-6-8-16,4-4 8 15,20-5-8-15,7-8 14 16,10-4-4-16,5 0 2 16,0-9-11-16,-3-8 1 15,-7-2-2-15,-10-1 2 16,-8 4 5-16,-7 4 1 15,-5 4 8-15,-4 4 46 16,-2 3-5-16,0 1-20 16,0 0-19-16,0 11-3 0,-7 16-4 15,-4 11 26-15,-4 12 26 16,-3 8 2-16,1 6-16 16,1 6-13-16,2 0 2 15,3 1-8-15,2-3-5 16,6-2-1-16,0-8-7 15,1-11-1-15,0-7-2 16,1-10 2-16,-2-8-16 16,2-8 0-16,1-7 0 15,-2-2 0-15,2-3 0 16,-2-2 0-16,2 0 0 16,-2 0 0-16,1 0 0 0,1 0 0 15,-2 0 0-15,1 0 0 16,-1 0 0-16,-1 0 0 15,-1 0 0-15,-7 0 0 16,-8 0 0-16,-11 3 0 16,-9 0 0-16,-24 2 0 15,-28-4 0-15,-37 3 0 16,-20-1 0-16,-15 4-3 16,36-1-292-16,27 2-458 0</inkml:trace>
  <inkml:trace contextRef="#ctx0" brushRef="#br0" timeOffset="182595.3289">17285 8269 1317 0,'0'0'309'0,"0"0"-61"15,0 0-94-15,0 0-25 16,0 0 6-16,12-4-23 15,9 16 55-15,11 5-35 16,6 3-21-16,6 2-4 16,4 3-8-16,3-3 7 0,2 0-25 15,-2-5-16 1,-2 0-26-16,-1-3-7 0,-5-3 4 16,-2-3 9-16,2-2-1 15,-3-3-10-15,1-3-10 16,3 0 11-16,2-3-7 15,4-11-2-15,0-3-7 16,1-6-2-16,-2-4-5 16,-1-5 1-16,-4-6-4 15,-4-3 3-15,1 0-6 16,-5-1 5-16,-3-1-5 16,-6 1 7-16,-3-2-2 15,-5 1-4-15,-3-2 2 16,-5 2-3-16,-3-1 0 0,-7 2-4 15,-1-1-1-15,0 4 0 16,0 1-1-16,-9 1 1 16,-2 3-1-16,0 4 1 15,-1 2-1-15,0 5 0 16,-3-2 0-16,0 4-1 16,-4 1 1-16,-4 0-1 15,-2 2 1-15,-2 1 0 16,-5 0 0-16,-6 3 0 15,-2 1-2-15,-6 4-4 16,-2 1 5-16,-3 0-1 16,-1 4 1-16,-1 3 0 15,1 1 0-15,-1 0 1 0,2 0 0 16,0 0 0-16,4 3 1 16,0 4-1-16,4 0 0 15,4 0 1-15,2-1 0 16,2 3-1-16,3 1 0 15,-1 3-1-15,-1 2 1 16,-3 4 0-16,2 2-1 16,0 4 1-16,1 2 0 15,1 1 9-15,5 1-3 16,0 1 3-16,3-2-7 16,1 1 4-16,4 0 3 15,1 0 1-15,1 0-4 16,5-2 9-16,-2 3-1 15,3 0 4-15,0 0-5 0,5 3 5 16,-1 1-1-16,3 4-5 16,1 1 4-16,4 5 2 15,0 1 2-15,0 2-8 16,3 2 6-16,8 0 6 16,8-2-3-16,3-3-5 15,3-6-1-15,5-5-6 16,3-8-9-16,1-3 0 15,4-8 0-15,1-2 0 16,4-6 0-16,3-4 0 16,3-2 0-16,1 0 0 15,-3-8 0-15,-5-1 0 16,0-5 0-16,-5 2 0 16,-3-1 0-16,-2 2 0 0,-7-1 0 15,-4 2 0 1,-8 1 0-16,-4 1 0 0,-2 0 0 15,-5 0 0-15,-2-1-39 16,0 0-83-16,-7-3-82 16,-24-9-111-16,-1 2-444 15,-2 0-731-15</inkml:trace>
  <inkml:trace contextRef="#ctx0" brushRef="#br0" timeOffset="182809.6389">17840 8345 2622 0,'0'0'308'15,"0"0"-76"-15,0 0-93 16,0 0-16-16,0 0-14 16,0 0-28-16,0 0-30 15,19-49-33-15,-15 47-18 16,1 2-12-16,-5-3-110 15,0 1-384-15,-8-10-753 0</inkml:trace>
  <inkml:trace contextRef="#ctx0" brushRef="#br0" timeOffset="189255.9884">16012 9738 920 0,'0'0'500'0,"0"0"-276"0,0 0 17 15,0 0-42 1,0 0 1-16,0 0-11 0,27 2-64 16,4-2 8-16,14 3 55 15,28 3-25-15,23 0-46 16,23-1-29-16,2 1-7 16,-10-3-27-16,-26 2-24 15,-29 0-15-15,-13-1-6 16,-7-1-8-16,0 2 0 15,-2 0 0-15,-2 0 0 16,-12 0-1-16,-8-3-23 16,-7 0-34-16,-3-2-25 15,-2 1-60-15,0-1-57 16,0 0-24-16,-13 0-119 16,-4-7-317-16,-3-1-581 0</inkml:trace>
  <inkml:trace contextRef="#ctx0" brushRef="#br0" timeOffset="189544.2957">16279 9942 2342 0,'0'0'286'15,"0"0"-145"-15,0 0-70 16,0 0 44-16,0 0 78 15,88 0-34-15,-2 0-24 16,25-3-51-16,9-2-38 16,-22 1-11-16,-27 1-8 15,-28 1 1-15,-5 2-17 0,4-1-10 16,-3-1 8 0,-2 2-9-16,-12 0-3 0,-8 0-57 15,-10 0-76-15,-7 5-125 16,-7 7-241-16,-14 0-347 0</inkml:trace>
  <inkml:trace contextRef="#ctx0" brushRef="#br0" timeOffset="191475.9851">16089 10836 1592 0,'0'0'504'16,"0"0"-274"-16,0 0-73 15,0 0-56-15,0 0-19 16,0 0 11-16,-87 58 28 0,51-27-15 16,4-1-42-16,2 1-22 15,4-3-12-15,4-5-9 16,2 0-11-16,5-7-9 15,4 1 0-15,3-7-1 16,4-3-57-16,2-5-127 16,2-2-86-16,5-12-200 15,5-5-392-15</inkml:trace>
  <inkml:trace contextRef="#ctx0" brushRef="#br0" timeOffset="191787.5299">16063 10769 1483 0,'0'0'391'0,"0"0"-151"16,0 0-156-16,0 0 11 15,0 0 3-15,0 0-8 16,-98 73-23-16,76-57-18 16,2-1-10-16,6-5-11 15,4-2-5-15,7-6-4 16,3-2 36-16,0 0 53 15,3-2 23-15,13-11-43 16,4-2-59-16,7-1-19 16,1 1-4-16,2 2 0 15,1 8-5-15,-1 4-1 16,0 1-1-16,-3 1 0 16,-2 12-8-16,-4 6-16 0,-6 2-93 15,-11 17-80 1,-4-3-296-16,0-3-685 0</inkml:trace>
  <inkml:trace contextRef="#ctx0" brushRef="#br0" timeOffset="198281.8503">15769 12154 595 0,'0'0'281'15,"0"0"-151"-15,0 0-79 16,0 0 105-16,0 0 19 0,0 0-18 16,-92-52-55-16,73 46 18 15,-3-2-14-15,-1 5-10 16,-6 3 27-16,-2 0-42 16,-5 8-19-16,-5 17-21 15,-4 14-7-15,-7 22 25 16,7 24 8-16,12 23-7 15,16 6-10-15,17-2-8 16,23-8-14-16,13-18-7 16,0-15-3-16,-5-16-8 15,-3-13-4-15,-3-4-4 16,3 4-2-16,0 4 8 16,-6 5-8-16,-6-4 1 0,-9-3 5 15,-7-3-5-15,-4-2 1 16,-18-3 14-16,-9-4-4 15,-5-5 6-15,-4-6-6 16,-1-5-2-16,3-10 5 16,5-6-5-16,8 0 4 15,6-4-1-15,11-7 7 16,6 0 13-16,2 3-9 16,9 3 2-16,12 5-14 15,7 1 0-15,7 18 5 16,5 12 13-16,-3 8 21 15,1 9 4-15,-4 6 0 0,0 18-8 16,3 18 10 0,-1 10-11-16,-3 5-1 0,-6-8-11 15,-8-5-5-15,-1-3 4 16,-3 6 6-16,-2 1-2 16,-2-1-13-16,-4-1 2 15,-7 1-13-15,0-3-1 16,0 1 3-16,0-7-4 15,0-14-1-15,0-16 2 16,2-15-6-16,4-3-5 16,4 0 7-16,6 3-8 15,3-3 0-15,3-12 0 16,6-7 0-16,2-13 1 0,3-4 0 16,0-2 8-16,1-5-1 15,-1-9-2-15,1-3-5 16,-2 0 7-16,0 0-8 15,-2 1 1-15,-4 2-1 16,-3 0 1-16,0 1 7 16,-3 1-8-16,-3 1-17 15,1 2-5-15,-5-1-19 16,0 1-11-16,0-2-29 16,-4 5-41-16,2-4-111 15,-4-5-101-15,0 3-366 16,-5 0-552-16</inkml:trace>
  <inkml:trace contextRef="#ctx0" brushRef="#br0" timeOffset="198464.5464">16470 15116 2845 0,'0'0'469'16,"0"0"-411"-16,0 0-31 15,0 0-12-15,0 0 2 16,0 0-17-16,0 0-55 16,-58-9-258-16,46 27-673 0</inkml:trace>
  <inkml:trace contextRef="#ctx0" brushRef="#br0" timeOffset="200061.3034">19192 10824 730 0,'0'0'875'0,"0"0"-398"15,0 0-232-15,0 0-36 16,0 0-18-16,0 0-75 16,0 0-50-16,2 0-20 15,5 0-16-15,7 0-10 16,8 0-10-16,8 0-4 16,4 0-5-16,5 0 1 15,-3 0-1-15,-2 0-1 16,-4 0 0-16,-3 0-139 15,-3-5-90-15,-9 0-302 16,-5 1-226-16</inkml:trace>
  <inkml:trace contextRef="#ctx0" brushRef="#br0" timeOffset="200267.6951">19222 10926 1802 0,'0'0'560'0,"0"0"-329"16,0 0-103-16,0 0 17 16,0 0-69-16,0 0-46 15,0 0-15-15,99 0-14 16,-69-1-1-16,-5-2-17 16,5 1-122-16,-12 2-163 15,-7-1-435-15</inkml:trace>
  <inkml:trace contextRef="#ctx0" brushRef="#br0" timeOffset="203145.5883">20535 10842 1213 0,'0'0'301'16,"0"0"-71"-16,0 0 11 15,0 0-47-15,0 0-15 16,0 0-45-16,64 0 43 15,-19 1 2-15,22 3 18 16,28 2-28-16,35 6-52 16,17 1-33-16,3 1-12 15,-2 0-9-15,-16-2-26 0,4-2 2 16,-3-3-21-16,-5-2-6 16,-5-2 0-16,-15-2 2 15,-22 1-5-15,-23-2-3 16,-19 0-5-16,-11 0 7 15,0 0-7-15,-5 0 0 16,-1 0 5-16,-11 0-6 16,-9-2 0-16,-5 2 0 15,-2 0 0-15,0 0-5 16,0-1-46-16,-5 1-74 16,-12-1-47-16,-33-3-210 15,3 1-185-15,-7-4-264 0</inkml:trace>
  <inkml:trace contextRef="#ctx0" brushRef="#br0" timeOffset="203509.5239">21300 11025 1607 0,'0'0'238'0,"0"0"-114"16,0 0-30-16,0 0 44 0,0 0-21 15,0 0-13 1,0 0 64-16,109 31 0 0,-44-22-20 16,26-1 15-16,23 2-36 15,2-5-49-15,-5-3-24 16,-22 1-6-16,-28-3-17 15,-12 0-10-15,-7 0-7 16,6 0-5-16,-2 0-8 16,1 0 0-16,-12 0 0 15,-11 0-1-15,-13 0-55 16,-11-5-94-16,-36-10-182 16,-15-1-357-16,-21-4-395 0</inkml:trace>
  <inkml:trace contextRef="#ctx0" brushRef="#br0" timeOffset="204620.4992">8279 10294 469 0,'0'0'630'0,"0"0"-420"16,0 0-53-16,0 0 6 16,0 0 37-16,0 0-33 15,-36 0-37-15,36 0-41 16,0 0-14-16,0 7 14 15,0 3 15-15,7 4 10 16,11 1 1-16,10 2-20 16,9 0 13-16,16 0 26 0,20-2-20 15,27-3-18 1,30-10-17-16,10-2-19 0,-1-2-10 16,-14-11-11-16,-22 1-3 15,-23 2 1-15,-21 1-16 16,-22 4-6-16,-12 0-6 15,-3 1-7-15,-5-1-1 16,-1 2 6-16,-11 1-6 16,-5 2-1-16,0 0-16 15,-3 0-88-15,-44 10-90 16,4 10-290-16,-9 3-169 0</inkml:trace>
  <inkml:trace contextRef="#ctx0" brushRef="#br0" timeOffset="205310.2613">8092 11526 1485 0,'0'0'477'0,"0"0"-370"0,0 0 14 16,93-37 86-16,-26 3-18 16,31-14-46-16,24-8 14 15,8-3-8-15,-8 7-29 16,-17 9-20-16,-29 11-16 15,-15 7-15-15,-16 3-14 16,0 2-13-16,4-5-9 16,5 1-7-16,5-3-5 15,-7 3-9-15,-4 3-3 16,-6 2-8-16,-9 7 5 16,-9 1-5-16,-8 4 0 15,-8 4 4-15,-3 1-5 0,-5 2-28 16,0 0-80-16,-10 0-178 15,-7 0-451-15,0 0-925 0</inkml:trace>
  <inkml:trace contextRef="#ctx0" brushRef="#br0" timeOffset="206292.5429">22978 10447 1292 0,'0'0'704'16,"0"0"-441"-16,0 0 7 15,0 0-64-15,0 0-44 16,0 0-70-16,-8-7-37 15,13 7-6-15,10 0-4 16,5 0-7-16,8 0-7 16,9 0-5-16,2 0-11 0,3 0-9 15,1 0-6 1,-3-3 1-16,-4 1 0 0,-3-1 1 16,-6-1-2-1,-8-1-8-15,-8 1-50 0,-10-4-227 16,-1 0-223-16,0 2-441 0</inkml:trace>
  <inkml:trace contextRef="#ctx0" brushRef="#br0" timeOffset="206727.7592">23171 10156 1986 0,'0'0'464'0,"0"0"-204"15,0 0-149-15,0 0-51 16,0 0-34-16,0 0-15 16,0 0-10-16,-51 9-1 15,20 16 23-15,-11 7 35 16,-9 4 8-16,-5 3-6 16,2-1-8-16,3-1-17 15,8-1-4-15,8-4 11 16,12-3-1-16,8-5-19 15,10-2-15-15,5-5 7 16,0-1-5-16,3-3 1 16,12-1 8-16,10 0 3 15,10 0 5-15,12-2 13 16,8-2 4-16,10 0-14 0,3-2-20 16,1-1-8-16,-2 0 0 15,-6 1 8-15,-11-2-9 16,-13 2-1-16,-10-4-10 15,-13 1-7-15,-8-1-1 16,-6-2-10-16,0 3-22 16,0 0-136-16,-25 6-320 15,-2 1-195-15,-2-1-669 0</inkml:trace>
  <inkml:trace contextRef="#ctx0" brushRef="#br0" timeOffset="206958.6641">23437 10938 2440 0,'0'0'478'15,"0"0"-305"-15,0 0-74 16,0 0 82-16,0 0-41 16,0 0-83-16,0 0-29 15,2 0-13-15,-2 0-7 16,0 0-8-16,-2 0-2 15,-3 0-34-15,-5 0-94 16,-28 0-170-16,-2 6-277 16,-10-2-317-16</inkml:trace>
  <inkml:trace contextRef="#ctx0" brushRef="#br0" timeOffset="216303.1946">21239 11604 64 0,'0'0'680'16,"0"0"-534"-16,0 0-26 15,0 0 49-15,0 0-17 16,0 0-68-16,-6-24-8 16,4 20-3-16,-5 0-20 15,1 0 16-15,0 0 14 16,-1 0 25-16,-4-1-27 15,-2 1-10-15,-2-1 10 16,-5-2-19-16,-2-1-4 16,3 0 1-16,-3 4 3 15,1-1 20-15,2-2-18 0,-3 1-9 16,0 2-14 0,1 0-8-16,-3 1-5 0,2 0 4 15,-2 1-4-15,0 0 0 16,0 2-2-16,-1 0-4 15,-4 0-3-15,1 0 5 16,-2 0-6-16,-1 0 0 16,-2 2 6-16,0 5 0 15,-1 1 9-15,1 1-11 16,-2 3-10-16,0 3 3 16,1 2-3-16,2 1 8 15,3 3-1-15,0 2-4 16,4 1-2-16,4-1-4 15,0 3 2-15,0 0-1 16,3-1 1-16,-1-1 7 0,1 1-5 16,3-1 4-16,-1 2 1 15,2 0 3-15,-2 1-2 16,1 1 1-16,-1 3 1 16,0 2-3-16,0 3-2 15,1 1 2-15,1 4 3 16,-1 2 1-16,5 1-1 15,-1 0-1-15,5 4 4 16,1-4 0-16,4 0 3 16,1-2-2-16,0-1 1 15,1 1-8-15,8-3 0 16,6 0 3-16,3-1 6 16,2-3-3-16,6-1-2 0,1-3 1 15,3-3-2 1,1-3 1-16,2-4 2 0,1-3-4 15,1-4-1-15,0-4 1 16,1-3-4-16,1-1-1 16,0-5 2-16,1 1-2 15,-1-2 4-15,3 0-2 16,-1 0-1-16,0-4-7 16,-1-4 0-16,0 1-1 15,-1-3 1-15,2 1 1 16,-1-3-2-16,1 0 2 15,1-1 1-15,2-3-2 0,-3-1 0 16,2 0 3 0,-3-1-5-16,1 0 2 0,-3-1 0 15,0-1 3-15,-3 1-1 16,-2-1 1-16,-1-2-2 16,-3-1-10-16,3-1 0 15,-3-1 0-15,-1-4 0 16,0 1 0-16,-2-2 0 15,-3 1 0-15,-2-1 0 16,-4-1 0-16,-3 0 0 16,-5-3 0-16,-2-1 0 15,-4-2 0-15,-1 2 0 16,0-2 0-16,0 2-11 16,-6 0-17-16,-4 1-4 15,1 3-2-15,-2 0-1 0,0 2 5 16,2 4 20-16,-1 3-4 15,0 1 14-15,1 4-10 16,0 0 1-16,0 3-9 16,-1-1-3-16,-1 3-2 15,2 3 10-15,-2-4 4 16,-3 3-8-16,1-1 1 16,-2 1 4-16,-1-1 3 15,0 0 0-15,0 2-2 16,-1-3 2-16,0 1-3 15,0 2 6-15,1-1 0 16,-2 2-3-16,3-1 3 16,-1 2-4-16,2 0-5 0,1 2 14 15,1 0-6-15,3 1 1 16,0 3 4-16,2-1-4 16,-3 1 0-16,3 0 0 15,-5 1-4-15,1 0 2 16,1 0-2-16,-3 0 9 15,-1 0-7-15,0 0 1 16,-1 0-1-16,0 0 7 16,5 0-5-16,3 0 0 15,4 0 0-15,0 0 4 16,3 0-7-16,0 0-1 16,0 0-4-16,0 0-4 0,0 0-9 15,0 0-4-15,0 0-55 16,8 0-259-16,5 4-249 15,2 0-110-15</inkml:trace>
  <inkml:trace contextRef="#ctx0" brushRef="#br0" timeOffset="216515.1843">21221 11582 1597 0,'0'0'370'15,"0"0"-206"-15,0 0 62 16,0 0-18-16,0 0-71 16,0 0-76-16,0 0-37 15,0-24-18-15,0 24-6 0,0 0-16 16,-3 0-77-16,-6 14-151 16,2 4-96-16,-4 0-409 0</inkml:trace>
  <inkml:trace contextRef="#ctx0" brushRef="#br0" timeOffset="218391.5813">22520 12305 1147 0,'0'0'328'0,"0"0"-135"15,0 0 2-15,0 0 10 16,0 0-23-16,0 0-48 15,0 0 19-15,3 0-30 16,12 0-8-16,9 0 27 0,3-3-15 16,10-3-21-16,5-1-37 15,2-4-19-15,1-2-11 16,1-1-20-16,-4-4 11 16,-3-4-17-16,-4-2 14 15,0-6 0-15,-5-5-6 16,-4-4-7-16,-3-5-13 15,-5-2-1-15,-6 0-7 16,-5 0-17-16,-2 5 12 16,-5 2 4-16,0 3-4 15,-9 5-9-15,-3 0 3 16,-6 4 2-16,0-1-5 16,-4 4-3-16,0 5 12 15,-1 2 3-15,-2 4 8 16,-2 3-17-16,-4 3 7 0,-4 4 5 15,-9 3-3-15,-1 0 8 16,-6 0 0-16,-4 10 0 16,0 3 1-16,1 1 1 15,3 3 15-15,4 1 1 16,4 0-16-16,7 3 1 16,1 1 5-16,4 2 17 15,-1 2 6-15,4 4 0 16,1 3 1-16,4 1 2 15,0 7 0-15,5-2 8 16,2 2 1-16,2 1-11 0,4-1 5 16,6-2-6-1,2 1-4-15,2-2-5 0,2-3 3 16,14-3-3-16,8-4 1 16,4-3-4-16,10-6 0 15,8-5 3-15,10-4-3 16,9-3-4-16,6-5-4 15,-1 0-8-15,-3-2-2 16,-10 0 0-16,-12 0 0 16,-11 0-1-16,-13-2-11 15,-8 1-9-15,-7 1-33 16,-6 0-47-16,0 0-62 0,-33 0-140 16,-6 0-318-16,-9 0-244 15</inkml:trace>
  <inkml:trace contextRef="#ctx0" brushRef="#br0" timeOffset="220693.3332">10028 11009 778 0,'0'0'607'0,"0"0"-395"15,0 0 20-15,0 0 13 16,0 0-8-16,0 0-34 16,0 0-8-16,-1-65 26 0,1 63-34 15,0 2-67-15,0 0-73 16,0 10-43-16,3 27-2 15,9 24-2-15,-1 26 13 16,-4 11 35-16,-3-15 10 16,-4-18-8-16,0-21 11 15,0-3-17-15,0 8-22 16,0 3 8-16,-2 4-12 16,-1-12-6-16,0-8-4 15,0-14-7-15,2-9 0 16,1-10-1-16,-2-3-26 15,0-11-72-15,2-45-147 16,0 2-354-16,0-6-333 0</inkml:trace>
  <inkml:trace contextRef="#ctx0" brushRef="#br0" timeOffset="221041.7521">10072 11123 1475 0,'0'0'367'15,"0"0"-102"-15,0 0-49 16,-94 40-4-16,59-18-67 16,-1-3-40-16,3-2-3 15,7-3-8-15,3-3-6 16,11-7-35-16,6-4-19 16,4 0 7-16,2-2 8 0,0-17-4 15,14-10-18-15,9-8-17 16,4-1-10-16,7 1 0 15,0 8-9-15,-3 9 8 16,-1 8 0-16,-3 8 0 16,-4 4 0-16,-2 10-11 15,0 16-6-15,-5 5 17 16,-4 6 1-16,-6 7 1 16,-5-1 8-16,-1 3-9 15,0-1-1-15,-12 21-81 16,-1-12-488-16,1-11-1257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05-24T09:30:43.5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20668 5368 1008 0,'0'0'362'0,"0"0"-181"16,0 0 6-16,0 0 15 16,0 0-6-16,-2-30-44 15,2 30-63-15,-1 0-50 16,-1 14-38-16,0 9 9 0,0 8 1 15,-1 4 8-15,0 0-7 16,1 0-3-16,1-6-3 16,1-5-6-16,0-3 0 15,0-6 1-15,0-6 0 16,0-3-1-16,1-4-1 16,2-2 1-16,0 0 0 15,3 0 1-15,2-10 6 16,6-4-6-16,0 0 1 15,1 0-1-15,-5 1 0 16,1 3 0-16,-4 5 1 16,-1 3-2-16,0 2-6 15,0 0-5-15,4 13 10 0,1 3 0 16,1 4 1 0,3-2-1-16,-3 0 1 0,0-6 0 15,0 0 1 1,-3-5 0-16,-1-2 0 0,0-4 5 15,0-1 0-15,-1 0 5 16,5-14 0-16,0-5-10 16,0-5 5-16,-2-5 0 15,-2 0-5-15,-2-4-1 16,-1 0 0-16,-3 3 1 16,-2 5-1-16,0 7 0 15,0 5-12-15,0 9-33 0,0 4-121 16,0 4-161-16,-6 12-6 15,2-1-258-15</inkml:trace>
  <inkml:trace contextRef="#ctx0" brushRef="#br0" timeOffset="662.4096">21124 5411 773 0,'0'0'412'15,"0"0"-295"-15,0 0-53 16,0 0 16-16,0 0 17 0,0 0-50 16,0 0-31-1,-6 44-15-15,12-40 0 0,1-2 5 16,1-2 1-16,3 0 2 15,0 0 4-15,0-3-3 16,0-7-1-16,0-2 4 16,-3 1 4-16,-4 0 20 15,-2 0 11-15,-2 0 26 16,0 2 32-16,0 1 7 16,0 5-10-16,-5 0-12 15,-2 2 7-15,-6 1-52 16,3 0-22-16,-2 0-17 15,-3 10-1-15,2 7-5 16,0 0 1-16,4 4 5 16,4-1 5-16,5 1-4 0,0-1-7 15,0-3 1-15,12-3-2 16,3-1 1-16,3-6 0 16,3-2 5-16,-1-5-5 15,1 0 0-15,3-3 5 16,-3-9-5-16,-1-2 0 15,-1-1 7-15,-3 0-6 16,-5 0 4-16,-2 6 4 16,-3 0 13-16,-2 6 15 15,-4 1-1-15,1 2-13 0,-1 0-12 16,4 5-11 0,-1 9 5-16,4 6 8 0,1 2-5 15,0 6 1-15,-1-3-3 16,-1-1-6-16,-2 0 1 15,-1-5-1-15,0-4-1 16,-3-3-26-16,0-7-147 16,0-5-169-16,0 0-179 0</inkml:trace>
  <inkml:trace contextRef="#ctx0" brushRef="#br0" timeOffset="844.4194">21361 5208 1099 0,'0'0'254'0,"0"0"-121"15,0 0-91-15,0 0-30 16,0 0-11-16,0 0-1 16,8 72-20-16,4-47-228 15,-3-1-457-15</inkml:trace>
  <inkml:trace contextRef="#ctx0" brushRef="#br0" timeOffset="1945.9885">21639 5334 730 0,'0'0'630'0,"0"0"-451"0,0 0 4 16,0 0-29-16,0 0-25 15,0 0-72-15,0 0-38 16,-54-17-10-16,39 25-2 16,0 2 2-16,0 1-3 15,5-1-5-15,0 0 1 16,4-3-1-16,4-2 0 16,2-1-1-16,0-3 0 15,0-1 0-15,0 0 0 16,0 0 1-16,1 0 7 15,7-5 2-15,1-1-9 16,-2 0 8-16,-1-1 3 16,-3 4 0-16,0 2-2 15,-1 1-5-15,2 0-5 0,0 11 0 16,2 9 0-16,2 6 7 16,-2 7 0-16,3 4 1 15,-3 2-2-15,0-1-5 16,0-1 12-16,-1-4-4 15,-1-5 0-15,-4-5 0 16,0-6-3-16,0-5-5 16,0-5 0-16,0-6 1 15,-8-1 10-15,2 0 41 16,-1-8-1-16,-2-9-18 16,5-4-7-16,2-4-10 15,2 2-16-15,0 0-1 0,15 1-6 16,3 3-5-1,4 2 2-15,4 0-25 0,2 3-1 16,-1-1-12-16,3 1 13 16,-1-3 10-16,-2 2 5 15,-6-2 19-15,-1 0 0 16,-7 0 1-16,-4 3 7 16,-3 2 6-16,-3 5 36 15,-3 2 40-15,0 3-11 16,0 2-25-16,0 0-30 15,0 7-24-15,0 12-1 16,-2 5 1-16,-1 8 0 16,1 2 1-16,2 2 0 0,0 0 1 15,0-4 4-15,7-4-5 16,2-6-1-16,3-5 0 16,-3-6-1-16,0-8-6 15,1-3-5-15,0 0 12 16,1-14-1-16,1-5 0 15,-2-1 1-15,-1-1 1 16,0 2-1-16,-3 3 0 16,-1 3 0-16,-3 6 0 15,0 4 0-15,0 3 0 16,-1 0-6-16,2 0-12 16,3 6 9-16,3 7 9 15,2-1-1-15,2 0 1 0,-1-1 0 16,-1-4-1-1,2-3-4-15,-6-2-3 0,1-2-2 16,-1 0 9-16,-1-9 1 16,-2-6 6-16,2-2-4 15,-1-3 8-15,-1-1-4 16,1 0 18-16,-2 5 17 16,-3 5 5-16,1 4 11 15,-1 5-18-15,0 2-24 16,2 0-15-16,-2 14-12 15,6 10 12-15,1 2 2 16,1 5-1-16,1 0 1 16,1 0-2-16,-2-3 0 15,-1-3-51-15,-3-3-108 0,-4-3-124 16,0-7-277-16,0-7-342 16</inkml:trace>
  <inkml:trace contextRef="#ctx0" brushRef="#br0" timeOffset="2396.1735">22086 5517 751 0,'0'0'213'0,"0"0"-160"16,0 0-31-16,0 0 18 15,0 0-18-15,85 0-9 16,-49 0-13-16,0 0-1 0,-2-4-119 15,-2-6-62 1,-7 1 33-16,-6-4 25 0,-7 2 124 16,-6-1 89-16,-2 4 138 15,-4 2 58-15,0 3-23 16,0 1-30-16,0 2-103 16,-4 0-65-16,-3 3-29 15,-2 8 5-15,-1 3 20 16,2 3-23-16,5-2 5 15,1-1-10-15,2 1 5 16,0-1-9-16,0-2-6 16,9 2-4-16,3-1-5 15,0 1-4-15,1-2-8 0,-3 1 1 16,0-1-1-16,-3-1 1 16,-4-1 4-16,-3-2-6 15,0-1 2-15,-1-1 9 16,-13 0-9-16,-5-1-1 15,-5 0-1-15,-8-4-64 16,6-1-181-16,5 0-315 0</inkml:trace>
  <inkml:trace contextRef="#ctx0" brushRef="#br0" timeOffset="3221.9454">23010 5445 978 0,'0'0'239'16,"0"0"38"-16,0 0-84 15,0 0-60-15,0 0-48 16,0 0-53-16,0 0-13 16,-63 8 3-16,46 6-2 15,1 0-6-15,6 0-6 16,0 0-8-16,6 0 0 0,4-2-6 16,0-2-11-16,0-4-41 15,14-3-11-15,1-3 18 16,4 0-57-16,0-4-91 15,-2-9 64-15,2-3 42 16,-4-1 93-16,1-1 17 16,-2-1 60-16,-1 2 29 15,-2 3 48-15,-4 3-25 16,0 3 8-16,-4 3-2 16,-1 2-35-16,-2 3-41 15,3 0-33-15,0 8-14 16,-1 11 7-16,1 6 30 15,-3 6 12-15,1 7-3 0,1 3 32 16,-1 5-9 0,2-2-37-16,1-3-15 0,1-5-16 15,-2-3-7-15,3-5-4 16,-3-11-1-16,0-5 0 16,-2-4 6-16,1-6-1 15,1-2 3-15,3 0 6 16,-2-10-1-16,2-9-8 15,0-5-5-15,-3-3 6 16,-1-1-5-16,-2 0-1 16,0 4 7-16,-8 3-7 15,-5 5 0-15,-4 4-1 16,-2 3 0-16,-1 2 0 16,3 4 0-16,2 3 0 15,3 0 0-15,6 0-1 0,4 0 0 16,2 0-8-16,0 0-6 15,0 0 1-15,0 0 13 16,9 0 0-16,9 0 1 16,4 0 2-16,5 0 4 15,3 0-5-15,0 0-1 16,-4 0 0-16,-4-1-1 16,-3-2-17-16,-4 3-101 15,-5-2-161-15,-5 2-364 0</inkml:trace>
  <inkml:trace contextRef="#ctx0" brushRef="#br0" timeOffset="17152.9226">5510 10411 137 0,'0'0'628'0,"0"0"-543"15,85-1-59-15,-35-8-7 16,6-3 83-16,4 1-6 16,-2-3-34-16,-1 2 19 15,-9-1-24-15,-5 2-21 16,-9 2-19-16,-1 1-15 15,-6 5 3-15,-7 0-5 16,-7 3-18-16,-3 0-179 16,-10 9-207-16</inkml:trace>
  <inkml:trace contextRef="#ctx0" brushRef="#br0" timeOffset="17623.4775">5350 11210 755 0,'0'0'374'0,"0"0"-255"16,0 0-86-16,0 0-8 15,0 0 47-15,96-46 56 16,-51 18 9-16,6-4-35 16,11-5-9-16,1 0-21 0,-2 2-6 15,0 4-28 1,-9 6-13-16,-10 4-14 0,-9 6-5 16,-12 5-4-16,-8 5-2 15,-7 2-8-15,-6 3-83 16,-3 0-108-16,-15 0-117 15,-7 0-499-15</inkml:trace>
  <inkml:trace contextRef="#ctx0" brushRef="#br0" timeOffset="17864.993">5659 10794 606 0,'0'0'771'0,"0"0"-771"15,0 0-108-15,0 0 66 16,0 0 34-16,0 0 7 16,99 25 0-16,-75-10-1 15,1 2-27-15,-4 12-180 16,-3-3-14-16,-11-2-5 0</inkml:trace>
  <inkml:trace contextRef="#ctx0" brushRef="#br0" timeOffset="39360.5649">18305 4676 1542 0,'0'0'392'0,"0"0"-121"16,0 0-43-16,0 0-80 0,0 0-39 15,0 0-49-15,60-80-32 16,-33 66-13-16,1 2-15 16,0-2 0-16,1 4-16 15,6 0-105-15,-6 3-229 16,-9 3-409-16</inkml:trace>
  <inkml:trace contextRef="#ctx0" brushRef="#br0" timeOffset="39514.3932">18362 4754 1311 0,'0'0'297'0,"0"0"-74"15,0 0-126-15,0 0-11 16,0 0-17-16,113-59-47 15,-47 10-22-15,-11 7-248 16,-9 0-591-16</inkml:trace>
  <inkml:trace contextRef="#ctx0" brushRef="#br0" timeOffset="39740.2272">18657 4227 1572 0,'0'0'339'0,"0"0"-131"16,0 0-112-16,0 0-57 0,82-9-3 16,-33 9-9-1,7 12 1-15,0 8 10 0,-5 10 8 16,-12 6-10-16,-17 11-18 16,-22 19-8-16,-31 22 2 15,-57 22-6-15,-29 6-6 16,15-25-111-16,15-26-505 0</inkml:trace>
  <inkml:trace contextRef="#ctx0" brushRef="#br0" timeOffset="40518.8547">20529 3635 130 0,'0'0'1130'0,"0"0"-812"15,0 0-5-15,0 0-99 16,0 0-26-16,0 0-64 16,0 0-72-16,-3 0-28 15,3 0-6-15,0 0-6 16,4 3 0-16,13 0 6 0,10-2 11 16,7 2-6-16,3-3 5 15,-1 0-10-15,1 0-12 16,-4 0-6-16,-4 0 0 15,-4 0 0-15,-3-4-231 16,-5-5-375-16,-8-2-601 0</inkml:trace>
  <inkml:trace contextRef="#ctx0" brushRef="#br0" timeOffset="40844.68">20739 3483 1642 0,'0'0'341'0,"0"0"-38"0,0 0-127 15,0 0-109-15,0 0-40 16,0 0-26-16,0 0 0 16,-10-2-1-16,10 2-14 15,10 0 2-15,5 3 12 16,9 4 15-16,4 2 12 15,4 0-9-15,-1-1 4 16,-1 2-1-16,-7 0-12 16,-4-1-3-16,-8 1-5 15,-8 0 11-15,-3 4-6 0,-3 4-6 16,-19 5 0-16,-11 5 1 16,-34 19-1-16,7-8-101 15,2-6-406-15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05-24T09:27:44.3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6691 7221 1151 0,'0'0'316'0,"0"0"-79"15,0 0 39-15,0 0-48 16,0 0-19-16,-32-72-47 16,18 63-61-16,-1 1-10 0,-1 3-25 15,-2 0 4 1,-2 3-9-16,0-1-5 0,8 3 6 15,3 0-27-15,3 0-20 16,2 0-6-16,-1 5-9 16,1 12 1-16,-1 7-1 15,2 6 1-15,0 10 0 16,-2 5-1-16,0 5 6 16,-3 8 3-16,-3 10 5 15,-3 17 10-15,-3 16 9 16,0 0-5-16,3-15-4 15,5-24 0-15,6-18-9 16,2-5 4-16,-1 4-19 16,2 3-1-16,0-3 0 15,0-7 1-15,5-13-1 0,6-10-11 16,6-13-114-16,37-27-198 16,-2-15-156-16,1-8-327 0</inkml:trace>
  <inkml:trace contextRef="#ctx0" brushRef="#br0" timeOffset="516.5228">7176 7195 743 0,'0'0'959'15,"0"0"-716"-15,0 0 1 16,0 0-32-16,0 0-42 15,0 0-62-15,0 0-22 16,-28-21-22-16,28 21-26 16,4 0-19-16,7 0 6 15,2 3 44-15,1 10 7 0,-1 7-19 16,4 8-21-16,-4 5-1 16,-3 7 5-16,-2 3 17 15,-2 3 10-15,-4 3-14 16,-2 2 8-16,0-1-16 15,0 3-6-15,0-2-9 16,0-1 3-16,0-2-1 16,0-3-5-16,0-6-9 15,0-5-8-15,0-4-4 16,0-7-5-16,0-3-1 16,0-6 0-16,-2-2-5 15,-12 8-85-15,4-6-204 0,-12 1-642 16</inkml:trace>
  <inkml:trace contextRef="#ctx0" brushRef="#br0" timeOffset="1283.777">6451 8811 1159 0,'0'0'317'0,"0"0"-71"15,0 0 8-15,0 0-8 16,0 0-18-16,0 0-57 15,0 0-45-15,-10-61-14 16,0 60-5-16,-4 1-17 16,-4 0-41-16,-1 0-10 15,-6 9-1-15,5 3-2 0,2 3-3 16,5 4-12 0,4 5-9-16,4 6-6 0,4 9 3 15,1 6 9-15,0 5 2 16,0 3 13-16,4 3-4 15,2 3-8-15,-1-1 0 16,-2 5-3-16,-2-1 0 16,-1 0-5-16,2-5-2 15,-2-4-10-15,0-4 5 16,1-6-4-16,1-7-2 16,-1-3 6-16,3-8-6 15,3-7-17-15,8-9-94 16,32-21-210-16,-2-14-249 15,6-11-560-15</inkml:trace>
  <inkml:trace contextRef="#ctx0" brushRef="#br0" timeOffset="1791.4418">7018 8889 1215 0,'0'0'216'0,"0"0"-133"16,0 0 66-16,0 0 83 16,0 0-3-16,0 0-37 15,0 0 11-15,0-65-17 0,0 59-8 16,0-1 4-16,6 3-52 15,3-2-50-15,4 2-35 16,4 1-20-16,4 3-13 16,2 0-2-16,0 14-2 15,4 6 5-15,-2 9 8 16,-1 7 12-16,-2 3-4 16,-5 3 8-16,-3 3 2 15,-4 1 8-15,-4 0-5 16,-3 0-6-16,-3 1-3 15,0-2 1-15,0-4 8 16,0-1-10-16,-2-6-13 16,-2-4-8-16,1-8-2 0,0-3-3 15,1-7-5-15,2-3 0 16,0-7 0-16,-1 0 7 16,-1-2-7-16,-5 0 0 15,-5 0-1-15,-10 0-58 16,-10 0-69-16,-33 22-86 15,5 2-382-15,-3 2-561 0</inkml:trace>
  <inkml:trace contextRef="#ctx0" brushRef="#br0" timeOffset="2956.6691">6853 10464 920 0,'0'0'555'0,"0"0"-395"15,0 0 9 1,0 0-9-16,0 0-2 0,0 0-22 16,-97-22-40-16,73 20 6 15,3 2-11-15,1 0-8 16,4 0-2-16,6-1-18 16,4 1-7-16,3 0-21 15,3 0-16-15,0 0-9 16,0 0-9-16,0 8-1 15,0 17 0-15,0 8 0 16,0 11 6-16,0 8 10 16,0 7 29-16,0 11 27 0,0 19 13 15,0 18-7-15,0 9-13 16,-5-10-16-16,-4-8-7 16,2-16-8-16,-2-5-11 15,7-10-16-15,-1-16-5 16,3-9-1-16,0-11 0 15,0 2 0-15,8-5-1 16,14-4 0-16,12-16-66 16,58-30-205-16,-3-17-233 15,2-13-565-15</inkml:trace>
  <inkml:trace contextRef="#ctx0" brushRef="#br0" timeOffset="3616.1551">7797 10582 1279 0,'0'0'406'0,"0"0"-147"0,0 0-18 15,0 0-46-15,0 0-30 16,0 0-68-16,0 0-51 16,1-50-22-16,16 43-15 15,3 1-8-15,2 1 7 16,0-1-7-16,0 3 0 16,-4 1 8-16,-3 1 5 15,-6 1 2-15,-1 0 20 16,0 2 4-16,-3 16-14 15,1 8 14-15,0 11 57 16,-2 9 68-16,3 7-45 16,-5 1-29-16,3 4-9 0,-4-1-8 15,1 0-14-15,-2-2-3 16,0-2-9-16,0-4-11 16,0-2-4-16,0-5-7 15,0-5-7-15,-2-4-4 16,-4-4-6-16,4-7-8 15,-5-1 5-15,0-4-5 16,-2-2 0-16,-7-3 0 16,-4 0 1-16,-5-2-1 15,-7-1-1-15,-4 3-50 0,-10 1-76 16,-34 20-123-16,8-3-408 16,2-2-860-16</inkml:trace>
  <inkml:trace contextRef="#ctx0" brushRef="#br0" timeOffset="4458.0656">6599 12285 595 0,'0'0'791'0,"0"0"-525"16,0 0-22-16,0 0 28 16,0 0-46-16,0 0-40 0,0 0-66 15,-25-24-33-15,7 24-50 16,-5 0-19-16,-2 0-1 16,3 4 11-16,1 0 9 15,7 0-11-15,5-1-14 16,5 0-6-16,0-2-5 15,4 1 4-15,0 2-5 16,0 3-1-16,0 2 1 16,7 4 0-16,-2 4 0 15,3 4 1-15,-2 2-1 16,-1 9 1-16,1 4 0 0,-5 7 23 16,-1 5 24-1,0 5 9-15,0 2-8 0,0 2-16 16,2-2-10-1,4-2-13-15,7-6-8 0,10-5-1 16,7-6-1-16,17-11 0 16,56-15-127-16,-6-9-196 15,6-2-460-15</inkml:trace>
  <inkml:trace contextRef="#ctx0" brushRef="#br0" timeOffset="4938.7546">7967 12247 538 0,'0'0'769'0,"0"0"-539"15,0 0-17-15,0 0 13 16,0 0 16-16,0 0-66 16,0 0-39-16,4-62-32 15,-4 59-5-15,0 3-13 16,0 0-27-16,0 0-22 16,0 0-15-16,2 2-13 0,1 10-2 15,2 6 16 1,3 8 31-16,0 5 27 15,-2 3-2-15,-2 2-2 0,0 3-17 16,1-3-18-16,-2 1-8 16,0-1-17-16,0-4 7 15,0-3-13-15,0 0 0 16,0-3-4-16,0-2-1 16,-1-2-1-16,0-5-5 15,0-3 0-15,-2-3 0 16,0 0 1-16,-3 0-1 15,-17 3 7-15,-13 3-8 16,-50 17-63-16,6-5-212 16,-7 0-556-16</inkml:trace>
  <inkml:trace contextRef="#ctx0" brushRef="#br0" timeOffset="6162.6526">7055 13855 785 0,'0'0'637'0,"0"0"-418"16,0 0 72-16,0 0-62 16,0 0-72-16,0 0-69 15,0 0-53-15,-83 66-9 16,58-16 29-16,5 7 24 16,7 1-28-16,11-4-26 15,4-2-19-15,29-8-5 0,31-3-1 16,58-17-5-1,-10-11-187-15,-2-13-538 0</inkml:trace>
  <inkml:trace contextRef="#ctx0" brushRef="#br0" timeOffset="6450.5869">8150 13764 1433 0,'0'0'402'0,"0"0"-187"16,0 0-66-16,0 0-10 16,0 0 17-16,94 39-55 15,-65-8-14-15,0 6-14 16,-3 3-30-16,-7 2-19 15,-7 3-14-15,-12 14-4 16,-12 21-6-16,-40 15-23 16,-2-13-278-16,-2-19-876 0</inkml:trace>
  <inkml:trace contextRef="#ctx0" brushRef="#br0" timeOffset="7018.59">6997 14912 1420 0,'0'0'260'15,"0"0"-121"-15,0 0 51 0,0 0 78 16,0 0-38-1,0 0-120-15,0 0-56 0,-43 55 4 16,19 5 22-16,-3 4 29 16,1-4-5-16,8 5-13 15,6-5-43-15,12-3-21 16,6-7-14-16,25-7-7 16,29-5-6-16,32-18-19 15,29-20-199-15,-15-6-259 16,-20-24-587-16</inkml:trace>
  <inkml:trace contextRef="#ctx0" brushRef="#br0" timeOffset="7462.6818">8477 14834 1640 0,'0'0'334'0,"0"0"-170"16,0 0-22-16,0 0-15 16,0 0 53-16,89-10-48 15,-51 29-32-15,7 13 5 16,-2 6-35-16,-9 7-28 15,-9 2-12-15,-14 2-15 16,-11 4-6-16,-15 5-8 16,-33 14-1-16,-41 23-104 15,5-15-190-15,-1-11-611 0</inkml:trace>
  <inkml:trace contextRef="#ctx0" brushRef="#br0" timeOffset="11051.7604">9992 8065 1558 0,'0'0'487'0,"0"0"-393"16,0 0-32-16,0 0-11 15,0 0 4-15,0 0 13 16,0 0-4-16,98 0-25 16,-49-1-21-16,9 0 5 0,2-1 10 15,-1 2 15-15,2-3-11 16,-3 2-24-16,-2 0-12 16,-5-1-1-16,-8-1 1 15,-12 2-1-15,-9 0 0 16,-11 1-1-16,-8 0-26 15,-6 0-12-15,-15 0-105 16,-8 2-528-16</inkml:trace>
  <inkml:trace contextRef="#ctx0" brushRef="#br0" timeOffset="11266.3298">10094 8199 1438 0,'0'0'549'0,"0"0"-312"15,0 0-141-15,0 0-44 16,0 0-9-16,0 0 16 16,0 0 19-16,55-2-16 15,-15-5-32-15,11-1-23 16,-1-1 7-16,6 4-14 16,-1 2-15-16,25 3-11 15,-14 5-165-15,-9 7-1244 0</inkml:trace>
  <inkml:trace contextRef="#ctx0" brushRef="#br0" timeOffset="11885.8742">10802 9561 1413 0,'0'0'390'0,"0"0"-39"0,0 0-67 16,0 0-93-16,0 0-24 16,0 0-28-16,0 0-4 15,30 6-11-15,10 5-47 16,11 1-22-16,24-4-13 15,17 1-11-15,19-4-4 16,-7 0-12-16,-21-3-4 16,-25 0-1-16,-19 1-9 15,-3-3 4-15,-2 0-5 16,-5 2 0-16,-14-1-12 16,-12 1-105-16,-10 3-199 15,-15-2-224-15,-6 1-369 0</inkml:trace>
  <inkml:trace contextRef="#ctx0" brushRef="#br0" timeOffset="12138.4113">10978 9738 1906 0,'0'0'575'0,"0"0"-323"15,0 0-100-15,0 0 57 16,0 0-63-16,0 0-33 15,95 11-36-15,-38-5-41 16,6-1-12-16,4 0 3 16,3-1-6-16,0-1-12 15,-2-1-8-15,-3 0 8 16,-5-1-9-16,-8 1-1 16,-7 1 1-16,-11 4-36 0,-10 12-190 15,-8 1-433-15,-11-1-704 16</inkml:trace>
  <inkml:trace contextRef="#ctx0" brushRef="#br0" timeOffset="12733.5355">10831 11356 1122 0,'0'0'513'0,"0"0"-244"15,0 0 1-15,0 0 10 16,0 0-64-16,0 0-33 16,0 0-27-16,0-21-43 15,28 21 3-15,11 0-12 16,12 0-44-16,2 0-34 15,5 3-13-15,2 0-1 16,0-2-3-16,-2 4-3 16,-7-2-5-16,-5 1-1 0,-12 1 0 15,-9 0-114-15,-19 2-241 16,-6 0-325-16,0-4-423 0</inkml:trace>
  <inkml:trace contextRef="#ctx0" brushRef="#br0" timeOffset="12937.6381">10880 11555 1731 0,'0'0'310'0,"0"0"-99"16,0 0-76-16,0 0 91 16,155 2-25-16,-43-2-70 15,-6 0-53-15,-15-6-41 0,-30 2-20 16,-22 0-11-1,1 0-6-15,-6-2-5 0,-13-13-194 16,-14 2-363-16,-7-4-741 0</inkml:trace>
  <inkml:trace contextRef="#ctx0" brushRef="#br0" timeOffset="13775.6819">9463 11196 1227 0,'0'0'270'16,"0"0"-42"-16,0 0 5 15,0 0-17-15,0 0-57 0,0 0-22 16,0 0 13-16,-28-60-58 16,20 43 2-16,-3-1-19 15,-5 0-5-15,-2-1 2 16,-7-2-21-16,-7-1-11 15,-7 0-20-15,-8 1-2 16,-6 1 1-16,-7 2 4 16,-15 3-5-16,4 1-5 15,-6 5-1-15,-1 1-4 16,8 6-8-16,-7-2 9 16,7 1-3-16,6 1 0 15,9 1 4-15,7-1-1 0,8-1 3 16,10-1 2-1,10 0 8-15,7 2 3 0,7-1 1 16,3-1-8-16,3 0-6 16,0 1-5-16,0 1-1 15,0 0-4-15,0 0-1 16,0 1 8-16,0-1-9 16,2 1-18-16,10 0-58 15,7 1-86-15,15 0-124 16,-4 0-183-16,-3 0-214 0</inkml:trace>
  <inkml:trace contextRef="#ctx0" brushRef="#br0" timeOffset="14157.8888">8508 10610 423 0,'0'0'1174'16,"0"0"-926"-16,0 0 20 16,0 0-95-16,0 0-37 15,0 0-29-15,0 0-52 16,-21-3-28-16,8 25 18 16,-6 9 37-16,-7 3 21 15,-7 7-8-15,-1-1-6 0,0 1-15 16,4-4-8-1,5 1-13-15,11-4-25 0,5-4-8 16,9-6-8-16,0 0-3 16,10 0 3-16,12-4-3 15,8-3 0-15,11 0-2 16,7-5-5-16,6-1 5 16,7-8-1-16,3 0-6 15,5-3-1-15,-1 0-112 16,5 0-158-16,-15 0-274 15,-19-3-455-15</inkml:trace>
  <inkml:trace contextRef="#ctx0" brushRef="#br0" timeOffset="14368.6771">8857 11249 2282 0,'0'0'271'16,"0"0"-165"-16,0 0-66 16,0 0 66-16,0 0 0 15,0 0-78-15,0 0-28 16,17-1-106-16,-7 8-219 16,2 1-543-16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05-24T09:28:06.9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6249 17258 1528 0,'0'0'347'0,"0"0"-177"0,0 0-17 16,0 0-12-16,0 0-36 15,0 0-60-15,-14 11-31 16,22 17 13-16,6 6 13 15,3 1-2-15,4-2-9 16,2-5-11-16,3-6-9 16,-2-5-7-16,3-10 8 15,-2-4-1-15,-4-3-7 16,-3-6 15-16,-3-13-3 16,-5-9-5-16,-2-1 6 15,-5-2-3-15,2 1 25 16,-5 8 11-16,0 8 19 0,0 5 45 15,0 9-21-15,0 0-56 16,2 11-19-16,4 20-14 16,5 9 8-16,2 13 13 15,1 2 5-15,0 6-5 16,2-4 4-16,-1 5 0 16,-1 0-9-16,-3-2-8 15,-3-7-10-15,-3-6 0 16,-4-11-1-16,-1-7 1 15,0-15 1-15,0-8-1 16,-14-6 0-16,-2-7-10 0,-6-16-62 16,-5-13-133-1,-8-34-54-15,5 5-275 0,4 5-298 0</inkml:trace>
  <inkml:trace contextRef="#ctx0" brushRef="#br0" timeOffset="391.6459">6538 16713 760 0,'0'0'1318'16,"0"0"-1099"-16,0 0-161 0,0 0-33 15,0 0 68 1,-92 49-7-16,66-22-47 0,1 2-11 15,1-5-1-15,7-4-7 16,4-7 2-16,7-5-15 16,3-8 8-16,3 0 6 15,0-12 76-15,5-17 38 16,11-7-93-16,5-7-23 16,7 3-1-16,2 7 36 15,0 9-41-15,0 12-13 16,0 12-1-16,-1 0-9 15,3 22 1-15,-1 11 9 16,-1 7 20-16,-2 7 1 0,1 6-15 16,-3 3-5-1,10 12-1-15,18 16 0 0,32 7-9 16,-9-17-251-16,0-23-666 16</inkml:trace>
  <inkml:trace contextRef="#ctx0" brushRef="#br0" timeOffset="947.6929">7394 17604 1637 0,'0'0'383'0,"0"0"-168"16,0 0-45-16,0 0-1 16,0 0-75-16,0 0-63 15,35-31-31-15,-7 28 0 16,3-2-22-16,8 2-161 15,-7 3-146-15,-6 0-321 0</inkml:trace>
  <inkml:trace contextRef="#ctx0" brushRef="#br0" timeOffset="1112.3716">7459 17681 1458 0,'0'0'392'0,"0"0"-172"16,0 0-111-16,0 0-25 15,0 0-49-15,0 0-20 16,0 0-15-16,139-23-27 16,-30 1-210-16,-12 2-77 15,-3 3-529-15</inkml:trace>
  <inkml:trace contextRef="#ctx0" brushRef="#br0" timeOffset="1547.9771">8417 17411 1793 0,'0'0'349'16,"0"0"-160"-16,-95-11 32 15,52 11-53-15,-1 13-24 16,1 8-58-16,1 6 20 16,4 5-25-16,6 4-31 15,7 0-16-15,7 0-16 16,9-6 2-16,9-1-14 15,0-5 4-15,15-10-8 16,12-6 5-16,6-8 2 0,5-2 3 16,3-21-12-16,-4-7 0 15,-1-6 0-15,-6-1-1 16,-8-1-8-16,-6 4 9 16,-7 7 0-16,-4 7 0 15,-4 8 1-15,-1 5 8 16,0 4 10-16,0 3-7 15,0 0-4-15,0 17-7 16,5 7-1-16,3 7 1 16,0 1-1-16,1 0 1 15,3 1 0-15,0-3 0 0,-1-5 0 16,3-2-1 0,-2-9 0-16,1-7-55 0,13-13-255 15,-4-16-281-15,1-7-329 0</inkml:trace>
  <inkml:trace contextRef="#ctx0" brushRef="#br0" timeOffset="1900.779">8690 16824 1809 0,'0'0'350'16,"0"0"-186"-16,0 0-4 15,-109-16 26-15,72 16-55 16,-3 14-71-16,1 5-18 15,3-3-5-15,8-2-8 16,10-4 4-16,6-3-8 0,9-3-7 16,3 1-8-1,0 5-9-15,5 5 11 0,11 7 26 16,-2 7 25-16,8 7-12 16,0 7-6-16,-1 3-6 15,3 5 5-15,-2 1-14 16,2-4-3-16,-4 0-6 15,0-7-9-15,-2-5-3 16,-3-4-8-16,0-5 5 16,-3-11-5-16,-1-1-1 15,0-9 0-15,1-6-12 16,6 0-72-16,18-36-188 0,0-1-266 16,-3-7-479-16</inkml:trace>
  <inkml:trace contextRef="#ctx0" brushRef="#br0" timeOffset="2230.549">8935 16900 1783 0,'0'0'371'0,"0"0"-136"16,0 0-156-16,0 0 20 16,0 0 1-16,-63 81-30 15,38-40-7-15,-4 2-17 16,-2 4-19-16,1-7-12 15,2-4-8-15,6-9-1 16,7-10-5-16,7-11 0 16,4-6 53-16,4-7 88 0,5-12-82 15,11-2-41-15,3 3-13 16,2 5-5-16,2 5 5 16,3 5-4-16,-1 3 4 15,1 0-6-15,-3 3 2 16,6 4-2-16,-3 0 2 15,-3-2-2-15,0 0-6 16,-4-3-103-16,10-2-157 16,-6-7-227-16,-3-7-357 0</inkml:trace>
  <inkml:trace contextRef="#ctx0" brushRef="#br0" timeOffset="2569.4949">9002 16861 1687 0,'0'0'327'0,"0"0"-96"0,0 0-20 16,0 0-35-16,0 0-49 15,0 0-78-15,0 0-25 16,31-29 12-16,-13 29 20 16,-3 0 16-16,1 0 9 15,-2 6-15-15,2 8-20 16,-2 5-11-16,-1 4-7 15,-1 5 5-15,-3 4 3 16,1 4-8-16,-4 5-1 16,0 1-6-16,-3 1-3 15,0 1-16-15,-1-3 10 16,-2-3-11-16,0-4 3 0,0-5-3 16,0-3-1-16,-8-7 1 15,-2-5-1-15,-6-6-73 16,-8-8-149-16,1-2-96 15,2-12-465-15</inkml:trace>
  <inkml:trace contextRef="#ctx0" brushRef="#br0" timeOffset="3035.5979">8771 16903 728 0,'0'0'285'0,"0"0"-23"0,0 0-30 16,0 0-40-16,0 0 10 16,0 0-68-16,0 0 40 15,-8-20-24-15,8 20-15 16,0 0-45-16,6 0-47 15,9 0-5-15,3 0 20 16,3 5-4-16,-2 10-10 16,-1 4-3-16,-1 5-20 15,-7 0-13-15,-1 8-6 16,-5 2-1-16,-1 4-1 16,-1 23-71-16,1-9-296 15,-3-7-822-15</inkml:trace>
  <inkml:trace contextRef="#ctx0" brushRef="#br0" timeOffset="3952.815">12047 17955 924 0,'0'0'504'16,"0"0"-210"-16,0 0 49 16,0 0-2-16,0 0-76 15,0 0-85-15,-13-24-11 16,12 24-27-16,-1 0-40 15,2 0-15-15,0 0-33 16,18 4-2-16,8 6 14 16,6 0-19-16,5-3-17 0,1-2-12 15,-2-2-11-15,3-3 4 16,-2 0-10-16,-2-5 0 16,-2-4 0-16,-3-2-1 15,-7 2-9-15,-5 1-87 16,-8 2-140-16,-10 3-145 15,0 0-342-15,-10 3-584 0</inkml:trace>
  <inkml:trace contextRef="#ctx0" brushRef="#br0" timeOffset="14912.9966">19792 17103 573 0,'0'0'348'0,"0"0"-110"16,0 0 7-16,0 0 10 16,0 0 6-16,-3-50-85 15,-1 50-31-15,-2 0-67 16,-6 9-38-16,-5 11-9 0,-2 4 15 16,-1 3 22-16,1 0-16 15,3-3-22-15,1-3-9 16,6-4-10-16,1-5-4 15,3-5-7-15,3 0 2 16,2-7-1-16,0 0 10 16,0 0-5-16,2-9 4 15,12-11-4-15,6-4-5 16,2-6-1-16,4 0 0 16,-3 7 6-16,0 4-6 15,-5 8 0-15,-1 6 0 16,-2 5-1-16,2 0-1 15,-4 10-7-15,1 6 8 16,-2 4 0-16,-3-1 0 0,-1-1 0 16,0 1 0-16,-3-3 0 15,-1 1-19-15,1-7-91 16,-4 2-27-16,2-5-50 16,-3 0-123-16,0-3-177 15,0-2-266-15</inkml:trace>
  <inkml:trace contextRef="#ctx0" brushRef="#br0" timeOffset="15483.2954">19893 17120 1311 0,'0'0'332'16,"0"0"-166"-16,0 0 52 15,0 0 0-15,0 0-79 16,0 0-69-16,-89-30-42 16,71 43 11-16,5 0 7 15,-1 3-3-15,5-3-3 0,5-2-13 16,4-2-6-16,0-5-12 16,0 3-8-16,10-3 0 15,8-4 0-15,6 0 0 16,-1 0 5-16,0-4-5 15,-3-6 1-15,-7 1-1 16,-3 4 7-16,-7-2 7 16,-1 4 44-16,-2 3 24 15,0 0-13-15,0 0-10 16,0 0-22-16,-9 0-23 16,2 0-7-16,-1 0-8 0,1 0 1 15,2 0 0 1,1 0 1-16,4 0-1 0,0 0 0 15,0 0-1-15,0-2 0 16,0-1-51-16,0-9-121 16,1-1-212-16,4-5-633 0</inkml:trace>
  <inkml:trace contextRef="#ctx0" brushRef="#br0" timeOffset="17013.9049">21650 13113 905 0,'0'0'348'0,"0"0"-54"16,0 0-58-16,0 0 39 15,-17-80-16-15,5 63-38 16,-3 4-78-16,-2 3-15 16,-2 6-34-16,-7 4-30 0,-4 0-14 15,-2 13-4-15,-6 11 6 16,3 9 4-16,0 9-13 15,7 3-8-15,9 2-10 16,10 1-5-16,9-4-2 16,0-4-11-16,15-7 1 15,9-10 0-15,7-7-8 16,2-9 1-16,4-7 5 16,2-3 2-16,-3-17-7 15,0-8 1-15,-7-6-1 16,-2-7-1-16,-9-5-12 15,-3-4 1-15,-9 1-17 0,-5 5-5 16,-1 3-3-16,-2 13-33 16,-17 11-33-16,0 11-40 15,-5 6-55-15,4 23-120 16,6 7-203-16,8-1-212 0</inkml:trace>
  <inkml:trace contextRef="#ctx0" brushRef="#br0" timeOffset="17165.9697">21874 13174 1242 0,'0'0'489'0,"0"0"-294"15,0 0 6-15,0 0-89 16,0 0-74-16,0 0-38 16,0 0-31-16,60-34-155 0,-39 40-325 15,-2-2-689-15</inkml:trace>
  <inkml:trace contextRef="#ctx0" brushRef="#br0" timeOffset="17532.1551">22207 12901 1392 0,'0'0'269'0,"0"0"-22"16,0 0 34-16,0 0-84 15,0 0-68-15,-81-20-69 16,60 42-1-16,1 3-17 15,1 5-17-15,8-1-5 0,5 0-7 16,4-5-5 0,2-5-2-16,0-6-5 0,12-7 5 15,6-6-5 1,1 0 13-16,7-19-3 0,-1-3-3 16,1-1-7-16,-3-1 5 15,-6 7 8-15,-4 5 26 16,-5 7 27-16,-5 5-10 15,0 2-37-15,0 18-11 16,-2 8 15-16,2 9 10 16,-1 7 0-16,-1 1-8 15,-1 2-14-15,0-3-5 0,0-3-7 16,0-5-5 0,4-11-212-16,0-11-361 0,0-14-767 0</inkml:trace>
  <inkml:trace contextRef="#ctx0" brushRef="#br0" timeOffset="17916.7044">22596 12769 1842 0,'0'0'311'16,"0"0"-114"-16,0 0-77 15,0 0 57-15,-49 93-80 16,35-47-27-16,1 0-10 15,4 4-17-15,3-1-12 16,3-4-8-16,3-6-8 0,0-9-8 16,0-9-5-16,0-11 5 15,9-10 1-15,3-2 14 16,9-18-6-16,3-10-10 16,3-3-5-16,-3 2 8 15,-2 4-3-15,-4 9 11 16,-8 7 13-16,-3 11 0 15,-4 0-19-15,2 8-10 16,-2 15-1-16,2 7 12 16,-2 6 1-16,-2 3-1 15,1-2-3-15,-2 3-3 16,0-4-5-16,0-2 1 16,0-4-2-16,0-9-88 15,-3-6-170-15,-3-11-624 0</inkml:trace>
  <inkml:trace contextRef="#ctx0" brushRef="#br0" timeOffset="18113.0304">22881 13116 1913 0,'0'0'394'0,"0"0"-121"15,0 0-39-15,0 0-92 16,0 0-18-16,0 0-89 15,85-17-23-15,-49 17-12 16,-3 0 0-16,-5 0-75 16,5-6-149-16,-6-3-337 15,-5-2-723-15</inkml:trace>
  <inkml:trace contextRef="#ctx0" brushRef="#br0" timeOffset="18330.547">23460 12732 2096 0,'0'0'499'0,"0"0"-254"15,0 0-124-15,0 0 43 16,-31 90-17-16,23-37-51 0,4 5-12 16,4 2-21-1,0 1-23-15,5 0-22 0,5 0-12 16,-5 2 5-1,-12 23-11-15,-13-14-114 0,-11-13-524 0</inkml:trace>
  <inkml:trace contextRef="#ctx0" brushRef="#br0" timeOffset="18663.2713">21303 14032 2089 0,'0'0'482'0,"0"0"-251"15,0 0 21-15,0 0-55 16,0 0-87-16,0 0-69 16,0 0-20-16,101-62-21 15,-66 57 6-15,-1 4-6 16,-3 1-17-16,-1 0-91 16,10-2-172-16,-5 1-172 15,-7-2-265-15</inkml:trace>
  <inkml:trace contextRef="#ctx0" brushRef="#br0" timeOffset="18863.1665">21379 14073 2293 0,'0'0'311'0,"0"0"-153"0,0 0-61 16,0 0 51-16,0 0-81 15,0 0-48-15,0 0-10 16,116 14-8-16,-22-14-1 16,32 0-71-16,-16-8-157 15,-12-5-410-15</inkml:trace>
  <inkml:trace contextRef="#ctx0" brushRef="#br0" timeOffset="19311.8436">22676 13841 1280 0,'0'0'831'15,"0"0"-722"-15,0 0 57 16,0 0-4-16,0 0-42 15,0 0-53-15,0 0 15 16,-83 83 51-16,61-40-15 0,-1 4-14 16,7 1-10-1,2-1-25-15,9 0-35 0,5-6-7 16,0-6-9-16,7-7-6 16,14-8-3-16,6-9 0 15,6-10-3-15,4-1 5 16,4-17-10-16,-1-13 8 15,-2-10-7-15,-6-8-1 16,-5-6 1-16,-8-4 4 16,-9-3-5-16,-4 8 0 15,-6 5 0-15,0 11-1 0,-4 11-1 16,-11 9 0 0,-4 10-15-16,-5 7-29 0,4 0-64 15,-1 16-119-15,5 19-23 16,7-2-240-16,5-4-293 0</inkml:trace>
  <inkml:trace contextRef="#ctx0" brushRef="#br0" timeOffset="19561.3646">23190 14030 2417 0,'0'0'283'16,"0"0"-53"-16,0 0 2 0,0 0-100 16,0 0-74-16,0 0-36 15,0 0-15-15,-19-48-7 16,19 48-7-16,0 0-23 16,0 0-96-16,0 0-91 15,4 0-34-15,18 0-106 16,-1 0-231-16,2 0-593 0</inkml:trace>
  <inkml:trace contextRef="#ctx0" brushRef="#br0" timeOffset="20258.1961">23612 13869 1461 0,'0'0'289'15,"0"0"-86"-15,0 0 19 16,0 0-24-16,0 0-51 16,-91-15-62-16,62 30-6 15,2 7-11-15,-1 3-14 16,0 5 1-16,3 1 8 16,2 3-8-16,6-2-17 15,6 1-14-15,5-4-4 0,6 0 1 16,0-6-4-1,3-3-2-15,13-2-5 0,6-9 7 16,4-4 1-16,6-2 1 16,5-3-7-16,2-8-3 15,1-9 2-15,-1-5-10 16,-6-6 5-16,-7-1 1 16,-3-3-6-16,-6 1 8 15,-4-2-7-15,-7 2-1 16,-6 3 0-16,0 4 0 15,-3 3-1-15,-10 4-1 16,-7 6-11-16,2 5-2 0,-4 4-14 16,2 2-73-1,2 0-45-15,9 8-74 0,5 6-252 16,4-3-244-16</inkml:trace>
  <inkml:trace contextRef="#ctx0" brushRef="#br0" timeOffset="20730.6691">24124 13808 1788 0,'0'0'259'15,"0"0"-172"1,0 0 37-16,0 0 106 0,-93-32-76 16,66 45-81-16,-3 13-20 15,-1 9 12-15,1 6-4 16,5 2 4-16,5 0-5 16,7-4-4-16,9-1-14 15,4-2-18-15,1-4-4 16,17-4-5-16,6-5-2 15,9-3-1-15,2-6 2 16,6-7-7-16,0-6-1 16,0-1 2-16,-5-3-7 15,-5-14 8-15,-6-2-8 0,-10-1 0 16,-3-2 7 0,-9 1-7-16,-3 4 0 0,0 0-1 15,-18 5 0-15,-3 1-1 16,-6 5-8-16,1 1-5 15,0 3-35-15,7 2-99 16,10 0-53-16,9 10-254 16,3 1-183-16,15-2-785 0</inkml:trace>
  <inkml:trace contextRef="#ctx0" brushRef="#br0" timeOffset="21765.8298">23229 14028 1028 0,'0'0'292'16,"0"0"-54"-16,0 0-44 16,0 0-61-16,0 0-58 15,0 0-27-15,0 0 12 16,-35 6 21-16,24 2 3 0,-2-3-20 15,3-1-8 1,3 1-10-16,1-4-19 0,4-1-4 16,2 0 1-16,0 0 7 15,0 0 13-15,0 0 2 16,0 0-3-16,8 0-25 16,-1 0-12-16,3 0-5 15,-2-1 0-15,-2 1 1 16,-1 0-1-16,-4 0-1 15,-1 0 0-15,0 0 1 16,0 0 0-16,0 0 5 16,0 0-6-16,0-2 0 15,0 1-21-15,-6-5-105 16,-5 1-154-16,1-3-500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05-24T09:28:50.2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14200 17747 1273 0,'0'0'601'16,"0"0"-409"-16,0 0 2 0,0 0-28 16,0 0 14-1,0 0-59-15,-7-7-60 0,7 4-16 16,1 1-17-16,8-3-14 15,6-1-8-15,3-2 0 16,4 1-5-16,1-1 2 16,0 1-2-16,-1-3 1 15,0 3-2-15,-4 1-1 16,-5 2-12-16,-1 2-36 16,-6-2-75-16,-6 4-92 15,0 0-121-15,0 6-167 16,0 4-63-16</inkml:trace>
  <inkml:trace contextRef="#ctx0" brushRef="#br0" timeOffset="220.5158">14203 17861 1618 0,'0'0'580'0,"0"0"-426"0,0 0-25 16,0 0 34-16,0 0-55 15,0 0-71-15,0 0-16 16,21-8-16-16,1-1-5 16,5-2 0-16,0 0 0 15,3-1 0-15,-5-3-39 16,2 0-106-16,6-5-73 16,-6 4-254-16,-5 2-131 0</inkml:trace>
  <inkml:trace contextRef="#ctx0" brushRef="#br0" timeOffset="506.977">14497 17503 1982 0,'0'0'366'15,"0"0"-254"-15,0 0-54 16,0 0 48-16,0 0-32 15,0 0-44-15,83-5-16 16,-53 26-1-16,-2-1-2 16,-5 3-1-16,-6 2 0 15,-5 5 1-15,-11 3-2 0,-1 4 4 16,-6 3 1-16,-15 4-13 16,-9 1 8-16,-8 0-9 15,-6-1-1-15,-23-7-85 16,9-9-191-16,7-14-531 0</inkml:trace>
  <inkml:trace contextRef="#ctx0" brushRef="#br0" timeOffset="1195.8142">14822 16281 1400 0,'0'0'335'0,"0"0"-62"0,0 0-18 16,0 0-33-16,0 0-42 16,0 0-92-16,0 0-52 15,3-21-23-15,14 15-3 16,5-2-10-16,3 2 0 15,0 3 0-15,-1 1-8 16,-4 0-80-16,-1 2-80 16,-5 0-103-16,-4 0-213 15,-7 4-127-15</inkml:trace>
  <inkml:trace contextRef="#ctx0" brushRef="#br0" timeOffset="1363.5059">14792 16370 1092 0,'0'0'400'0,"0"0"-35"16,0 0-82-16,0 0-97 16,0 0-63-16,0 0-56 15,0 0-45-15,45-9-15 16,-9-3-7-16,4-2-1 16,3-1-90-16,14-7-144 15,-9 3-281-15,-11 0-486 0</inkml:trace>
  <inkml:trace contextRef="#ctx0" brushRef="#br0" timeOffset="1634.4176">15141 16017 1194 0,'0'0'661'0,"0"0"-491"16,0 0 7-16,0 0-114 15,0 0 8-15,0 0-25 16,0 0 8-16,96 29 15 16,-73 0-11-16,-5 3 0 15,-7 2 4-15,-6 0-19 16,-5 4-15-16,-6 1-7 16,-18 2-9-16,-10 1-5 0,-9 0-1 15,-12 0-6-15,-36 1-89 16,13-10-296-16,7-13-722 0</inkml:trace>
  <inkml:trace contextRef="#ctx0" brushRef="#br0" timeOffset="2497.1819">14533 13839 386 0,'0'0'191'0,"0"0"370"0,0 0-351 16,0 0 2-16,0 0 44 16,0 0 17-16,-73 0-49 15,70 0-12-15,3 0-49 16,0 0-67-16,0 0-43 15,0 0-19-15,0 0-17 16,10-2-9-16,8-1-6 16,6 1-2-16,7-1 0 15,2 1-49-15,-7 2-92 16,-4 0-95-16,-9 2-127 16,-9 8-39-16,-4 9-123 15,-23 3 116-15,-7-2-259 0,0-1 668 16,9-11 48-16,4-2 343 15,2 0 107-15,-1-1-200 16,3 1-13-16,6-3-21 16,5-1-31-16,2-2-81 15,0 0-57-15,6 0-60 16,15 0-20-16,9-9-7 16,6-4-8-16,6-3 0 15,14-10-157-15,-8 3-203 16,-11 1-441-16</inkml:trace>
  <inkml:trace contextRef="#ctx0" brushRef="#br0" timeOffset="2736.7219">14785 13595 1362 0,'0'0'258'16,"0"0"-169"-16,0 0-32 15,0 0 70-15,85 17 3 16,-61 6 6-16,-4 5 4 16,-4 5-49-16,-8 4 4 15,-8 2-5-15,0 4-30 16,-16-3-26-16,-15 1-17 16,-11-4-9-16,-39 0-8 15,10-10-227-15,-2-12-572 0</inkml:trace>
  <inkml:trace contextRef="#ctx0" brushRef="#br0" timeOffset="3279.9935">14141 11650 1352 0,'0'0'498'16,"0"0"-272"-16,0 0-121 15,0 0-30-15,0 0 3 16,0 0-38-16,0 0-16 16,44-6 3-16,-24 4-15 15,4-3-11-15,1 1 1 16,-3 0-2-16,-4 0-97 15,-3-3-148-15,-6 2-128 16,-7 2-347-16</inkml:trace>
  <inkml:trace contextRef="#ctx0" brushRef="#br0" timeOffset="3442.3046">14144 11699 127 0,'0'0'1120'0,"0"0"-829"15,0 0-28-15,0 0-105 16,0 0-3-16,0 0-60 15,0 0-47-15,0 17-27 16,26-17-3-16,9-1-11 16,8-12-7-16,19-16-59 15,-10 4-199-15,-5 2-221 0</inkml:trace>
  <inkml:trace contextRef="#ctx0" brushRef="#br0" timeOffset="3699.1837">14495 11447 1565 0,'0'0'330'0,"0"0"-57"16,0 0-189-16,0 0-63 16,0 0-15-16,0 0 14 15,0 0 25-15,94 50-8 16,-70-26 4-16,-6 5 2 15,-3 1 3-15,-10 5 3 16,-5 2-5-16,-9 1-9 16,-25 4-14-16,-28 6-10 15,-60 12-11-15,8-9-154 0,-2-9-743 16</inkml:trace>
  <inkml:trace contextRef="#ctx0" brushRef="#br0" timeOffset="4432.3926">14012 9370 914 0,'0'0'762'0,"0"0"-407"16,0 0-128-16,0 0-83 16,0 0 29-16,0 0-64 15,22 3-57-15,-6-6-29 16,6-3-17-16,2-2-6 15,1 5 0-15,-2-1-19 16,-4 2-116-16,-7 2-103 16,-1 0-259-16,-9 0-152 0</inkml:trace>
  <inkml:trace contextRef="#ctx0" brushRef="#br0" timeOffset="4599.9699">13964 9472 1267 0,'0'0'328'0,"0"0"-48"15,0 0-91-15,0 0-27 16,0 0-58-16,0 0-55 16,0 0-28-16,17 17-8 15,17-17-3-15,12-14-10 16,5-3-14-16,27-13-140 16,-16 1-138-16,-10 2-399 0</inkml:trace>
  <inkml:trace contextRef="#ctx0" brushRef="#br0" timeOffset="4855.8876">14362 9111 1252 0,'0'0'486'0,"0"0"-331"15,0 0-88-15,0 0-52 16,0 0 10-16,0 0 67 15,0 0-9-15,83 38-18 16,-65-18-15-16,-6 1 5 16,-8 2 11-16,-4 1-15 15,-7 3-24-15,-19 2-7 16,-11 2-8-16,-10 5-12 16,-25 10-49-16,11-7-300 15,7-8-689-15</inkml:trace>
  <inkml:trace contextRef="#ctx0" brushRef="#br0" timeOffset="5916.7376">15260 9607 573 0,'0'0'939'16,"0"0"-632"-16,0 0-39 15,0 0-54-15,0 0-14 0,0 0-60 16,0 0-71-16,15 0-39 16,0-5-20-16,8 1-2 15,4-1-8-15,-1 2 0 16,3 0 0-16,-7 1-28 15,-1 1-144-15,-3 1-105 16,-8-1-294-16,-7 1-355 0</inkml:trace>
  <inkml:trace contextRef="#ctx0" brushRef="#br0" timeOffset="6116.6722">15253 9673 1483 0,'0'0'606'0,"0"0"-340"16,0 0-15-16,0 0-101 0,0 0-13 16,0 0-57-16,0 0-35 15,0-3-21-15,19-4-14 16,10-2-9-16,10 1-1 16,9-3-48-16,44-5-140 15,-8 2-298-15,-4-1-751 0</inkml:trace>
  <inkml:trace contextRef="#ctx0" brushRef="#br0" timeOffset="7237.6939">15184 11962 548 0,'0'0'1128'0,"0"0"-817"15,0 0-87-15,0 0-31 16,0 0-4-16,0 0-67 15,11 0-55-15,-3-2-23 16,5-3-22-16,3 0-13 16,5-1-3-16,3 2-5 15,1 1-1-15,-1 1 0 0,0 0-1 16,-3-1-32-16,-3 3-89 16,1 0-118-16,-7 0-149 15,-3 0-319-15</inkml:trace>
  <inkml:trace contextRef="#ctx0" brushRef="#br0" timeOffset="7430.3388">15246 12015 1320 0,'0'0'745'16,"0"0"-535"-16,0 0-12 15,0 0-34-15,0 0-27 16,0 0-74-16,0 0-41 0,-3 0-11 15,25 0-11-15,15 0 1 16,29 0-1-16,64-12-116 16,-11 0-182-16,2-3-541 0</inkml:trace>
  <inkml:trace contextRef="#ctx0" brushRef="#br0" timeOffset="12048.411">11011 17558 618 0,'0'0'101'0,"0"0"482"0,0 0-389 16,0 0-9-16,0 0-11 16,0 0-8-16,-31-27-43 15,22 25-23-15,-4-4 14 16,-2 2-15-16,2 0-26 16,-4 1-13-16,2 1-1 15,-5 2-4-15,-5 0-10 16,-2 0-5-16,-3 0 8 15,1 0 6-15,2 0-5 16,6 2-17-16,0 1 2 16,3 2-7-16,4-1-3 0,0 1-14 15,0 2-1-15,0-1-7 16,0 3 5-16,-2 1 1 16,1-1-1-16,0 0-6 15,1 2 8-15,2-2-1 16,0-1-7-16,2 0 11 15,2-2-3-15,0 1-7 16,2-1 7-16,0-3-3 16,-1 5 3-16,1-5-3 15,-2 3 0-15,2 0-5 16,-2 1 8-16,1 0-1 16,-2 0-2-16,3 0-5 15,0-1 0-15,0 1 1 0,-1 1-1 16,-1 1 5-16,-1 0-5 15,-2 4 0-15,1-4 1 16,0-1 2-16,2 1-3 16,0-2-1-16,3 0 1 15,0-4-1-15,1 4 1 16,1-3-1-16,0 1 0 16,0-2-1-16,-2 2 1 15,3-1 6-15,-3 1-5 16,2 3 0-16,-3-2-1 15,0 4 0-15,-3 0-1 16,0 1 0-16,0 1 1 16,-2 1 0-16,1 0 1 15,3-3-1-15,-1 0 1 16,3-3-1-16,0 2 1 0,2-3-1 16,0 1 1-16,0 0-1 15,0 0 1-15,2 1 0 16,-2 1-1-16,-1 2 0 15,3 0 0-15,-3 2 0 16,4 1 0-16,0-2-1 16,0 2 1-16,0 2 0 15,0-3 0-15,0 4 0 16,0 0 0-16,-2 0 0 16,2 2 1-16,-1-2-1 0,1 3 0 15,-2 2 1-15,1-1-1 16,1 3 0-16,0 4-1 15,0-2 1-15,0 1 0 16,0 1 0-16,0 3 0 16,4-1 0-16,3-1 0 15,4 2 0-15,3-1 0 16,3 1 6-16,6 0-5 16,3 3 1-16,4 1-1 15,2-2 7-15,4 1-2 16,-1 2 3-16,4-7 0 15,1 1 6-15,-1-4 7 16,0-6-1-16,-1 1-5 0,-2-8 1 16,-4 0 2-16,-2-6-1 15,-6-1-3-15,-3-3 5 16,-1-3 1-16,-2 0 6 16,2 0 3-16,0-6-2 15,0-8 2-15,2-2-1 16,1-4-13-16,0-2 5 15,0-3-7-15,-1-1-1 16,1-1 1-16,-5 2-1 16,-1-5 1-16,1 3-4 15,-4-2 2-15,2 0-4 16,-4-2 1-16,0 1-3 16,0-1 1-16,0-1 1 15,0 0-2-15,-2-2 0 16,0 2-5-16,0-3 5 0,-1 6-6 15,-2 3 1-15,-3-3 1 16,3 2-1-16,-2 1 5 16,-2-4-5-16,2 0 1 15,-5 1-2-15,3-4 2 16,-3 2-1-16,0 0 0 16,0 1 0-16,0 1 0 15,0 1-1-15,0-2 0 16,-5 1-1-16,-1-1-10 15,-2-3 5-15,0 0-3 16,-1 4-1-16,-1-1-8 16,2 6-2-16,-1-2-1 0,-1 6-1 15,0 1-1 1,0 2 5-16,0 2 2 0,1 1-1 16,0 1 5-16,0 1-3 15,-3 1-4-15,3 0 1 16,-1 2 12-16,-3-2-3 15,5 1-11-15,-1 4 10 16,-1-1-4-16,4 0 1 16,1 5-2-16,2 1 3 15,2 1 3-15,1 0-2 16,0 0-1-16,0-3-1 16,0 3-1-16,0 0-5 15,0 0-4-15,0 0-15 16,-2 0 3-16,1 0-43 15,-1 0-75-15,2 3-57 0,0 0-11 16,0 9-97 0,0-2-293-16,0-2-278 0</inkml:trace>
  <inkml:trace contextRef="#ctx0" brushRef="#br0" timeOffset="12289.3967">11026 17549 1614 0,'0'0'289'0,"0"0"-109"15,0 0-59-15,0 0 6 0,0 0-57 16,0 0-70-16,0 0-2 15,-16 2-105-15,16 5-132 16,0 0-100-16,0-2-389 0</inkml:trace>
  <inkml:trace contextRef="#ctx0" brushRef="#br0" timeOffset="15083.9508">16239 18506 1425 0,'0'0'585'15,"0"0"-396"-15,0 0-54 16,0 0 3-16,0 0-12 16,0 0-60-16,21-42-35 15,-5 28-12-15,1-3-5 16,2 0-7-16,2 2-5 15,-1 0-1-15,0 1 5 16,-2 3-5-16,2 2-1 16,-4-2-26-16,-1 5-65 15,0 3-100-15,-3-1-111 16,-3 4-196-16,-6 0-304 0</inkml:trace>
  <inkml:trace contextRef="#ctx0" brushRef="#br0" timeOffset="15321.0944">16175 18606 905 0,'0'0'739'0,"0"0"-474"16,0 0-34-16,0 0-90 15,0 0 8-15,0 0-57 16,0 0-52-16,-9 6-16 15,20-6-6-15,5-6-6 16,5-8-10-16,4 1 0 16,2-1-2-16,1-6-60 0,12-11-148 15,-7 4-179-15,-5-4-257 0</inkml:trace>
  <inkml:trace contextRef="#ctx0" brushRef="#br0" timeOffset="15600.4468">16378 18145 1726 0,'0'0'392'16,"0"0"-235"-16,0 0-57 0,0 0 21 15,0 0-61-15,0 0-31 16,0 0-4-16,94-14 6 15,-72 36 1-15,-4 5 8 16,0 9 5-16,-7 5-8 16,-4 4-15-16,-7 5-4 15,0 6-9-15,-13 0-9 16,-8 3-33-16,-29 20-129 16,4-14-135-16,-3-10-492 0</inkml:trace>
  <inkml:trace contextRef="#ctx0" brushRef="#br0" timeOffset="20037.5052">15086 18271 335 0,'0'0'179'16,"0"0"-118"-16,0 0 28 16,0 0 134-16,0 0 28 15,0 0-19-15,0 0-42 16,-7 3-3-16,7-3-21 16,0 0-9-16,0 0-35 15,0 0-39-15,0 3-28 16,0-1-31-16,6 4 7 15,10 3 92-15,6 3-16 16,3 4-9-16,7-3-31 0,2 4-13 16,2-5 4-16,2-1-2 15,2 0-11-15,0-2 6 16,-3-3-4-16,-1-4-8 16,-1-2-4-16,-1 0 1 15,0 0 10-15,-1-8-7 16,0-6-13-16,-1-1-3 15,1 1-2-15,-1-5-1 16,-1 1-7-16,-3-3-7 16,-3-1 2-16,-4 1-1 15,-1-1 8-15,2-1-6 16,-2-3 0-16,1 2-7 16,-3-1 5-16,1 1-1 0,-3-2-5 15,-2 1 0-15,4 1 0 16,-5-2 1-16,0 1-1 15,1-1 0-15,-1-1 0 16,-3-2 1-16,3-1-1 16,-2-7-1-16,0-1 1 15,0-2-1-15,-1 1-1 16,-3 1-9-16,-2 6-2 16,-3 1-2-16,0 1 4 15,-2 4-2-15,0-1 4 16,0 1-4-16,-4-3-10 15,-7 2-1-15,-2-3-8 16,-1 0-6-16,-3 1-4 0,-1 0 7 16,-3 3-4-16,0 3-1 15,-2-1 5-15,-2 4-4 16,-3 0-18-16,-3 0 12 16,-4 2 7-16,-2 1-5 15,-5 6 3-15,-1 1 2 16,-2 3 16-16,-3 4 9 15,-2 3 11-15,-2 0 1 16,-2 0-1-16,-5 5 0 16,0 4-22-16,-2 4 1 15,0-1 10-15,2 3 10 16,4-2 1-16,8 3 0 16,3 0 0-16,4 1-1 0,3 3 1 15,6-1 0-15,2 4 0 16,7 0 0-16,4 2 1 15,3 1 1-15,3 4 0 16,3 1 1-16,4 2 14 16,2 4 14-16,3 1 7 15,0 4 4-15,0 1 4 16,8 7-1-16,3 3 6 16,2 6 22-16,3 4-13 15,2 2-20-15,-1 1-15 16,-1-6 24-16,-1-4 12 15,1-3-15-15,-2-4-15 0,1-6-6 16,-2-4-5-16,2-8 2 16,-1-2-7-16,0-5-5 15,-2-5 0-15,2-4-8 16,-3-5 0-16,2-2 0 16,0-4 1-16,4-4 3 15,2 0-4-15,3 0-2 16,2-4-8-16,2-6-64 15,-4 2-101-15,2 1-94 16,-8 4-213-16,-6 2-260 0</inkml:trace>
  <inkml:trace contextRef="#ctx0" brushRef="#br0" timeOffset="20257.4327">15369 18514 1840 0,'0'0'474'15,"0"0"-400"-15,0 0-26 16,0 0-32-16,0 0-12 16,0 0-4-16,0 0-100 15,-14-3-48-15,14 6-167 16,0-1-91-16,4-2-581 0</inkml:trace>
  <inkml:trace contextRef="#ctx0" brushRef="#br0" timeOffset="25074.5912">18065 18579 811 0,'0'0'340'0,"0"0"-82"0,0 0-26 16,0 0 46-16,0 0-30 16,0 0-50-16,-3-63-30 15,12 51-25-15,1 2 7 16,5 3-17-16,3 3-22 15,9 2-29-15,12 2-10 16,8 0 9-16,11 6-3 16,7 6-27-16,17 1 0 15,18-3-17-15,20-3-8 0,2-5 2 16,-22-2 1-16,-23 0-10 16,-31 0-4-16,-8-2-13 15,2-4-2-15,-3 0 0 16,-6 3-1-16,-10-2 1 15,-10 3 0-15,-7 2-18 16,-4 0-24-16,0 0-45 16,0 0-57-16,-10 0-176 15,-32 2-175-15,-1 8-229 16,-4 0-282-16</inkml:trace>
  <inkml:trace contextRef="#ctx0" brushRef="#br0" timeOffset="25473.3343">18100 18880 1422 0,'0'0'621'16,"0"0"-478"-16,0 0 46 15,0 0-19-15,0 0 19 16,0 0-46-16,0 0-2 16,92-3 5-16,-21-1-29 15,25-3-15-15,26-3-20 16,12 1-2-16,-4-4-19 0,-12 2-22 16,-20 1 2-16,-19 2-10 15,-18 1-8-15,-17 2-23 16,-7-1 6-16,3-1 0 15,-2-1-4-15,-3-1 5 16,-9 4-6-16,-12-2 0 16,-3 4 1-16,-8-1-2 15,-3 4-10-15,-6 0-73 16,-34 4-73-16,-68 18-175 16,3-1-299-16,-15-2-303 0</inkml:trace>
  <inkml:trace contextRef="#ctx0" brushRef="#br0" timeOffset="28168.9579">18269 17297 461 0,'0'0'235'0,"0"0"-2"15,0 0-48-15,0 0 0 16,0 0-39-16,0 0-45 16,0 0-11-16,-68-23 12 15,50 23 25-15,-3 0-1 16,-3 0-15-16,0 3-22 15,-1 2-14-15,2 1-23 16,1 3-19-16,0-1-7 16,-1 1-11-16,7 2 4 15,-2 0-2-15,4 2-8 16,3 1-2-16,1 6-5 16,2 3 12-16,-4 5 10 15,6 7 31-15,-2 2-4 0,1 2 4 16,2 0-9-16,0-2-3 15,0 2 5-15,1-3-12 16,0 3-5-16,1 0 12 16,-1 3-7-16,1 3-12 15,0 2 3-15,-1 1-7 16,2 0-4-16,1 0 1 16,1-2 0-16,0-4-2 15,0-3-3-15,0-2-3 16,0-2 2-16,0-1-1 15,3-3 1-15,2-2-4 16,-2 0 2-16,2-2 0 16,1-4 0-16,-1 3 2 0,1-3-1 15,1 2 1 1,-3 0-4-16,2 0 5 0,-2-3 6 16,1 0-4-16,-2-2-7 15,3 0 2-15,-5-7-3 16,3-1-4-16,-3-3 5 15,1-2-5-15,-1-1-1 16,1-2 1-16,-1 0-1 16,1 0-1-16,0-2 1 15,2 0 0-15,-1 1 0 16,0 1 1-16,7-1-2 16,-1 0 1-16,2 1 5 15,9 2-5-15,3-3 0 16,5 3 0-16,5-2 0 15,4 3 0-15,2-4 0 0,3-3 5 16,1 3-5-16,1-3 1 16,-1 0 4-16,4 0-5 15,-1 0 7-15,2-3 1 16,4-6-2-16,4 1 5 16,0-1-11-16,5-2 7 15,1 2-2-15,-3 2-5 16,1 2 6-16,-5-1 1 15,-2 2-8-15,-4 3 1 16,-5-5 5-16,-4 3-5 16,-2-1 5-16,-1 0-4 15,0 1 5-15,-3-3-7 0,1 2 0 16,0 2 10-16,-1-3-9 16,-2 2 9-16,-2 0-9 15,-3 2 0-15,-6-1 9 16,-5 2-9-16,-2-3 7 15,-5 3-2-15,-3 0 3 16,1-4 2-16,-2 1-10 16,0 2 20-16,2-2-7 15,-1 0-7-15,1 0 2 16,-2-1-3-16,3-3-4 16,-2-2 7-16,5-5-2 15,-2-5-1-15,0-8-5 16,4-9 5-16,4-21 0 0,5-24-5 15,5-36 8-15,2-12-9 16,-2-8 2-16,-5 8-2 16,0 19-20-16,-3 11-34 15,-5 26-5-15,-5 18-5 16,-4 18 6-16,-3 8-37 16,-2-2 11-16,0 2 27 15,0-4-13-15,0 5 18 16,0 6 7-16,0 5 11 15,-3 5 11-15,-1 5 4 16,0 1 5-16,3 2 5 16,0 4 8-16,-1 0 0 15,1 0-5-15,-3 0 4 0,-3-4 1 16,-5 1-8 0,-6 3 3-16,-9-2 5 0,-7 1-5 15,-12 1 6-15,-8 0 0 16,-22 0-2-16,-26 0 2 15,-27 0 3-15,-9 6-2 16,2-2 0-16,10-3 7 16,17 2-7-16,3-1 8 15,11-1-9-15,16-1 6 16,17 3 0-16,16-3-6 16,7 0 1-16,-4 0-1 15,-3 3 7-15,-2-1-6 0,6 0 0 16,4 1 1-16,7-2-1 15,2 2 0-15,7-2 1 16,1 3-1-16,4-4 0 16,6 1 0-16,3-1 0 15,3 0 0-15,2 2 0 16,0-2-1-16,3 0 1 16,0 0 0-16,0 0-1 15,0 0 0-15,0 0 0 16,0 0 0-16,-1 2-1 15,0 3-20-15,-2 2-36 16,0 15 5-16,0-2-305 16,0-3-600-16</inkml:trace>
  <inkml:trace contextRef="#ctx0" brushRef="#br0" timeOffset="34581.3783">2710 17248 1001 0,'0'0'504'0,"0"0"-411"0,0 0-46 16,0 0 116-16,-89-36 109 15,64 29-99-15,-2 0-35 16,-3-1-18-16,-3 2-23 16,-1 2-21-16,-5 2-2 15,-3 0 28-15,-1 2-7 16,0 0-6-16,-5 0-22 15,-1 2-7-15,4 6-3 16,-4 1-21-16,1 3-6 16,0-1 1-16,1 3-3 15,2 2-13-15,-4-1 2 0,5 2-5 16,-2 2-2 0,3 1 2-16,-3-1-1 0,1 3 2 15,-2 1 1-15,6 0-8 16,-1 4 1-16,-1-1 4 15,9 1-5-15,1 2-5 16,3 0 7-16,2 0-7 16,4 2 0-16,1-1 8 15,1 4-8-15,6 2 5 16,-1 1-5-16,1 2 1 16,4 1-2-16,-1 5 1 15,2-1 0-15,5 3 0 16,1-2 7-16,5 2-8 0,0-2 0 15,0 2 1 1,11-2 0-16,7 1 0 16,0 2 0-16,9 1 0 0,4 4 8 15,3-1 3-15,6 2 8 16,4-4-2-16,2-1-2 16,1-3 4-16,4-5-1 15,-2-4 4-15,7-6-4 16,1-4 8-16,-1-7 8 15,2-6-11-15,2-3 3 16,0-8-8-16,-1-3-1 16,4 0 0-16,3-9-4 15,-1-8-1-15,1-4-1 16,-2-4-1-16,-4-4-2 0,-6-3-9 16,1 1 6-16,-6-3 1 15,-6 2-1-15,-2-1 0 16,-3 2 2-16,-5-1-1 15,-3 2 2-15,-2-6 0 16,-2 3 0-16,-4-6 8 16,3-2-7-16,-4-4-8 15,-4-5 7-15,0-3 4 16,-3-3-12-16,2-3 5 16,-5-3 0-16,-4 1 8 15,-1 5-4-15,-3-2-2 16,-3 6 9-16,0 4-17 15,0 2 0-15,0 2 0 0,-13 4 0 16,-4-1 0-16,-2 1 0 16,-6 2 0-16,-2-1 0 15,-6 5 0-15,0 0 0 16,-3 2 0-16,-3 2 0 16,-2 5 0-16,2-2 0 15,0 7-20-15,2 1-8 16,1 4 4-16,3 4-6 15,4 4 0-15,0 4-11 16,5 3 10-16,3 0-8 16,4 0-8-16,2 8-73 15,7 4-60-15,8 1-269 16,0 0-249-16,0-6-933 0</inkml:trace>
  <inkml:trace contextRef="#ctx0" brushRef="#br0" timeOffset="34749.9805">2666 17077 1721 0,'0'0'1223'16,"0"0"-1122"-16,-96-38-73 16,83 32-28-16,13 6-6 15,53 0-199-15,10 0-98 16,4 3-501-16</inkml:trace>
  <inkml:trace contextRef="#ctx0" brushRef="#br0" timeOffset="36332.526">21516 18629 651 0,'0'0'794'0,"0"0"-545"15,0 0 42-15,0 0 40 16,0 0-101-16,0 0-75 15,-19-39-85-15,31 28-40 16,6 1-15-16,4-3-5 16,7 2 7-16,4-1-2 15,3 1-6-15,5 0 1 16,-1 1-8-16,3 3 5 16,-5 0-6-16,-2 4 2 15,-8 0-2-15,-7 0-1 16,-9 3 1-16,-5 0-1 0,-5 0 1 15,-2 0-1 1,0 0 0-16,0 0 0 0,-12 2-3 16,-12 8 3-16,-10 1 8 15,-8 4-2-15,-4-4-5 16,-2 2 5-16,3-2 2 16,8-5-7-16,8-1 0 15,10-2 8-15,10-3 0 16,4 0-3-16,5 0-4 15,0 0-2-15,0 0 11 16,0 0-11-16,0 0-1 16,5 0-11-16,10 0 5 15,15 0-25-15,35-5-41 16,-2-2-214-16,0-1-470 0</inkml:trace>
  <inkml:trace contextRef="#ctx0" brushRef="#br0" timeOffset="37907.7509">18975 18441 555 0,'0'0'767'15,"0"0"-511"-15,0 0-102 16,0 0 61-16,0 0 5 15,0 0-57-15,0 0-34 16,73-7-38-16,-53 4-14 16,2-1-23-16,0-1-19 15,0-1-11-15,-1 0-4 16,-1 1-7-16,-3 2-1 16,-5 2-5-16,-2-3 1 15,-2 2-1-15,0 1 2 0,-3-1-1 16,2 2 1-16,0-1-9 15,-1 1 2-15,2-3 4 16,-1 1-5-16,2 1 0 16,-2-1 6-16,-2 2-7 15,-2 0 0-15,-2 0 0 16,-1 0 6-16,0 0-6 16,0 0 15-16,0 0 16 15,0 0 17-15,0 0-2 16,0 0-13-16,-4 0-8 15,-4 0-14-15,-3 2-5 16,-5 4-5-16,-1 4 0 16,0-3 7-16,0 0 1 0,6-2-8 15,1 2 0-15,4-4 1 16,3-2-2-16,3-1 1 16,0 0 8-16,0 0-1 15,0 0 4-15,13 0-11 16,8 0 5-16,12-4 0 15,11-7 4-15,10 0-8 16,7-2 10-16,2 2 0 16,-5 4-5-16,-9-1-5 15,-13 4-1-15,-13 3 1 16,-10-2-1-16,-10 3 5 16,-3 0-4-16,0 0 13 15,-2 0 31-15,-15 0-14 16,-7 0-19-16,-14 3-11 0,-8 8-1 15,-3-2 5-15,-3 2-5 16,5 2 0-16,4-2 0 16,9-3 8-16,5-2-8 15,7-2 0-15,7-1 0 16,5 0 0-16,4-3 0 16,5 1 7-16,1-1 10 15,0 0-10-15,0 0-7 16,0 0 7-16,3 0-8 15,11 0 1-15,10-4-1 16,9-3 1-16,6-1-1 0,3-2 0 16,-2 1 0-1,-3 0 0-15,-9 0 1 0,-5 2-1 16,-11 3 0-16,-5 2 0 16,-4-1 0-16,-1 3 1 15,-2 0-1-15,0 0 0 16,0 0 0-16,-5 0 0 15,-8 0-9-15,-7 3 0 16,-5 3 7-16,-2 2 1 16,3 3 1-16,3-3 0 15,9-3 0-15,2-2 0 16,7-1 0-16,1-1 0 16,2-1 0-16,0 0-1 15,0 1-11-15,0-1-22 16,0 3-47-16,0 0-74 0,7 4-27 15,21-1-8 1,-3-2-191-16,7-3-534 0</inkml:trace>
  <inkml:trace contextRef="#ctx0" brushRef="#br0" timeOffset="39500.8923">22800 18416 565 0,'0'0'559'0,"0"0"-265"15,0 0-57-15,0 0 19 16,0 0-51-16,0 0-48 16,0 0-20-16,-1 0-39 15,13 0 2-15,5 0-3 0,4-1-14 16,2-2-14-16,-1 1-35 16,0 0-5-16,0-1 4 15,-1 1-15-15,-3 1-5 16,-1 0-1-16,-1-2-6 15,-6 2-5-15,-1 1-1 16,-3 0 1-16,-3 0 0 16,-3 0 0-16,1 0-1 15,-1 0 1-15,0 0 0 16,0 0 0-16,0 0 7 16,-3 0-2-16,-9 0 0 15,-7 0 0-15,-4 0-5 16,-8 0 7-16,-3 4-1 0,0-3-6 15,0 2 0-15,4 0 5 16,6-1 0-16,3 0 1 16,3 1 2-16,6-3-8 15,6 1-1-15,2-1 1 16,2 0-1-16,2 1 7 16,0-1-7-16,0 0 0 15,0 0 0-15,0 0 0 16,0 0 2-16,0 0 4 15,6 0 1-15,3 0-5 16,3 0-1-16,8-4 0 16,1 1 0-16,2-4-1 15,1 5 0-15,-3-1 0 0,-3 2-1 16,-5-1-6-16,-4 2-17 16,-7 0-5-16,-2 0-23 15,0 0-90-15,-16 6-394 16,-4-5-445-16</inkml:trace>
  <inkml:trace contextRef="#ctx0" brushRef="#br0" timeOffset="42478.0512">23822 18397 555 0,'0'0'45'0,"0"0"154"16,0 0 135-16,0 0-143 16,0 0-89-16,0 0-23 15,0 0 10-15,1 0-29 16,7 0-3-16,1 0 51 15,3 4 18-15,6 0-9 16,2 1-24-16,3 2-6 16,4 0-21-16,3 2-4 15,3-2-16-15,3 0-1 16,0-1-17-16,2-3 6 16,1 2-5-16,0 1-3 0,-1-6 4 15,0 0-11-15,-4 0-11 16,-1 0 2-16,0 0 4 15,1 0 5-15,5-4 2 16,1-3 4-16,2 1-7 16,3 0-6-16,-2-1-1 15,0 1-5-15,-1 2-5 16,-5-3 5-16,-4 3 3 16,-3-2-3-16,-6 4 0 15,-2-3 1-15,-6 0 8 16,-1 1-3-16,-1-2 0 15,-2-1 0-15,1 3 2 0,3-1 1 16,3-6-5-16,1 2-1 16,1 1-2-16,0-1 1 15,-1 1-7-15,-1 0 0 16,-6 0-1-16,0 3 1 16,0-2-1-16,-1-1 8 15,1-1-1-15,1 1 1 16,2-4-7-16,-3 2 5 15,4-1 0-15,-2-1-4 16,-2-1 4-16,4-1-5 16,-1-1 6-16,-3-2-5 15,1 0 7-15,2-4-8 16,0-1 10-16,0-4-10 0,1-4 0 16,-2 1 1-1,3-2 4-15,-4-5-6 0,0 3 1 16,-1-4-1-16,-4 2-1 15,1 1-14-15,-7 1-7 16,1 1-11-16,-4 1-2 16,0 2 0-16,0-4-7 15,0 3 1-15,-9 1-9 16,-4 0 4-16,-1 0-2 16,-3 4-28-16,-4-4-1 15,0 8 23-15,-1-3 5 16,-6 6-3-16,-3-1 8 15,-4 5 8-15,-6-3-9 0,-5 3 12 16,-3-2 5-16,-5 2 0 16,-3 2-10-16,-1 1 22 15,0 0 15-15,-2 3 1 16,4 2 0-16,-2-2 0 16,8 4-1-16,0 0-6 15,5 3 6-15,2-2 0 16,1 3 1-16,1 0-1 15,6 0 1-15,-1 0 0 16,3 0 0-16,2 0 0 16,1 3 1-16,0-1 10 15,2 1 2-15,0 1 2 16,1-1 1-16,-2 2-10 0,1 0-6 16,0-1 1-16,-3 1 0 15,-2 1-1-15,-1 0 1 16,3-1 7-16,0 2 0 15,1-2 0-15,3 3-1 16,3-1-5-16,-1 0 6 16,1 3-7-16,0-3 14 15,1 3 4-15,0 2-1 16,1-1 3-16,-1 2-4 16,1-1 3-16,0 5-1 15,1-1 9-15,-1 1 3 16,2 3-1-16,1 0-1 15,-1-1 4-15,1 5 7 16,2-4-6-16,2 3 8 0,-1-1-8 16,2 0-1-16,1 3-8 15,0-1-1-15,0 5-2 16,0 0-1-16,1 5 6 16,1 0 2-16,0 2 6 15,3-2 12-15,1 1-6 16,4-4-12-16,2-1-11 15,1-1-6-15,0-2 1 16,1 1 11-16,9 2 11 16,1-1-4-16,3 1 11 15,2 1-2-15,-2 1 1 16,5-3 1-16,-2 1-8 16,0-3-7-16,1-2-4 0,-3-3-7 15,0 0 5 1,-2-4-11-16,0-3 4 0,0-2-1 15,-3-5-7-15,0 1 0 16,-1-5 3-16,2 2-3 16,1-5-4-16,4 2 4 15,2-3 3-15,0 0-8 16,0 0 5-16,1 0-1 16,-4 0-5-16,-4 0 0 15,-1 0 4-15,-2 0-3 16,-2 0-1-16,0 0 0 15,1-4 0-15,0-2 1 16,2-2 0-16,2-1-1 0,-2-3-1 16,1-2-14-1,-2-2-44-15,-1 3-42 0,-4-4-85 16,-3 4-73-16,0-1-61 16,-12 2-375-16,-2 2-514 0</inkml:trace>
  <inkml:trace contextRef="#ctx0" brushRef="#br0" timeOffset="42668.6588">23763 18434 2234 0,'0'0'502'0,"0"0"-428"0,0 0-8 15,0 0-57-15,0 0-9 16,0 0-248-16,0 0-408 0</inkml:trace>
  <inkml:trace contextRef="#ctx0" brushRef="#br0" timeOffset="48094.9736">15829 16716 186 0,'0'0'44'15,"0"0"-34"-15,0 0-9 16,0 0 16-16,0 0 7 15,0 0 20-15,-2-10 35 16,2 10 6-16,0 0-18 16,-1 0-37-16,1 0 15 15,0 0 131-15,-2 0 4 16,0 0-39-16,2 0-18 0,-1 0 10 16,0 0-11-16,-1 0-36 15,2 0-6-15,-1 0-22 16,1 0-10-16,0 0-4 15,0 0-12-15,0 0-13 16,0 0-4-16,0 0-6 16,0 0-8-16,0 0-1 15,0 0-41-15,0 0-51 16,0-10-36-16,0 1-82 16,4-2-296-16</inkml:trace>
  <inkml:trace contextRef="#ctx0" brushRef="#br0" timeOffset="50727.9452">15616 15738 500 0,'0'0'155'0,"0"0"-79"16,0 0 34-16,0 0 97 15,0 0-28-15,0 0-24 16,0 0-20-16,0 6-16 16,0-6-6-16,0 0 12 0,0 0 13 15,0 0-6-15,0 0-15 16,0 0-15-16,0 0-4 15,0 0-16-15,0-9-23 16,0-2-20-16,3-5-9 16,-2-2-8-16,2-4-1 15,-1-9 4-15,-1-2-8 16,1-6 4-16,-2-7-2 16,0 0 2-16,0-3 0 15,0-3 4-15,0 2 14 16,-8-3-18-16,-2 0-8 15,-2-1-2-15,1 0-2 16,-1 0-2-16,-2 3-5 0,4 0 4 16,-3 1-5-16,3 6 0 15,-1 2 5-15,1 6-5 16,2 7 5-16,0 5-6 16,3 5 0-16,-2 2-6 15,2 1-8-15,0 3-7 16,-1 2-9-16,2 0-1 15,-1 0 6-15,0 0-7 16,0 0 5-16,1-1-1 16,-1-1 7-16,-1 1 0 15,1 1-3-15,-2 3 4 16,3 0 2-16,1 2-5 0,0 2 2 16,0 3 8-1,0-2 7-15,3 3-3 0,0 0-1 16,-3 0-10-16,0 0-3 15,-3 0-38-15,0 7 61 16,-3 0 1-16,1 4 5 16,0-3 2-16,3 0-1 15,2-6-7-15,2-1 11 16,1-1-2-16,0 0-2 16,0 0 4-16,0-3 2 15,0-8-13-15,3-3-9 16,3 1 8-16,1 0 0 15,-1 3-5-15,2 3-2 0,-2 2 2 16,2 5-4-16,3 0-1 16,5 0-2-16,7 3 7 15,3 9 5-15,4 2-7 16,2 0 7-16,4 8-53 16,-10-3-306-16,-8-4-342 0</inkml:trace>
  <inkml:trace contextRef="#ctx0" brushRef="#br0" timeOffset="52835.5773">15234 13470 945 0,'0'0'382'16,"0"0"-179"-16,0 0-104 16,0 0 60-16,0 0 78 15,0 0-72-15,0-20-51 16,0 3-18-16,0-5-26 16,3-5-12-16,4-4 7 15,1-6-1-15,0-4-10 16,0-2-2-16,1-4-7 15,-6-4 10-15,3-2-12 16,-4-4 7-16,-2-1-5 0,0-3-15 16,0 1 1-16,-2-1 2 15,-6 3-6-15,-3 3 6 16,2 6-14-16,0 3-4 16,-3 7-15-16,3 3-5 15,0 5-18-15,0 2-8 16,-1 2-5-16,2 4 3 15,0 3-3-15,1 3 2 16,1 2 10-16,2 3 6 16,1 2-5-16,-1 5-1 15,3-2 10-15,-2 2 14 0,2 2-11 16,-2-1-2 0,-1 2-1-16,2 0-5 0,0 2 10 15,1 0 3-15,1 0 5 16,-2 0-7-16,0 0 1 15,-2 0-1-15,0 0-21 16,-2 0-2-16,0 4 31 16,-1-1 1-16,2-3-1 15,4 1 1-15,1-1 8 16,0 0-9-16,0 0 1 16,0 0 7-16,0-1-8 15,3-10-9-15,8-3-5 16,0-2-2-16,-1 2-15 15,4 3 7-15,-4 4 10 16,2 5 13-16,3 2-1 0,0 0-5 16,3 5 1-16,1 12 6 15,-3 6 0-15,4 21 0 16,-5-7-266-16,-6-4-365 16</inkml:trace>
  <inkml:trace contextRef="#ctx0" brushRef="#br0" timeOffset="54538.9468">15573 10901 1810 0,'0'0'261'0,"0"0"-186"15,-6-94-52-15,0 48 20 16,4-7 90-16,-3-3-7 16,-1-4-22-16,-1-6-35 15,0-1-29-15,-4-1 5 16,-2 2-3-16,-1 2 7 16,-3 4-21-16,-1 5-10 15,0 4 66-15,3 7-44 0,-3 4-5 16,4 6-12-1,-3-2-9-15,1 3-8 0,0 6-5 16,3 5 29-16,2 7-11 16,5 7-4-16,3 7-4 15,-1 1-11-15,4 0 12 16,-2 0-6-16,-1 0-6 16,0 0-12-16,-2 12-9 15,-2 5 13-15,-3 9 8 16,-2 3 6-16,0-3-5 15,2-3 0-15,-1-6 5 16,5-5-5-16,3-5-1 16,2-4 0-16,1-3-11 15,0 0 5-15,0 0 0 16,3-13 6-16,7-4-8 16,5-7-2-16,7 2-8 15,7-1 3-15,7 4-16 0,6 2-4 16,5 3-11-16,4 3-45 15,0 6-63-15,24-2-163 16,-13 0-221-16,-11-2-218 0</inkml:trace>
  <inkml:trace contextRef="#ctx0" brushRef="#br0" timeOffset="55380.0115">16409 8579 1122 0,'0'0'329'0,"0"0"-111"15,0 0-29-15,0 0 20 16,0 0-39-16,11-87-28 16,-7 56-34-16,-3-8-32 15,2-8-18-15,-1-17-7 16,-1-18-8-16,-1-19-12 15,0-5-13-15,0 7 0 16,0 20-9-16,-4 25 3 16,-3 9-12-16,1 7 6 0,-2-3-5 15,1-2 1-15,-4 2 4 16,4 9 1-16,2 10-7 16,1 8 5-16,1 6-4 15,1 2-2-15,0 5 1 16,1-1-1-16,-1 2-9 15,0 0 8-15,-1 0-7 16,-3 0-26-16,-1 4 20 16,-1 9 4-16,-5 4 10 15,1 5 1-15,-5 0 1 16,1-1 1-16,0-2-1 16,3-3 1-16,2-2-1 15,3-8-1-15,5-3 0 0,2 0 1 16,1-3 0-16,0 0 0 15,0 0 14-15,0-5-4 16,6-7-5-16,1-1-6 16,3 0-7-16,1 3-3 15,2 5-1-15,1 2 2 16,2 3-6-16,-1 0-6 16,1 8-5-16,0 6-50 15,-4 2-121-15,2 7-72 16,-6-6-77-16,-4-1-220 0</inkml:trace>
  <inkml:trace contextRef="#ctx0" brushRef="#br0" timeOffset="56422.6212">16343 6346 1475 0,'0'0'361'15,"0"0"-110"-15,-6-74-56 0,-4 36 0 16,0-8-39-1,-1-5-75-15,-1-7-20 0,2-4 11 16,-1-4-26 0,0 1-19-16,1 0-6 0,1-1 0 15,-1 2-2-15,1 0-7 16,2 2-4-16,0 3-7 16,0 6 0-16,3 7 0 15,1 11-1-15,0 12 1 16,0 6-1-16,3 10 0 15,-2 4-1-15,2 1 1 16,0 2-1-16,-1 0-14 0,-2 0-5 16,3 0-40-1,-2 12-2-15,-2 6 35 0,3 5 27 16,-1 4 0-16,-1-2 6 16,-1 0-5-16,-3-1 0 15,0-6 0-15,0-2 0 16,1-6 0-16,3-3 1 15,0-4 4-15,3-3-5 16,0 0 17-16,0 0 3 16,0-8-5-16,0-11-16 15,3-4 0-15,1-2-1 16,5-2 0-16,0 8 0 16,0 7 0-16,0 4-9 15,3 7-1-15,0 1-1 16,3 1 3-16,0 15-1 0,1 2-11 15,-2 6-57-15,-2 1-84 16,2 16-123-16,-5-10-239 16,0-3-244-16</inkml:trace>
  <inkml:trace contextRef="#ctx0" brushRef="#br0" timeOffset="56583.031">16514 5550 1041 0,'0'0'531'0,"0"0"-434"16,0 0 48-16,0 0-6 16,0 0-16-16,0 0-76 15,0 0-47-15,-5-16-105 0,5 16-242 16,0 0-410-16</inkml:trace>
  <inkml:trace contextRef="#ctx0" brushRef="#br0" timeOffset="57169.038">15760 5261 848 0,'0'0'329'0,"0"0"-66"0,0 0-39 15,0 0 25-15,0 0-23 16,0 0-41-16,0 0-23 15,-22 0-55-15,22 0-10 16,4 0-35-16,3 0-14 16,4 0-14-16,6-2-4 15,5-3 10-15,8-4-5 16,3-1-13-16,6-2-10 16,1 0-10-16,-3 0 4 15,-3 1-5-15,-1 2-1 16,-6 3-1-16,-6 0-67 15,-6 4-85-15,-6-1-111 0,-9 3-112 16,0 0-205 0,-5 0-411-16</inkml:trace>
  <inkml:trace contextRef="#ctx0" brushRef="#br0" timeOffset="57400.6943">15749 5368 1204 0,'0'0'496'0,"0"0"-177"16,0 0-40-16,0 0-93 16,0 0-24-16,0 0-49 15,0 0 16-15,87-32-40 16,-49 16-48-16,3 0-10 16,0 0-10-16,2-1-11 15,-3 3-8-15,1 2-1 16,0 4-1-16,-2 0-58 15,15 7-190-15,-12 1-340 0,-8 0-502 16</inkml:trace>
  <inkml:trace contextRef="#ctx0" brushRef="#br0" timeOffset="58184.1225">15510 7400 1691 0,'0'0'355'15,"0"0"-172"-15,0 0-94 16,0 0 4-16,0 0 27 16,0 0-39-16,0 0-31 15,88-42-24-15,-51 29-15 16,0 3-9-16,-2 0-1 15,-4 3-1-15,-4 2-11 0,-5 0-107 16,-5 5-112-16,-7 0-236 16,-3 0-88-16,-7 0-685 15</inkml:trace>
  <inkml:trace contextRef="#ctx0" brushRef="#br0" timeOffset="58377.4335">15587 7517 1737 0,'0'0'350'0,"0"0"-168"16,0 0-101-16,0 0 44 0,0 0-3 15,0 0-45-15,100-51-35 16,-67 37-26-16,4 1-14 16,-2 5-2-16,3 1-47 15,3 5-172-15,-8 2-391 16,-14 0-669-16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B4A0-01F4-4FAC-B3E8-F7B7E553939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FCEAD-F97A-4D6D-BB89-0E6BFC8733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532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B4A0-01F4-4FAC-B3E8-F7B7E553939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FCEAD-F97A-4D6D-BB89-0E6BFC8733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524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B4A0-01F4-4FAC-B3E8-F7B7E553939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FCEAD-F97A-4D6D-BB89-0E6BFC8733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187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B4A0-01F4-4FAC-B3E8-F7B7E553939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FCEAD-F97A-4D6D-BB89-0E6BFC8733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019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B4A0-01F4-4FAC-B3E8-F7B7E553939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FCEAD-F97A-4D6D-BB89-0E6BFC8733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374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B4A0-01F4-4FAC-B3E8-F7B7E553939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FCEAD-F97A-4D6D-BB89-0E6BFC8733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701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B4A0-01F4-4FAC-B3E8-F7B7E553939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FCEAD-F97A-4D6D-BB89-0E6BFC8733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765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B4A0-01F4-4FAC-B3E8-F7B7E553939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FCEAD-F97A-4D6D-BB89-0E6BFC8733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004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B4A0-01F4-4FAC-B3E8-F7B7E553939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FCEAD-F97A-4D6D-BB89-0E6BFC8733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459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B4A0-01F4-4FAC-B3E8-F7B7E553939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FCEAD-F97A-4D6D-BB89-0E6BFC8733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969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B4A0-01F4-4FAC-B3E8-F7B7E553939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FCEAD-F97A-4D6D-BB89-0E6BFC8733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374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B4A0-01F4-4FAC-B3E8-F7B7E553939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BFCEAD-F97A-4D6D-BB89-0E6BFC8733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286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5" Type="http://schemas.openxmlformats.org/officeDocument/2006/relationships/customXml" Target="../ink/ink6.xml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6.png"/><Relationship Id="rId18" Type="http://schemas.openxmlformats.org/officeDocument/2006/relationships/image" Target="../media/image131.png"/><Relationship Id="rId26" Type="http://schemas.openxmlformats.org/officeDocument/2006/relationships/image" Target="../media/image154.png"/><Relationship Id="rId3" Type="http://schemas.openxmlformats.org/officeDocument/2006/relationships/image" Target="../media/image114.png"/><Relationship Id="rId21" Type="http://schemas.openxmlformats.org/officeDocument/2006/relationships/image" Target="../media/image141.png"/><Relationship Id="rId7" Type="http://schemas.openxmlformats.org/officeDocument/2006/relationships/image" Target="../media/image118.png"/><Relationship Id="rId12" Type="http://schemas.openxmlformats.org/officeDocument/2006/relationships/image" Target="../media/image770.png"/><Relationship Id="rId17" Type="http://schemas.openxmlformats.org/officeDocument/2006/relationships/image" Target="../media/image120.png"/><Relationship Id="rId25" Type="http://schemas.openxmlformats.org/officeDocument/2006/relationships/image" Target="../media/image148.png"/><Relationship Id="rId2" Type="http://schemas.openxmlformats.org/officeDocument/2006/relationships/image" Target="../media/image113.png"/><Relationship Id="rId16" Type="http://schemas.openxmlformats.org/officeDocument/2006/relationships/image" Target="../media/image119.png"/><Relationship Id="rId20" Type="http://schemas.openxmlformats.org/officeDocument/2006/relationships/image" Target="../media/image140.png"/><Relationship Id="rId29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24" Type="http://schemas.openxmlformats.org/officeDocument/2006/relationships/image" Target="../media/image147.png"/><Relationship Id="rId5" Type="http://schemas.openxmlformats.org/officeDocument/2006/relationships/image" Target="../media/image116.png"/><Relationship Id="rId15" Type="http://schemas.openxmlformats.org/officeDocument/2006/relationships/image" Target="../media/image780.png"/><Relationship Id="rId23" Type="http://schemas.openxmlformats.org/officeDocument/2006/relationships/image" Target="../media/image143.png"/><Relationship Id="rId28" Type="http://schemas.openxmlformats.org/officeDocument/2006/relationships/image" Target="../media/image9.emf"/><Relationship Id="rId19" Type="http://schemas.openxmlformats.org/officeDocument/2006/relationships/image" Target="../media/image138.png"/><Relationship Id="rId4" Type="http://schemas.openxmlformats.org/officeDocument/2006/relationships/image" Target="../media/image115.png"/><Relationship Id="rId14" Type="http://schemas.openxmlformats.org/officeDocument/2006/relationships/image" Target="../media/image790.png"/><Relationship Id="rId22" Type="http://schemas.openxmlformats.org/officeDocument/2006/relationships/image" Target="../media/image142.png"/><Relationship Id="rId27" Type="http://schemas.openxmlformats.org/officeDocument/2006/relationships/customXml" Target="../ink/ink7.xml"/><Relationship Id="rId30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image" Target="../media/image13.png"/><Relationship Id="rId7" Type="http://schemas.openxmlformats.org/officeDocument/2006/relationships/image" Target="../media/image59.png"/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2.xml"/><Relationship Id="rId9" Type="http://schemas.openxmlformats.org/officeDocument/2006/relationships/image" Target="../media/image1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customXml" Target="../ink/ink14.xml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99.png"/><Relationship Id="rId2" Type="http://schemas.openxmlformats.org/officeDocument/2006/relationships/image" Target="../media/image21.png"/><Relationship Id="rId16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customXml" Target="../ink/ink15.xml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1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9.emf"/><Relationship Id="rId3" Type="http://schemas.openxmlformats.org/officeDocument/2006/relationships/image" Target="../media/image23.png"/><Relationship Id="rId7" Type="http://schemas.openxmlformats.org/officeDocument/2006/relationships/image" Target="../media/image35.png"/><Relationship Id="rId12" Type="http://schemas.openxmlformats.org/officeDocument/2006/relationships/customXml" Target="../ink/ink16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8.png"/><Relationship Id="rId5" Type="http://schemas.openxmlformats.org/officeDocument/2006/relationships/image" Target="../media/image34.png"/><Relationship Id="rId10" Type="http://schemas.openxmlformats.org/officeDocument/2006/relationships/image" Target="../media/image37.png"/><Relationship Id="rId4" Type="http://schemas.openxmlformats.org/officeDocument/2006/relationships/image" Target="../media/image24.png"/><Relationship Id="rId9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736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8722" y="292622"/>
            <a:ext cx="6500878" cy="578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dirty="0"/>
              <a:t>Exercise  -  MSE  Loss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4636" y="1934005"/>
            <a:ext cx="8073507" cy="1168519"/>
          </a:xfrm>
          <a:prstGeom prst="rect">
            <a:avLst/>
          </a:prstGeom>
        </p:spPr>
        <p:txBody>
          <a:bodyPr vert="horz" wrap="square" lIns="0" tIns="22155" rIns="0" bIns="0" rtlCol="0">
            <a:spAutoFit/>
          </a:bodyPr>
          <a:lstStyle/>
          <a:p>
            <a:pPr marL="40282" marR="28197" algn="just">
              <a:lnSpc>
                <a:spcPct val="101099"/>
              </a:lnSpc>
              <a:spcBef>
                <a:spcPts val="174"/>
              </a:spcBef>
            </a:pPr>
            <a:r>
              <a:rPr sz="1665" spc="16" dirty="0">
                <a:latin typeface="Microsoft Sans Serif"/>
                <a:cs typeface="Microsoft Sans Serif"/>
              </a:rPr>
              <a:t>Consider the </a:t>
            </a:r>
            <a:r>
              <a:rPr sz="1665" spc="8" dirty="0">
                <a:latin typeface="Microsoft Sans Serif"/>
                <a:cs typeface="Microsoft Sans Serif"/>
              </a:rPr>
              <a:t>neural</a:t>
            </a:r>
            <a:r>
              <a:rPr sz="1665" spc="16" dirty="0">
                <a:latin typeface="Microsoft Sans Serif"/>
                <a:cs typeface="Microsoft Sans Serif"/>
              </a:rPr>
              <a:t> network </a:t>
            </a:r>
            <a:r>
              <a:rPr sz="1665" spc="8" dirty="0">
                <a:latin typeface="Microsoft Sans Serif"/>
                <a:cs typeface="Microsoft Sans Serif"/>
              </a:rPr>
              <a:t>with  two  </a:t>
            </a:r>
            <a:r>
              <a:rPr sz="1665" spc="16" dirty="0">
                <a:latin typeface="Microsoft Sans Serif"/>
                <a:cs typeface="Microsoft Sans Serif"/>
              </a:rPr>
              <a:t>inputs </a:t>
            </a:r>
            <a:r>
              <a:rPr sz="1665" i="1" spc="16" dirty="0">
                <a:latin typeface="Arial"/>
                <a:cs typeface="Arial"/>
              </a:rPr>
              <a:t>x</a:t>
            </a:r>
            <a:r>
              <a:rPr sz="1665" spc="24" baseline="-15873" dirty="0">
                <a:latin typeface="Microsoft Sans Serif"/>
                <a:cs typeface="Microsoft Sans Serif"/>
              </a:rPr>
              <a:t>1  </a:t>
            </a:r>
            <a:r>
              <a:rPr sz="1665" spc="16" dirty="0">
                <a:latin typeface="Microsoft Sans Serif"/>
                <a:cs typeface="Microsoft Sans Serif"/>
              </a:rPr>
              <a:t>and </a:t>
            </a:r>
            <a:r>
              <a:rPr sz="1665" i="1" spc="16" dirty="0">
                <a:latin typeface="Arial"/>
                <a:cs typeface="Arial"/>
              </a:rPr>
              <a:t>x</a:t>
            </a:r>
            <a:r>
              <a:rPr sz="1665" spc="24" baseline="-15873" dirty="0">
                <a:latin typeface="Microsoft Sans Serif"/>
                <a:cs typeface="Microsoft Sans Serif"/>
              </a:rPr>
              <a:t>2  </a:t>
            </a:r>
            <a:r>
              <a:rPr sz="1665" spc="16" dirty="0">
                <a:latin typeface="Microsoft Sans Serif"/>
                <a:cs typeface="Microsoft Sans Serif"/>
              </a:rPr>
              <a:t>and the </a:t>
            </a:r>
            <a:r>
              <a:rPr sz="1665" dirty="0">
                <a:latin typeface="Microsoft Sans Serif"/>
                <a:cs typeface="Microsoft Sans Serif"/>
              </a:rPr>
              <a:t>initial</a:t>
            </a:r>
            <a:r>
              <a:rPr sz="1665" spc="436" dirty="0">
                <a:latin typeface="Microsoft Sans Serif"/>
                <a:cs typeface="Microsoft Sans Serif"/>
              </a:rPr>
              <a:t> </a:t>
            </a:r>
            <a:r>
              <a:rPr sz="1665" spc="8" dirty="0">
                <a:latin typeface="Microsoft Sans Serif"/>
                <a:cs typeface="Microsoft Sans Serif"/>
              </a:rPr>
              <a:t>weights  </a:t>
            </a:r>
            <a:r>
              <a:rPr sz="1665" spc="16" dirty="0">
                <a:latin typeface="Microsoft Sans Serif"/>
                <a:cs typeface="Microsoft Sans Serif"/>
              </a:rPr>
              <a:t>are </a:t>
            </a:r>
            <a:r>
              <a:rPr sz="1665" spc="24" dirty="0">
                <a:latin typeface="Microsoft Sans Serif"/>
                <a:cs typeface="Microsoft Sans Serif"/>
              </a:rPr>
              <a:t> </a:t>
            </a:r>
            <a:r>
              <a:rPr sz="1665" i="1" spc="16" dirty="0">
                <a:latin typeface="Arial"/>
                <a:cs typeface="Arial"/>
              </a:rPr>
              <a:t>w</a:t>
            </a:r>
            <a:r>
              <a:rPr sz="1665" spc="24" baseline="-15873" dirty="0">
                <a:latin typeface="Microsoft Sans Serif"/>
                <a:cs typeface="Microsoft Sans Serif"/>
              </a:rPr>
              <a:t>0</a:t>
            </a:r>
            <a:r>
              <a:rPr sz="1665" spc="35" baseline="-15873" dirty="0">
                <a:latin typeface="Microsoft Sans Serif"/>
                <a:cs typeface="Microsoft Sans Serif"/>
              </a:rPr>
              <a:t> </a:t>
            </a:r>
            <a:r>
              <a:rPr sz="1903" spc="56" dirty="0">
                <a:latin typeface="Tahoma"/>
                <a:cs typeface="Tahoma"/>
              </a:rPr>
              <a:t>= </a:t>
            </a:r>
            <a:r>
              <a:rPr sz="1665" spc="-79" dirty="0">
                <a:latin typeface="Microsoft Sans Serif"/>
                <a:cs typeface="Microsoft Sans Serif"/>
              </a:rPr>
              <a:t>0</a:t>
            </a:r>
            <a:r>
              <a:rPr sz="1903" i="1" spc="-79" dirty="0">
                <a:latin typeface="Verdana"/>
                <a:cs typeface="Verdana"/>
              </a:rPr>
              <a:t>.</a:t>
            </a:r>
            <a:r>
              <a:rPr sz="1665" spc="-79" dirty="0">
                <a:latin typeface="Microsoft Sans Serif"/>
                <a:cs typeface="Microsoft Sans Serif"/>
              </a:rPr>
              <a:t>5</a:t>
            </a:r>
            <a:r>
              <a:rPr sz="1903" i="1" spc="-79" dirty="0">
                <a:latin typeface="Verdana"/>
                <a:cs typeface="Verdana"/>
              </a:rPr>
              <a:t>, </a:t>
            </a:r>
            <a:r>
              <a:rPr sz="1665" i="1" spc="16" dirty="0">
                <a:latin typeface="Arial"/>
                <a:cs typeface="Arial"/>
              </a:rPr>
              <a:t>w</a:t>
            </a:r>
            <a:r>
              <a:rPr sz="1665" spc="24" baseline="-15873" dirty="0">
                <a:latin typeface="Microsoft Sans Serif"/>
                <a:cs typeface="Microsoft Sans Serif"/>
              </a:rPr>
              <a:t>1</a:t>
            </a:r>
            <a:r>
              <a:rPr sz="1665" spc="35" baseline="-15873" dirty="0">
                <a:latin typeface="Microsoft Sans Serif"/>
                <a:cs typeface="Microsoft Sans Serif"/>
              </a:rPr>
              <a:t> </a:t>
            </a:r>
            <a:r>
              <a:rPr sz="1903" spc="56" dirty="0">
                <a:latin typeface="Tahoma"/>
                <a:cs typeface="Tahoma"/>
              </a:rPr>
              <a:t>= </a:t>
            </a:r>
            <a:r>
              <a:rPr sz="1665" spc="-79" dirty="0">
                <a:latin typeface="Microsoft Sans Serif"/>
                <a:cs typeface="Microsoft Sans Serif"/>
              </a:rPr>
              <a:t>0</a:t>
            </a:r>
            <a:r>
              <a:rPr sz="1903" i="1" spc="-79" dirty="0">
                <a:latin typeface="Verdana"/>
                <a:cs typeface="Verdana"/>
              </a:rPr>
              <a:t>.</a:t>
            </a:r>
            <a:r>
              <a:rPr sz="1665" spc="-79" dirty="0">
                <a:latin typeface="Microsoft Sans Serif"/>
                <a:cs typeface="Microsoft Sans Serif"/>
              </a:rPr>
              <a:t>8</a:t>
            </a:r>
            <a:r>
              <a:rPr sz="1903" i="1" spc="-79" dirty="0">
                <a:latin typeface="Verdana"/>
                <a:cs typeface="Verdana"/>
              </a:rPr>
              <a:t>, </a:t>
            </a:r>
            <a:r>
              <a:rPr sz="1665" i="1" spc="16" dirty="0">
                <a:latin typeface="Arial"/>
                <a:cs typeface="Arial"/>
              </a:rPr>
              <a:t>w</a:t>
            </a:r>
            <a:r>
              <a:rPr sz="1665" spc="24" baseline="-15873" dirty="0">
                <a:latin typeface="Microsoft Sans Serif"/>
                <a:cs typeface="Microsoft Sans Serif"/>
              </a:rPr>
              <a:t>2</a:t>
            </a:r>
            <a:r>
              <a:rPr sz="1665" spc="35" baseline="-15873" dirty="0">
                <a:latin typeface="Microsoft Sans Serif"/>
                <a:cs typeface="Microsoft Sans Serif"/>
              </a:rPr>
              <a:t> </a:t>
            </a:r>
            <a:r>
              <a:rPr sz="1903" spc="56" dirty="0">
                <a:latin typeface="Tahoma"/>
                <a:cs typeface="Tahoma"/>
              </a:rPr>
              <a:t>= </a:t>
            </a:r>
            <a:r>
              <a:rPr sz="1665" spc="-32" dirty="0">
                <a:latin typeface="Microsoft Sans Serif"/>
                <a:cs typeface="Microsoft Sans Serif"/>
              </a:rPr>
              <a:t>0</a:t>
            </a:r>
            <a:r>
              <a:rPr sz="1903" i="1" spc="-32" dirty="0">
                <a:latin typeface="Verdana"/>
                <a:cs typeface="Verdana"/>
              </a:rPr>
              <a:t>.</a:t>
            </a:r>
            <a:r>
              <a:rPr sz="1665" spc="-32" dirty="0">
                <a:latin typeface="Microsoft Sans Serif"/>
                <a:cs typeface="Microsoft Sans Serif"/>
              </a:rPr>
              <a:t>3.</a:t>
            </a:r>
            <a:r>
              <a:rPr sz="1665" spc="-24" dirty="0">
                <a:latin typeface="Microsoft Sans Serif"/>
                <a:cs typeface="Microsoft Sans Serif"/>
              </a:rPr>
              <a:t> </a:t>
            </a:r>
            <a:r>
              <a:rPr sz="1665" spc="8" dirty="0">
                <a:latin typeface="Microsoft Sans Serif"/>
                <a:cs typeface="Microsoft Sans Serif"/>
              </a:rPr>
              <a:t>Draw </a:t>
            </a:r>
            <a:r>
              <a:rPr sz="1665" spc="16" dirty="0">
                <a:latin typeface="Microsoft Sans Serif"/>
                <a:cs typeface="Microsoft Sans Serif"/>
              </a:rPr>
              <a:t>the network, compute the output, </a:t>
            </a:r>
            <a:r>
              <a:rPr sz="1665" spc="24" dirty="0">
                <a:latin typeface="Microsoft Sans Serif"/>
                <a:cs typeface="Microsoft Sans Serif"/>
              </a:rPr>
              <a:t>mean </a:t>
            </a:r>
            <a:r>
              <a:rPr sz="1665" spc="32" dirty="0">
                <a:latin typeface="Microsoft Sans Serif"/>
                <a:cs typeface="Microsoft Sans Serif"/>
              </a:rPr>
              <a:t> </a:t>
            </a:r>
            <a:r>
              <a:rPr sz="1665" spc="16" dirty="0">
                <a:latin typeface="Microsoft Sans Serif"/>
                <a:cs typeface="Microsoft Sans Serif"/>
              </a:rPr>
              <a:t>squared</a:t>
            </a:r>
            <a:r>
              <a:rPr sz="1665" spc="24" dirty="0">
                <a:latin typeface="Microsoft Sans Serif"/>
                <a:cs typeface="Microsoft Sans Serif"/>
              </a:rPr>
              <a:t> </a:t>
            </a:r>
            <a:r>
              <a:rPr sz="1665" spc="8" dirty="0">
                <a:latin typeface="Microsoft Sans Serif"/>
                <a:cs typeface="Microsoft Sans Serif"/>
              </a:rPr>
              <a:t>loss</a:t>
            </a:r>
            <a:r>
              <a:rPr sz="1665" spc="24" dirty="0">
                <a:latin typeface="Microsoft Sans Serif"/>
                <a:cs typeface="Microsoft Sans Serif"/>
              </a:rPr>
              <a:t> </a:t>
            </a:r>
            <a:r>
              <a:rPr sz="1665" spc="16" dirty="0">
                <a:latin typeface="Microsoft Sans Serif"/>
                <a:cs typeface="Microsoft Sans Serif"/>
              </a:rPr>
              <a:t>function</a:t>
            </a:r>
            <a:r>
              <a:rPr sz="1665" spc="24" dirty="0">
                <a:latin typeface="Microsoft Sans Serif"/>
                <a:cs typeface="Microsoft Sans Serif"/>
              </a:rPr>
              <a:t> </a:t>
            </a:r>
            <a:r>
              <a:rPr sz="1665" spc="16" dirty="0">
                <a:latin typeface="Microsoft Sans Serif"/>
                <a:cs typeface="Microsoft Sans Serif"/>
              </a:rPr>
              <a:t>and</a:t>
            </a:r>
            <a:r>
              <a:rPr sz="1665" spc="24" dirty="0">
                <a:latin typeface="Microsoft Sans Serif"/>
                <a:cs typeface="Microsoft Sans Serif"/>
              </a:rPr>
              <a:t> </a:t>
            </a:r>
            <a:r>
              <a:rPr sz="1665" spc="8" dirty="0">
                <a:latin typeface="Microsoft Sans Serif"/>
                <a:cs typeface="Microsoft Sans Serif"/>
              </a:rPr>
              <a:t>weight</a:t>
            </a:r>
            <a:r>
              <a:rPr sz="1665" spc="24" dirty="0">
                <a:latin typeface="Microsoft Sans Serif"/>
                <a:cs typeface="Microsoft Sans Serif"/>
              </a:rPr>
              <a:t> </a:t>
            </a:r>
            <a:r>
              <a:rPr sz="1665" spc="16" dirty="0">
                <a:latin typeface="Microsoft Sans Serif"/>
                <a:cs typeface="Microsoft Sans Serif"/>
              </a:rPr>
              <a:t>updation</a:t>
            </a:r>
            <a:r>
              <a:rPr sz="1665" spc="24" dirty="0">
                <a:latin typeface="Microsoft Sans Serif"/>
                <a:cs typeface="Microsoft Sans Serif"/>
              </a:rPr>
              <a:t> when </a:t>
            </a:r>
            <a:r>
              <a:rPr sz="1665" spc="16" dirty="0">
                <a:latin typeface="Microsoft Sans Serif"/>
                <a:cs typeface="Microsoft Sans Serif"/>
              </a:rPr>
              <a:t>the</a:t>
            </a:r>
            <a:r>
              <a:rPr sz="1665" spc="24" dirty="0">
                <a:latin typeface="Microsoft Sans Serif"/>
                <a:cs typeface="Microsoft Sans Serif"/>
              </a:rPr>
              <a:t> </a:t>
            </a:r>
            <a:r>
              <a:rPr sz="1665" spc="8" dirty="0">
                <a:latin typeface="Microsoft Sans Serif"/>
                <a:cs typeface="Microsoft Sans Serif"/>
              </a:rPr>
              <a:t>input</a:t>
            </a:r>
            <a:r>
              <a:rPr sz="1665" spc="24" dirty="0">
                <a:latin typeface="Microsoft Sans Serif"/>
                <a:cs typeface="Microsoft Sans Serif"/>
              </a:rPr>
              <a:t> </a:t>
            </a:r>
            <a:r>
              <a:rPr sz="1665" spc="8" dirty="0">
                <a:latin typeface="Microsoft Sans Serif"/>
                <a:cs typeface="Microsoft Sans Serif"/>
              </a:rPr>
              <a:t>is</a:t>
            </a:r>
            <a:r>
              <a:rPr sz="1665" spc="24" dirty="0">
                <a:latin typeface="Microsoft Sans Serif"/>
                <a:cs typeface="Microsoft Sans Serif"/>
              </a:rPr>
              <a:t> </a:t>
            </a:r>
            <a:r>
              <a:rPr sz="1903" spc="-56" dirty="0">
                <a:latin typeface="Tahoma"/>
                <a:cs typeface="Tahoma"/>
              </a:rPr>
              <a:t>(</a:t>
            </a:r>
            <a:r>
              <a:rPr sz="1665" spc="-56" dirty="0">
                <a:latin typeface="Microsoft Sans Serif"/>
                <a:cs typeface="Microsoft Sans Serif"/>
              </a:rPr>
              <a:t>1</a:t>
            </a:r>
            <a:r>
              <a:rPr sz="1903" i="1" spc="-56" dirty="0">
                <a:latin typeface="Verdana"/>
                <a:cs typeface="Verdana"/>
              </a:rPr>
              <a:t>,</a:t>
            </a:r>
            <a:r>
              <a:rPr sz="1903" i="1" spc="-349" dirty="0">
                <a:latin typeface="Verdana"/>
                <a:cs typeface="Verdana"/>
              </a:rPr>
              <a:t> </a:t>
            </a:r>
            <a:r>
              <a:rPr sz="1665" spc="8" dirty="0">
                <a:latin typeface="Microsoft Sans Serif"/>
                <a:cs typeface="Microsoft Sans Serif"/>
              </a:rPr>
              <a:t>0</a:t>
            </a:r>
            <a:r>
              <a:rPr sz="1903" spc="8" dirty="0">
                <a:latin typeface="Tahoma"/>
                <a:cs typeface="Tahoma"/>
              </a:rPr>
              <a:t>)</a:t>
            </a:r>
            <a:r>
              <a:rPr sz="1665" spc="8" dirty="0">
                <a:latin typeface="Microsoft Sans Serif"/>
                <a:cs typeface="Microsoft Sans Serif"/>
              </a:rPr>
              <a:t>,</a:t>
            </a:r>
            <a:r>
              <a:rPr sz="1665" spc="24" dirty="0">
                <a:latin typeface="Microsoft Sans Serif"/>
                <a:cs typeface="Microsoft Sans Serif"/>
              </a:rPr>
              <a:t> </a:t>
            </a:r>
            <a:r>
              <a:rPr sz="1665" spc="16" dirty="0">
                <a:latin typeface="Microsoft Sans Serif"/>
                <a:cs typeface="Microsoft Sans Serif"/>
              </a:rPr>
              <a:t>the</a:t>
            </a:r>
            <a:r>
              <a:rPr sz="1665" spc="24" dirty="0">
                <a:latin typeface="Microsoft Sans Serif"/>
                <a:cs typeface="Microsoft Sans Serif"/>
              </a:rPr>
              <a:t> </a:t>
            </a:r>
            <a:r>
              <a:rPr sz="1665" spc="16" dirty="0">
                <a:latin typeface="Microsoft Sans Serif"/>
                <a:cs typeface="Microsoft Sans Serif"/>
              </a:rPr>
              <a:t>learning</a:t>
            </a:r>
            <a:r>
              <a:rPr sz="1665" spc="24" dirty="0">
                <a:latin typeface="Microsoft Sans Serif"/>
                <a:cs typeface="Microsoft Sans Serif"/>
              </a:rPr>
              <a:t> </a:t>
            </a:r>
            <a:r>
              <a:rPr sz="1665" spc="8" dirty="0">
                <a:latin typeface="Microsoft Sans Serif"/>
                <a:cs typeface="Microsoft Sans Serif"/>
              </a:rPr>
              <a:t>rate </a:t>
            </a:r>
            <a:r>
              <a:rPr sz="1665" spc="-428" dirty="0">
                <a:latin typeface="Microsoft Sans Serif"/>
                <a:cs typeface="Microsoft Sans Serif"/>
              </a:rPr>
              <a:t> </a:t>
            </a:r>
            <a:r>
              <a:rPr sz="1665" spc="8" dirty="0">
                <a:latin typeface="Microsoft Sans Serif"/>
                <a:cs typeface="Microsoft Sans Serif"/>
              </a:rPr>
              <a:t>is</a:t>
            </a:r>
            <a:r>
              <a:rPr sz="1665" spc="32" dirty="0">
                <a:latin typeface="Microsoft Sans Serif"/>
                <a:cs typeface="Microsoft Sans Serif"/>
              </a:rPr>
              <a:t> </a:t>
            </a:r>
            <a:r>
              <a:rPr sz="1665" spc="-32" dirty="0">
                <a:latin typeface="Microsoft Sans Serif"/>
                <a:cs typeface="Microsoft Sans Serif"/>
              </a:rPr>
              <a:t>0</a:t>
            </a:r>
            <a:r>
              <a:rPr sz="1903" i="1" spc="-32" dirty="0">
                <a:latin typeface="Verdana"/>
                <a:cs typeface="Verdana"/>
              </a:rPr>
              <a:t>.</a:t>
            </a:r>
            <a:r>
              <a:rPr sz="1665" spc="-32" dirty="0">
                <a:latin typeface="Microsoft Sans Serif"/>
                <a:cs typeface="Microsoft Sans Serif"/>
              </a:rPr>
              <a:t>01</a:t>
            </a:r>
            <a:r>
              <a:rPr sz="1665" spc="32" dirty="0">
                <a:latin typeface="Microsoft Sans Serif"/>
                <a:cs typeface="Microsoft Sans Serif"/>
              </a:rPr>
              <a:t> </a:t>
            </a:r>
            <a:r>
              <a:rPr sz="1665" spc="16" dirty="0">
                <a:latin typeface="Microsoft Sans Serif"/>
                <a:cs typeface="Microsoft Sans Serif"/>
              </a:rPr>
              <a:t>and</a:t>
            </a:r>
            <a:r>
              <a:rPr sz="1665" spc="32" dirty="0">
                <a:latin typeface="Microsoft Sans Serif"/>
                <a:cs typeface="Microsoft Sans Serif"/>
              </a:rPr>
              <a:t> </a:t>
            </a:r>
            <a:r>
              <a:rPr sz="1665" spc="16" dirty="0">
                <a:latin typeface="Microsoft Sans Serif"/>
                <a:cs typeface="Microsoft Sans Serif"/>
              </a:rPr>
              <a:t>target</a:t>
            </a:r>
            <a:r>
              <a:rPr sz="1665" spc="32" dirty="0">
                <a:latin typeface="Microsoft Sans Serif"/>
                <a:cs typeface="Microsoft Sans Serif"/>
              </a:rPr>
              <a:t> </a:t>
            </a:r>
            <a:r>
              <a:rPr sz="1665" spc="16" dirty="0">
                <a:latin typeface="Microsoft Sans Serif"/>
                <a:cs typeface="Microsoft Sans Serif"/>
              </a:rPr>
              <a:t>output</a:t>
            </a:r>
            <a:r>
              <a:rPr sz="1665" spc="40" dirty="0">
                <a:latin typeface="Microsoft Sans Serif"/>
                <a:cs typeface="Microsoft Sans Serif"/>
              </a:rPr>
              <a:t> </a:t>
            </a:r>
            <a:r>
              <a:rPr sz="1665" spc="8" dirty="0">
                <a:latin typeface="Microsoft Sans Serif"/>
                <a:cs typeface="Microsoft Sans Serif"/>
              </a:rPr>
              <a:t>is</a:t>
            </a:r>
            <a:r>
              <a:rPr sz="1665" spc="32" dirty="0">
                <a:latin typeface="Microsoft Sans Serif"/>
                <a:cs typeface="Microsoft Sans Serif"/>
              </a:rPr>
              <a:t> </a:t>
            </a:r>
            <a:r>
              <a:rPr sz="1665" spc="16" dirty="0">
                <a:latin typeface="Microsoft Sans Serif"/>
                <a:cs typeface="Microsoft Sans Serif"/>
              </a:rPr>
              <a:t>1.</a:t>
            </a:r>
            <a:r>
              <a:rPr sz="1665" spc="143" dirty="0">
                <a:latin typeface="Microsoft Sans Serif"/>
                <a:cs typeface="Microsoft Sans Serif"/>
              </a:rPr>
              <a:t> </a:t>
            </a:r>
            <a:r>
              <a:rPr sz="1665" spc="24" dirty="0">
                <a:latin typeface="Microsoft Sans Serif"/>
                <a:cs typeface="Microsoft Sans Serif"/>
              </a:rPr>
              <a:t>Assume</a:t>
            </a:r>
            <a:r>
              <a:rPr sz="1665" spc="32" dirty="0">
                <a:latin typeface="Microsoft Sans Serif"/>
                <a:cs typeface="Microsoft Sans Serif"/>
              </a:rPr>
              <a:t> </a:t>
            </a:r>
            <a:r>
              <a:rPr sz="1665" spc="8" dirty="0">
                <a:latin typeface="Microsoft Sans Serif"/>
                <a:cs typeface="Microsoft Sans Serif"/>
              </a:rPr>
              <a:t>any</a:t>
            </a:r>
            <a:r>
              <a:rPr sz="1665" spc="40" dirty="0">
                <a:latin typeface="Microsoft Sans Serif"/>
                <a:cs typeface="Microsoft Sans Serif"/>
              </a:rPr>
              <a:t> </a:t>
            </a:r>
            <a:r>
              <a:rPr sz="1665" spc="16" dirty="0">
                <a:latin typeface="Microsoft Sans Serif"/>
                <a:cs typeface="Microsoft Sans Serif"/>
              </a:rPr>
              <a:t>other</a:t>
            </a:r>
            <a:r>
              <a:rPr sz="1665" spc="32" dirty="0">
                <a:latin typeface="Microsoft Sans Serif"/>
                <a:cs typeface="Microsoft Sans Serif"/>
              </a:rPr>
              <a:t> </a:t>
            </a:r>
            <a:r>
              <a:rPr sz="1665" dirty="0">
                <a:latin typeface="Microsoft Sans Serif"/>
                <a:cs typeface="Microsoft Sans Serif"/>
              </a:rPr>
              <a:t>relevant</a:t>
            </a:r>
            <a:r>
              <a:rPr sz="1665" spc="32" dirty="0">
                <a:latin typeface="Microsoft Sans Serif"/>
                <a:cs typeface="Microsoft Sans Serif"/>
              </a:rPr>
              <a:t> </a:t>
            </a:r>
            <a:r>
              <a:rPr sz="1665" spc="8" dirty="0">
                <a:latin typeface="Microsoft Sans Serif"/>
                <a:cs typeface="Microsoft Sans Serif"/>
              </a:rPr>
              <a:t>information.</a:t>
            </a:r>
            <a:endParaRPr sz="1665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27850" y="3312632"/>
            <a:ext cx="442094" cy="442094"/>
            <a:chOff x="2020205" y="1549048"/>
            <a:chExt cx="278765" cy="278765"/>
          </a:xfrm>
        </p:grpSpPr>
        <p:sp>
          <p:nvSpPr>
            <p:cNvPr id="5" name="object 5"/>
            <p:cNvSpPr/>
            <p:nvPr/>
          </p:nvSpPr>
          <p:spPr>
            <a:xfrm>
              <a:off x="2022745" y="1551588"/>
              <a:ext cx="273685" cy="273685"/>
            </a:xfrm>
            <a:custGeom>
              <a:avLst/>
              <a:gdLst/>
              <a:ahLst/>
              <a:cxnLst/>
              <a:rect l="l" t="t" r="r" b="b"/>
              <a:pathLst>
                <a:path w="273685" h="273685">
                  <a:moveTo>
                    <a:pt x="136648" y="0"/>
                  </a:moveTo>
                  <a:lnTo>
                    <a:pt x="93456" y="6966"/>
                  </a:lnTo>
                  <a:lnTo>
                    <a:pt x="55945" y="26364"/>
                  </a:lnTo>
                  <a:lnTo>
                    <a:pt x="26364" y="55945"/>
                  </a:lnTo>
                  <a:lnTo>
                    <a:pt x="6966" y="93456"/>
                  </a:lnTo>
                  <a:lnTo>
                    <a:pt x="0" y="136648"/>
                  </a:lnTo>
                  <a:lnTo>
                    <a:pt x="6966" y="179839"/>
                  </a:lnTo>
                  <a:lnTo>
                    <a:pt x="26364" y="217351"/>
                  </a:lnTo>
                  <a:lnTo>
                    <a:pt x="55945" y="246931"/>
                  </a:lnTo>
                  <a:lnTo>
                    <a:pt x="93456" y="266330"/>
                  </a:lnTo>
                  <a:lnTo>
                    <a:pt x="136648" y="273296"/>
                  </a:lnTo>
                  <a:lnTo>
                    <a:pt x="179839" y="266330"/>
                  </a:lnTo>
                  <a:lnTo>
                    <a:pt x="217351" y="246931"/>
                  </a:lnTo>
                  <a:lnTo>
                    <a:pt x="246931" y="217351"/>
                  </a:lnTo>
                  <a:lnTo>
                    <a:pt x="266330" y="179839"/>
                  </a:lnTo>
                  <a:lnTo>
                    <a:pt x="273296" y="136648"/>
                  </a:lnTo>
                  <a:lnTo>
                    <a:pt x="266330" y="93456"/>
                  </a:lnTo>
                  <a:lnTo>
                    <a:pt x="246931" y="55945"/>
                  </a:lnTo>
                  <a:lnTo>
                    <a:pt x="217351" y="26364"/>
                  </a:lnTo>
                  <a:lnTo>
                    <a:pt x="179839" y="6966"/>
                  </a:lnTo>
                  <a:lnTo>
                    <a:pt x="136648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22745" y="1551588"/>
              <a:ext cx="273685" cy="273685"/>
            </a:xfrm>
            <a:custGeom>
              <a:avLst/>
              <a:gdLst/>
              <a:ahLst/>
              <a:cxnLst/>
              <a:rect l="l" t="t" r="r" b="b"/>
              <a:pathLst>
                <a:path w="273685" h="273685">
                  <a:moveTo>
                    <a:pt x="273296" y="136648"/>
                  </a:moveTo>
                  <a:lnTo>
                    <a:pt x="266330" y="93456"/>
                  </a:lnTo>
                  <a:lnTo>
                    <a:pt x="246931" y="55945"/>
                  </a:lnTo>
                  <a:lnTo>
                    <a:pt x="217351" y="26364"/>
                  </a:lnTo>
                  <a:lnTo>
                    <a:pt x="179839" y="6966"/>
                  </a:lnTo>
                  <a:lnTo>
                    <a:pt x="136648" y="0"/>
                  </a:lnTo>
                  <a:lnTo>
                    <a:pt x="93456" y="6966"/>
                  </a:lnTo>
                  <a:lnTo>
                    <a:pt x="55945" y="26364"/>
                  </a:lnTo>
                  <a:lnTo>
                    <a:pt x="26364" y="55945"/>
                  </a:lnTo>
                  <a:lnTo>
                    <a:pt x="6966" y="93456"/>
                  </a:lnTo>
                  <a:lnTo>
                    <a:pt x="0" y="136648"/>
                  </a:lnTo>
                  <a:lnTo>
                    <a:pt x="6966" y="179839"/>
                  </a:lnTo>
                  <a:lnTo>
                    <a:pt x="26364" y="217351"/>
                  </a:lnTo>
                  <a:lnTo>
                    <a:pt x="55945" y="246931"/>
                  </a:lnTo>
                  <a:lnTo>
                    <a:pt x="93456" y="266330"/>
                  </a:lnTo>
                  <a:lnTo>
                    <a:pt x="136648" y="273296"/>
                  </a:lnTo>
                  <a:lnTo>
                    <a:pt x="179839" y="266330"/>
                  </a:lnTo>
                  <a:lnTo>
                    <a:pt x="217351" y="246931"/>
                  </a:lnTo>
                  <a:lnTo>
                    <a:pt x="246931" y="217351"/>
                  </a:lnTo>
                  <a:lnTo>
                    <a:pt x="266330" y="179839"/>
                  </a:lnTo>
                  <a:lnTo>
                    <a:pt x="273296" y="136648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868205" y="3372855"/>
            <a:ext cx="161128" cy="281646"/>
          </a:xfrm>
          <a:prstGeom prst="rect">
            <a:avLst/>
          </a:prstGeom>
        </p:spPr>
        <p:txBody>
          <a:bodyPr vert="horz" wrap="square" lIns="0" tIns="25176" rIns="0" bIns="0" rtlCol="0">
            <a:spAutoFit/>
          </a:bodyPr>
          <a:lstStyle/>
          <a:p>
            <a:pPr marL="20141">
              <a:spcBef>
                <a:spcPts val="198"/>
              </a:spcBef>
            </a:pPr>
            <a:r>
              <a:rPr sz="1665" spc="16" dirty="0">
                <a:latin typeface="Microsoft Sans Serif"/>
                <a:cs typeface="Microsoft Sans Serif"/>
              </a:rPr>
              <a:t>1</a:t>
            </a:r>
            <a:endParaRPr sz="1665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719298" y="4160477"/>
            <a:ext cx="459214" cy="459214"/>
            <a:chOff x="2014813" y="2083662"/>
            <a:chExt cx="289560" cy="289560"/>
          </a:xfrm>
        </p:grpSpPr>
        <p:sp>
          <p:nvSpPr>
            <p:cNvPr id="9" name="object 9"/>
            <p:cNvSpPr/>
            <p:nvPr/>
          </p:nvSpPr>
          <p:spPr>
            <a:xfrm>
              <a:off x="2017353" y="2086202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80">
                  <a:moveTo>
                    <a:pt x="142040" y="0"/>
                  </a:moveTo>
                  <a:lnTo>
                    <a:pt x="97144" y="7241"/>
                  </a:lnTo>
                  <a:lnTo>
                    <a:pt x="58152" y="27405"/>
                  </a:lnTo>
                  <a:lnTo>
                    <a:pt x="27405" y="58152"/>
                  </a:lnTo>
                  <a:lnTo>
                    <a:pt x="7241" y="97144"/>
                  </a:lnTo>
                  <a:lnTo>
                    <a:pt x="0" y="142040"/>
                  </a:lnTo>
                  <a:lnTo>
                    <a:pt x="7241" y="186936"/>
                  </a:lnTo>
                  <a:lnTo>
                    <a:pt x="27405" y="225927"/>
                  </a:lnTo>
                  <a:lnTo>
                    <a:pt x="58152" y="256675"/>
                  </a:lnTo>
                  <a:lnTo>
                    <a:pt x="97144" y="276839"/>
                  </a:lnTo>
                  <a:lnTo>
                    <a:pt x="142040" y="284080"/>
                  </a:lnTo>
                  <a:lnTo>
                    <a:pt x="186936" y="276839"/>
                  </a:lnTo>
                  <a:lnTo>
                    <a:pt x="225927" y="256675"/>
                  </a:lnTo>
                  <a:lnTo>
                    <a:pt x="256675" y="225927"/>
                  </a:lnTo>
                  <a:lnTo>
                    <a:pt x="276839" y="186936"/>
                  </a:lnTo>
                  <a:lnTo>
                    <a:pt x="284080" y="142040"/>
                  </a:lnTo>
                  <a:lnTo>
                    <a:pt x="276839" y="97144"/>
                  </a:lnTo>
                  <a:lnTo>
                    <a:pt x="256675" y="58152"/>
                  </a:lnTo>
                  <a:lnTo>
                    <a:pt x="225927" y="27405"/>
                  </a:lnTo>
                  <a:lnTo>
                    <a:pt x="186936" y="7241"/>
                  </a:lnTo>
                  <a:lnTo>
                    <a:pt x="142040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17353" y="2086202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80">
                  <a:moveTo>
                    <a:pt x="284080" y="142040"/>
                  </a:moveTo>
                  <a:lnTo>
                    <a:pt x="276839" y="97144"/>
                  </a:lnTo>
                  <a:lnTo>
                    <a:pt x="256675" y="58152"/>
                  </a:lnTo>
                  <a:lnTo>
                    <a:pt x="225927" y="27405"/>
                  </a:lnTo>
                  <a:lnTo>
                    <a:pt x="186936" y="7241"/>
                  </a:lnTo>
                  <a:lnTo>
                    <a:pt x="142040" y="0"/>
                  </a:lnTo>
                  <a:lnTo>
                    <a:pt x="97144" y="7241"/>
                  </a:lnTo>
                  <a:lnTo>
                    <a:pt x="58152" y="27405"/>
                  </a:lnTo>
                  <a:lnTo>
                    <a:pt x="27405" y="58152"/>
                  </a:lnTo>
                  <a:lnTo>
                    <a:pt x="7241" y="97144"/>
                  </a:lnTo>
                  <a:lnTo>
                    <a:pt x="0" y="142040"/>
                  </a:lnTo>
                  <a:lnTo>
                    <a:pt x="7241" y="186936"/>
                  </a:lnTo>
                  <a:lnTo>
                    <a:pt x="27405" y="225927"/>
                  </a:lnTo>
                  <a:lnTo>
                    <a:pt x="58152" y="256675"/>
                  </a:lnTo>
                  <a:lnTo>
                    <a:pt x="97144" y="276839"/>
                  </a:lnTo>
                  <a:lnTo>
                    <a:pt x="142040" y="284080"/>
                  </a:lnTo>
                  <a:lnTo>
                    <a:pt x="186936" y="276839"/>
                  </a:lnTo>
                  <a:lnTo>
                    <a:pt x="225927" y="256675"/>
                  </a:lnTo>
                  <a:lnTo>
                    <a:pt x="256675" y="225927"/>
                  </a:lnTo>
                  <a:lnTo>
                    <a:pt x="276839" y="186936"/>
                  </a:lnTo>
                  <a:lnTo>
                    <a:pt x="284080" y="14204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788811" y="4191242"/>
            <a:ext cx="310171" cy="281646"/>
          </a:xfrm>
          <a:prstGeom prst="rect">
            <a:avLst/>
          </a:prstGeom>
        </p:spPr>
        <p:txBody>
          <a:bodyPr vert="horz" wrap="square" lIns="0" tIns="25176" rIns="0" bIns="0" rtlCol="0">
            <a:spAutoFit/>
          </a:bodyPr>
          <a:lstStyle/>
          <a:p>
            <a:pPr marL="60423">
              <a:spcBef>
                <a:spcPts val="198"/>
              </a:spcBef>
            </a:pPr>
            <a:r>
              <a:rPr sz="1665" i="1" spc="16" dirty="0">
                <a:latin typeface="Arial"/>
                <a:cs typeface="Arial"/>
              </a:rPr>
              <a:t>x</a:t>
            </a:r>
            <a:r>
              <a:rPr sz="1665" spc="24" baseline="-15873" dirty="0">
                <a:latin typeface="Microsoft Sans Serif"/>
                <a:cs typeface="Microsoft Sans Serif"/>
              </a:rPr>
              <a:t>1</a:t>
            </a:r>
            <a:endParaRPr sz="1665" baseline="-15873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719299" y="3943495"/>
            <a:ext cx="1817722" cy="1532726"/>
            <a:chOff x="2014813" y="1946842"/>
            <a:chExt cx="1146175" cy="966469"/>
          </a:xfrm>
        </p:grpSpPr>
        <p:sp>
          <p:nvSpPr>
            <p:cNvPr id="13" name="object 13"/>
            <p:cNvSpPr/>
            <p:nvPr/>
          </p:nvSpPr>
          <p:spPr>
            <a:xfrm>
              <a:off x="2017353" y="2626209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80">
                  <a:moveTo>
                    <a:pt x="142040" y="0"/>
                  </a:moveTo>
                  <a:lnTo>
                    <a:pt x="97144" y="7241"/>
                  </a:lnTo>
                  <a:lnTo>
                    <a:pt x="58152" y="27405"/>
                  </a:lnTo>
                  <a:lnTo>
                    <a:pt x="27405" y="58152"/>
                  </a:lnTo>
                  <a:lnTo>
                    <a:pt x="7241" y="97144"/>
                  </a:lnTo>
                  <a:lnTo>
                    <a:pt x="0" y="142040"/>
                  </a:lnTo>
                  <a:lnTo>
                    <a:pt x="7241" y="186936"/>
                  </a:lnTo>
                  <a:lnTo>
                    <a:pt x="27405" y="225927"/>
                  </a:lnTo>
                  <a:lnTo>
                    <a:pt x="58152" y="256675"/>
                  </a:lnTo>
                  <a:lnTo>
                    <a:pt x="97144" y="276839"/>
                  </a:lnTo>
                  <a:lnTo>
                    <a:pt x="142040" y="284080"/>
                  </a:lnTo>
                  <a:lnTo>
                    <a:pt x="186936" y="276839"/>
                  </a:lnTo>
                  <a:lnTo>
                    <a:pt x="225927" y="256675"/>
                  </a:lnTo>
                  <a:lnTo>
                    <a:pt x="256675" y="225927"/>
                  </a:lnTo>
                  <a:lnTo>
                    <a:pt x="276839" y="186936"/>
                  </a:lnTo>
                  <a:lnTo>
                    <a:pt x="284080" y="142040"/>
                  </a:lnTo>
                  <a:lnTo>
                    <a:pt x="276839" y="97144"/>
                  </a:lnTo>
                  <a:lnTo>
                    <a:pt x="256675" y="58152"/>
                  </a:lnTo>
                  <a:lnTo>
                    <a:pt x="225927" y="27405"/>
                  </a:lnTo>
                  <a:lnTo>
                    <a:pt x="186936" y="7241"/>
                  </a:lnTo>
                  <a:lnTo>
                    <a:pt x="142040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17353" y="2626209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80">
                  <a:moveTo>
                    <a:pt x="284080" y="142040"/>
                  </a:moveTo>
                  <a:lnTo>
                    <a:pt x="276839" y="97144"/>
                  </a:lnTo>
                  <a:lnTo>
                    <a:pt x="256675" y="58152"/>
                  </a:lnTo>
                  <a:lnTo>
                    <a:pt x="225927" y="27405"/>
                  </a:lnTo>
                  <a:lnTo>
                    <a:pt x="186936" y="7241"/>
                  </a:lnTo>
                  <a:lnTo>
                    <a:pt x="142040" y="0"/>
                  </a:lnTo>
                  <a:lnTo>
                    <a:pt x="97144" y="7241"/>
                  </a:lnTo>
                  <a:lnTo>
                    <a:pt x="58152" y="27405"/>
                  </a:lnTo>
                  <a:lnTo>
                    <a:pt x="27405" y="58152"/>
                  </a:lnTo>
                  <a:lnTo>
                    <a:pt x="7241" y="97144"/>
                  </a:lnTo>
                  <a:lnTo>
                    <a:pt x="0" y="142040"/>
                  </a:lnTo>
                  <a:lnTo>
                    <a:pt x="7241" y="186936"/>
                  </a:lnTo>
                  <a:lnTo>
                    <a:pt x="27405" y="225927"/>
                  </a:lnTo>
                  <a:lnTo>
                    <a:pt x="58152" y="256675"/>
                  </a:lnTo>
                  <a:lnTo>
                    <a:pt x="97144" y="276839"/>
                  </a:lnTo>
                  <a:lnTo>
                    <a:pt x="142040" y="284080"/>
                  </a:lnTo>
                  <a:lnTo>
                    <a:pt x="186936" y="276839"/>
                  </a:lnTo>
                  <a:lnTo>
                    <a:pt x="225927" y="256675"/>
                  </a:lnTo>
                  <a:lnTo>
                    <a:pt x="256675" y="225927"/>
                  </a:lnTo>
                  <a:lnTo>
                    <a:pt x="276839" y="186936"/>
                  </a:lnTo>
                  <a:lnTo>
                    <a:pt x="284080" y="14204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00542" y="1949382"/>
              <a:ext cx="558165" cy="558165"/>
            </a:xfrm>
            <a:custGeom>
              <a:avLst/>
              <a:gdLst/>
              <a:ahLst/>
              <a:cxnLst/>
              <a:rect l="l" t="t" r="r" b="b"/>
              <a:pathLst>
                <a:path w="558164" h="558164">
                  <a:moveTo>
                    <a:pt x="278860" y="0"/>
                  </a:moveTo>
                  <a:lnTo>
                    <a:pt x="233627" y="3649"/>
                  </a:lnTo>
                  <a:lnTo>
                    <a:pt x="190718" y="14216"/>
                  </a:lnTo>
                  <a:lnTo>
                    <a:pt x="150707" y="31125"/>
                  </a:lnTo>
                  <a:lnTo>
                    <a:pt x="114168" y="53803"/>
                  </a:lnTo>
                  <a:lnTo>
                    <a:pt x="81675" y="81675"/>
                  </a:lnTo>
                  <a:lnTo>
                    <a:pt x="53803" y="114168"/>
                  </a:lnTo>
                  <a:lnTo>
                    <a:pt x="31125" y="150707"/>
                  </a:lnTo>
                  <a:lnTo>
                    <a:pt x="14216" y="190718"/>
                  </a:lnTo>
                  <a:lnTo>
                    <a:pt x="3649" y="233627"/>
                  </a:lnTo>
                  <a:lnTo>
                    <a:pt x="0" y="278860"/>
                  </a:lnTo>
                  <a:lnTo>
                    <a:pt x="3649" y="324093"/>
                  </a:lnTo>
                  <a:lnTo>
                    <a:pt x="14216" y="367002"/>
                  </a:lnTo>
                  <a:lnTo>
                    <a:pt x="31125" y="407013"/>
                  </a:lnTo>
                  <a:lnTo>
                    <a:pt x="53803" y="443552"/>
                  </a:lnTo>
                  <a:lnTo>
                    <a:pt x="81675" y="476044"/>
                  </a:lnTo>
                  <a:lnTo>
                    <a:pt x="114168" y="503917"/>
                  </a:lnTo>
                  <a:lnTo>
                    <a:pt x="150707" y="526594"/>
                  </a:lnTo>
                  <a:lnTo>
                    <a:pt x="190718" y="543504"/>
                  </a:lnTo>
                  <a:lnTo>
                    <a:pt x="233627" y="554070"/>
                  </a:lnTo>
                  <a:lnTo>
                    <a:pt x="278860" y="557720"/>
                  </a:lnTo>
                  <a:lnTo>
                    <a:pt x="324093" y="554070"/>
                  </a:lnTo>
                  <a:lnTo>
                    <a:pt x="367002" y="543504"/>
                  </a:lnTo>
                  <a:lnTo>
                    <a:pt x="407013" y="526594"/>
                  </a:lnTo>
                  <a:lnTo>
                    <a:pt x="443552" y="503917"/>
                  </a:lnTo>
                  <a:lnTo>
                    <a:pt x="476044" y="476044"/>
                  </a:lnTo>
                  <a:lnTo>
                    <a:pt x="503917" y="443552"/>
                  </a:lnTo>
                  <a:lnTo>
                    <a:pt x="526594" y="407013"/>
                  </a:lnTo>
                  <a:lnTo>
                    <a:pt x="543504" y="367002"/>
                  </a:lnTo>
                  <a:lnTo>
                    <a:pt x="554070" y="324093"/>
                  </a:lnTo>
                  <a:lnTo>
                    <a:pt x="557720" y="278860"/>
                  </a:lnTo>
                  <a:lnTo>
                    <a:pt x="554070" y="233627"/>
                  </a:lnTo>
                  <a:lnTo>
                    <a:pt x="543504" y="190718"/>
                  </a:lnTo>
                  <a:lnTo>
                    <a:pt x="526594" y="150707"/>
                  </a:lnTo>
                  <a:lnTo>
                    <a:pt x="503917" y="114168"/>
                  </a:lnTo>
                  <a:lnTo>
                    <a:pt x="476044" y="81675"/>
                  </a:lnTo>
                  <a:lnTo>
                    <a:pt x="443552" y="53803"/>
                  </a:lnTo>
                  <a:lnTo>
                    <a:pt x="407013" y="31125"/>
                  </a:lnTo>
                  <a:lnTo>
                    <a:pt x="367002" y="14216"/>
                  </a:lnTo>
                  <a:lnTo>
                    <a:pt x="324093" y="3649"/>
                  </a:lnTo>
                  <a:lnTo>
                    <a:pt x="278860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76872" y="1949382"/>
              <a:ext cx="5080" cy="558165"/>
            </a:xfrm>
            <a:custGeom>
              <a:avLst/>
              <a:gdLst/>
              <a:ahLst/>
              <a:cxnLst/>
              <a:rect l="l" t="t" r="r" b="b"/>
              <a:pathLst>
                <a:path w="5080" h="558164">
                  <a:moveTo>
                    <a:pt x="2530" y="0"/>
                  </a:moveTo>
                  <a:lnTo>
                    <a:pt x="0" y="204"/>
                  </a:lnTo>
                  <a:lnTo>
                    <a:pt x="0" y="557516"/>
                  </a:lnTo>
                  <a:lnTo>
                    <a:pt x="2530" y="557720"/>
                  </a:lnTo>
                  <a:lnTo>
                    <a:pt x="5060" y="557516"/>
                  </a:lnTo>
                  <a:lnTo>
                    <a:pt x="5060" y="204"/>
                  </a:lnTo>
                  <a:lnTo>
                    <a:pt x="2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00542" y="1949382"/>
              <a:ext cx="558165" cy="558165"/>
            </a:xfrm>
            <a:custGeom>
              <a:avLst/>
              <a:gdLst/>
              <a:ahLst/>
              <a:cxnLst/>
              <a:rect l="l" t="t" r="r" b="b"/>
              <a:pathLst>
                <a:path w="558164" h="558164">
                  <a:moveTo>
                    <a:pt x="557720" y="278860"/>
                  </a:moveTo>
                  <a:lnTo>
                    <a:pt x="554070" y="233627"/>
                  </a:lnTo>
                  <a:lnTo>
                    <a:pt x="543504" y="190718"/>
                  </a:lnTo>
                  <a:lnTo>
                    <a:pt x="526594" y="150707"/>
                  </a:lnTo>
                  <a:lnTo>
                    <a:pt x="503917" y="114168"/>
                  </a:lnTo>
                  <a:lnTo>
                    <a:pt x="476044" y="81675"/>
                  </a:lnTo>
                  <a:lnTo>
                    <a:pt x="443552" y="53803"/>
                  </a:lnTo>
                  <a:lnTo>
                    <a:pt x="407013" y="31125"/>
                  </a:lnTo>
                  <a:lnTo>
                    <a:pt x="367002" y="14216"/>
                  </a:lnTo>
                  <a:lnTo>
                    <a:pt x="324093" y="3649"/>
                  </a:lnTo>
                  <a:lnTo>
                    <a:pt x="278860" y="0"/>
                  </a:lnTo>
                  <a:lnTo>
                    <a:pt x="233627" y="3649"/>
                  </a:lnTo>
                  <a:lnTo>
                    <a:pt x="190718" y="14216"/>
                  </a:lnTo>
                  <a:lnTo>
                    <a:pt x="150707" y="31125"/>
                  </a:lnTo>
                  <a:lnTo>
                    <a:pt x="114168" y="53803"/>
                  </a:lnTo>
                  <a:lnTo>
                    <a:pt x="81675" y="81675"/>
                  </a:lnTo>
                  <a:lnTo>
                    <a:pt x="53803" y="114168"/>
                  </a:lnTo>
                  <a:lnTo>
                    <a:pt x="31125" y="150707"/>
                  </a:lnTo>
                  <a:lnTo>
                    <a:pt x="14216" y="190718"/>
                  </a:lnTo>
                  <a:lnTo>
                    <a:pt x="3649" y="233627"/>
                  </a:lnTo>
                  <a:lnTo>
                    <a:pt x="0" y="278860"/>
                  </a:lnTo>
                  <a:lnTo>
                    <a:pt x="3649" y="324093"/>
                  </a:lnTo>
                  <a:lnTo>
                    <a:pt x="14216" y="367002"/>
                  </a:lnTo>
                  <a:lnTo>
                    <a:pt x="31125" y="407013"/>
                  </a:lnTo>
                  <a:lnTo>
                    <a:pt x="53803" y="443552"/>
                  </a:lnTo>
                  <a:lnTo>
                    <a:pt x="81675" y="476044"/>
                  </a:lnTo>
                  <a:lnTo>
                    <a:pt x="114168" y="503917"/>
                  </a:lnTo>
                  <a:lnTo>
                    <a:pt x="150707" y="526594"/>
                  </a:lnTo>
                  <a:lnTo>
                    <a:pt x="190718" y="543504"/>
                  </a:lnTo>
                  <a:lnTo>
                    <a:pt x="233627" y="554070"/>
                  </a:lnTo>
                  <a:lnTo>
                    <a:pt x="278860" y="557720"/>
                  </a:lnTo>
                  <a:lnTo>
                    <a:pt x="324093" y="554070"/>
                  </a:lnTo>
                  <a:lnTo>
                    <a:pt x="367002" y="543504"/>
                  </a:lnTo>
                  <a:lnTo>
                    <a:pt x="407013" y="526594"/>
                  </a:lnTo>
                  <a:lnTo>
                    <a:pt x="443552" y="503917"/>
                  </a:lnTo>
                  <a:lnTo>
                    <a:pt x="476044" y="476044"/>
                  </a:lnTo>
                  <a:lnTo>
                    <a:pt x="503917" y="443552"/>
                  </a:lnTo>
                  <a:lnTo>
                    <a:pt x="526594" y="407013"/>
                  </a:lnTo>
                  <a:lnTo>
                    <a:pt x="543504" y="367002"/>
                  </a:lnTo>
                  <a:lnTo>
                    <a:pt x="554070" y="324093"/>
                  </a:lnTo>
                  <a:lnTo>
                    <a:pt x="557720" y="27886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54491" y="4189014"/>
            <a:ext cx="174219" cy="312158"/>
          </a:xfrm>
          <a:prstGeom prst="rect">
            <a:avLst/>
          </a:prstGeom>
        </p:spPr>
        <p:txBody>
          <a:bodyPr vert="horz" wrap="square" lIns="0" tIns="19134" rIns="0" bIns="0" rtlCol="0">
            <a:spAutoFit/>
          </a:bodyPr>
          <a:lstStyle/>
          <a:p>
            <a:pPr marL="20141">
              <a:spcBef>
                <a:spcPts val="151"/>
              </a:spcBef>
            </a:pPr>
            <a:r>
              <a:rPr sz="1903" i="1" spc="-151" dirty="0">
                <a:latin typeface="Verdana"/>
                <a:cs typeface="Verdana"/>
              </a:rPr>
              <a:t>σ</a:t>
            </a:r>
            <a:endParaRPr sz="1903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001121" y="4158573"/>
            <a:ext cx="463242" cy="463242"/>
            <a:chOff x="3453629" y="2082461"/>
            <a:chExt cx="292100" cy="292100"/>
          </a:xfrm>
        </p:grpSpPr>
        <p:sp>
          <p:nvSpPr>
            <p:cNvPr id="20" name="object 20"/>
            <p:cNvSpPr/>
            <p:nvPr/>
          </p:nvSpPr>
          <p:spPr>
            <a:xfrm>
              <a:off x="3456169" y="2085001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>
                  <a:moveTo>
                    <a:pt x="143242" y="0"/>
                  </a:moveTo>
                  <a:lnTo>
                    <a:pt x="97966" y="7302"/>
                  </a:lnTo>
                  <a:lnTo>
                    <a:pt x="58644" y="27637"/>
                  </a:lnTo>
                  <a:lnTo>
                    <a:pt x="27637" y="58644"/>
                  </a:lnTo>
                  <a:lnTo>
                    <a:pt x="7302" y="97966"/>
                  </a:lnTo>
                  <a:lnTo>
                    <a:pt x="0" y="143242"/>
                  </a:lnTo>
                  <a:lnTo>
                    <a:pt x="7302" y="188517"/>
                  </a:lnTo>
                  <a:lnTo>
                    <a:pt x="27637" y="227839"/>
                  </a:lnTo>
                  <a:lnTo>
                    <a:pt x="58644" y="258846"/>
                  </a:lnTo>
                  <a:lnTo>
                    <a:pt x="97966" y="279181"/>
                  </a:lnTo>
                  <a:lnTo>
                    <a:pt x="143242" y="286483"/>
                  </a:lnTo>
                  <a:lnTo>
                    <a:pt x="188517" y="279181"/>
                  </a:lnTo>
                  <a:lnTo>
                    <a:pt x="227839" y="258846"/>
                  </a:lnTo>
                  <a:lnTo>
                    <a:pt x="258846" y="227839"/>
                  </a:lnTo>
                  <a:lnTo>
                    <a:pt x="279181" y="188517"/>
                  </a:lnTo>
                  <a:lnTo>
                    <a:pt x="286483" y="143242"/>
                  </a:lnTo>
                  <a:lnTo>
                    <a:pt x="279181" y="97966"/>
                  </a:lnTo>
                  <a:lnTo>
                    <a:pt x="258846" y="58644"/>
                  </a:lnTo>
                  <a:lnTo>
                    <a:pt x="227839" y="27637"/>
                  </a:lnTo>
                  <a:lnTo>
                    <a:pt x="188517" y="7302"/>
                  </a:lnTo>
                  <a:lnTo>
                    <a:pt x="143242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456169" y="2085001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>
                  <a:moveTo>
                    <a:pt x="286483" y="143242"/>
                  </a:moveTo>
                  <a:lnTo>
                    <a:pt x="279181" y="97966"/>
                  </a:lnTo>
                  <a:lnTo>
                    <a:pt x="258846" y="58644"/>
                  </a:lnTo>
                  <a:lnTo>
                    <a:pt x="227839" y="27637"/>
                  </a:lnTo>
                  <a:lnTo>
                    <a:pt x="188517" y="7302"/>
                  </a:lnTo>
                  <a:lnTo>
                    <a:pt x="143242" y="0"/>
                  </a:lnTo>
                  <a:lnTo>
                    <a:pt x="97966" y="7302"/>
                  </a:lnTo>
                  <a:lnTo>
                    <a:pt x="58644" y="27637"/>
                  </a:lnTo>
                  <a:lnTo>
                    <a:pt x="27637" y="58644"/>
                  </a:lnTo>
                  <a:lnTo>
                    <a:pt x="7302" y="97966"/>
                  </a:lnTo>
                  <a:lnTo>
                    <a:pt x="0" y="143242"/>
                  </a:lnTo>
                  <a:lnTo>
                    <a:pt x="7302" y="188517"/>
                  </a:lnTo>
                  <a:lnTo>
                    <a:pt x="27637" y="227839"/>
                  </a:lnTo>
                  <a:lnTo>
                    <a:pt x="58644" y="258846"/>
                  </a:lnTo>
                  <a:lnTo>
                    <a:pt x="97966" y="279181"/>
                  </a:lnTo>
                  <a:lnTo>
                    <a:pt x="143242" y="286483"/>
                  </a:lnTo>
                  <a:lnTo>
                    <a:pt x="188517" y="279181"/>
                  </a:lnTo>
                  <a:lnTo>
                    <a:pt x="227839" y="258846"/>
                  </a:lnTo>
                  <a:lnTo>
                    <a:pt x="258846" y="227839"/>
                  </a:lnTo>
                  <a:lnTo>
                    <a:pt x="279181" y="188517"/>
                  </a:lnTo>
                  <a:lnTo>
                    <a:pt x="286483" y="14324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147138" y="4192137"/>
            <a:ext cx="164149" cy="312222"/>
          </a:xfrm>
          <a:prstGeom prst="rect">
            <a:avLst/>
          </a:prstGeom>
        </p:spPr>
        <p:txBody>
          <a:bodyPr vert="horz" wrap="square" lIns="0" tIns="19134" rIns="0" bIns="0" rtlCol="0">
            <a:spAutoFit/>
          </a:bodyPr>
          <a:lstStyle/>
          <a:p>
            <a:pPr marL="20141">
              <a:spcBef>
                <a:spcPts val="151"/>
              </a:spcBef>
            </a:pPr>
            <a:r>
              <a:rPr sz="1665" i="1" spc="-793" dirty="0">
                <a:latin typeface="Arial"/>
                <a:cs typeface="Arial"/>
              </a:rPr>
              <a:t>y</a:t>
            </a:r>
            <a:r>
              <a:rPr sz="2855" spc="-178" baseline="2314" dirty="0">
                <a:latin typeface="Tahoma"/>
                <a:cs typeface="Tahoma"/>
              </a:rPr>
              <a:t>ˆ</a:t>
            </a:r>
            <a:endParaRPr sz="2855" baseline="2314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121134" y="3661775"/>
            <a:ext cx="613293" cy="470292"/>
            <a:chOff x="2268192" y="1769202"/>
            <a:chExt cx="386715" cy="296545"/>
          </a:xfrm>
        </p:grpSpPr>
        <p:sp>
          <p:nvSpPr>
            <p:cNvPr id="24" name="object 24"/>
            <p:cNvSpPr/>
            <p:nvPr/>
          </p:nvSpPr>
          <p:spPr>
            <a:xfrm>
              <a:off x="2270732" y="1771742"/>
              <a:ext cx="379095" cy="284480"/>
            </a:xfrm>
            <a:custGeom>
              <a:avLst/>
              <a:gdLst/>
              <a:ahLst/>
              <a:cxnLst/>
              <a:rect l="l" t="t" r="r" b="b"/>
              <a:pathLst>
                <a:path w="379094" h="284480">
                  <a:moveTo>
                    <a:pt x="0" y="0"/>
                  </a:moveTo>
                  <a:lnTo>
                    <a:pt x="378909" y="284177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625350" y="2030615"/>
              <a:ext cx="27940" cy="32384"/>
            </a:xfrm>
            <a:custGeom>
              <a:avLst/>
              <a:gdLst/>
              <a:ahLst/>
              <a:cxnLst/>
              <a:rect l="l" t="t" r="r" b="b"/>
              <a:pathLst>
                <a:path w="27939" h="32385">
                  <a:moveTo>
                    <a:pt x="24291" y="0"/>
                  </a:moveTo>
                  <a:lnTo>
                    <a:pt x="22951" y="6729"/>
                  </a:lnTo>
                  <a:lnTo>
                    <a:pt x="23627" y="15119"/>
                  </a:lnTo>
                  <a:lnTo>
                    <a:pt x="25394" y="22844"/>
                  </a:lnTo>
                  <a:lnTo>
                    <a:pt x="27328" y="27581"/>
                  </a:lnTo>
                  <a:lnTo>
                    <a:pt x="22239" y="27051"/>
                  </a:lnTo>
                  <a:lnTo>
                    <a:pt x="14328" y="27518"/>
                  </a:lnTo>
                  <a:lnTo>
                    <a:pt x="6084" y="29218"/>
                  </a:lnTo>
                  <a:lnTo>
                    <a:pt x="0" y="32389"/>
                  </a:lnTo>
                </a:path>
              </a:pathLst>
            </a:custGeom>
            <a:ln w="4048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293060" y="3428263"/>
            <a:ext cx="358509" cy="281646"/>
          </a:xfrm>
          <a:prstGeom prst="rect">
            <a:avLst/>
          </a:prstGeom>
        </p:spPr>
        <p:txBody>
          <a:bodyPr vert="horz" wrap="square" lIns="0" tIns="25176" rIns="0" bIns="0" rtlCol="0">
            <a:spAutoFit/>
          </a:bodyPr>
          <a:lstStyle/>
          <a:p>
            <a:pPr marL="60423">
              <a:spcBef>
                <a:spcPts val="198"/>
              </a:spcBef>
            </a:pPr>
            <a:r>
              <a:rPr sz="1665" i="1" spc="16" dirty="0">
                <a:solidFill>
                  <a:srgbClr val="0000FF"/>
                </a:solidFill>
                <a:latin typeface="Arial"/>
                <a:cs typeface="Arial"/>
              </a:rPr>
              <a:t>w</a:t>
            </a:r>
            <a:r>
              <a:rPr sz="1665" spc="24" baseline="-15873" dirty="0">
                <a:solidFill>
                  <a:srgbClr val="0000FF"/>
                </a:solidFill>
                <a:latin typeface="Microsoft Sans Serif"/>
                <a:cs typeface="Microsoft Sans Serif"/>
              </a:rPr>
              <a:t>0</a:t>
            </a:r>
            <a:endParaRPr sz="1665" baseline="-15873">
              <a:latin typeface="Microsoft Sans Serif"/>
              <a:cs typeface="Microsoft Sans 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173836" y="4354139"/>
            <a:ext cx="471299" cy="71500"/>
            <a:chOff x="2301424" y="2205776"/>
            <a:chExt cx="297180" cy="45085"/>
          </a:xfrm>
        </p:grpSpPr>
        <p:sp>
          <p:nvSpPr>
            <p:cNvPr id="28" name="object 28"/>
            <p:cNvSpPr/>
            <p:nvPr/>
          </p:nvSpPr>
          <p:spPr>
            <a:xfrm>
              <a:off x="2303964" y="2228243"/>
              <a:ext cx="288290" cy="0"/>
            </a:xfrm>
            <a:custGeom>
              <a:avLst/>
              <a:gdLst/>
              <a:ahLst/>
              <a:cxnLst/>
              <a:rect l="l" t="t" r="r" b="b"/>
              <a:pathLst>
                <a:path w="288289">
                  <a:moveTo>
                    <a:pt x="0" y="0"/>
                  </a:moveTo>
                  <a:lnTo>
                    <a:pt x="288227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577008" y="2207999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090484" y="4008432"/>
            <a:ext cx="987915" cy="301619"/>
          </a:xfrm>
          <a:prstGeom prst="rect">
            <a:avLst/>
          </a:prstGeom>
        </p:spPr>
        <p:txBody>
          <a:bodyPr vert="horz" wrap="square" lIns="0" tIns="57402" rIns="0" bIns="0" rtlCol="0">
            <a:spAutoFit/>
          </a:bodyPr>
          <a:lstStyle/>
          <a:p>
            <a:pPr marL="80564">
              <a:lnSpc>
                <a:spcPts val="848"/>
              </a:lnSpc>
              <a:spcBef>
                <a:spcPts val="452"/>
              </a:spcBef>
            </a:pPr>
            <a:r>
              <a:rPr sz="1665" i="1" spc="16" dirty="0">
                <a:solidFill>
                  <a:srgbClr val="0000FF"/>
                </a:solidFill>
                <a:latin typeface="Arial"/>
                <a:cs typeface="Arial"/>
              </a:rPr>
              <a:t>w</a:t>
            </a:r>
            <a:r>
              <a:rPr sz="1665" spc="24" baseline="-15873" dirty="0">
                <a:solidFill>
                  <a:srgbClr val="0000FF"/>
                </a:solidFill>
                <a:latin typeface="Microsoft Sans Serif"/>
                <a:cs typeface="Microsoft Sans Serif"/>
              </a:rPr>
              <a:t>1</a:t>
            </a:r>
            <a:endParaRPr sz="1665" baseline="-15873">
              <a:latin typeface="Microsoft Sans Serif"/>
              <a:cs typeface="Microsoft Sans Serif"/>
            </a:endParaRPr>
          </a:p>
          <a:p>
            <a:pPr marR="48338" algn="r">
              <a:lnSpc>
                <a:spcPts val="1134"/>
              </a:lnSpc>
            </a:pPr>
            <a:r>
              <a:rPr sz="1903" spc="975" dirty="0">
                <a:latin typeface="Sitka Banner"/>
                <a:cs typeface="Sitka Banner"/>
              </a:rPr>
              <a:t>Σ</a:t>
            </a:r>
            <a:endParaRPr sz="1903">
              <a:latin typeface="Sitka Banner"/>
              <a:cs typeface="Sitka Banner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127975" y="4648295"/>
            <a:ext cx="607250" cy="465256"/>
            <a:chOff x="2272506" y="2391258"/>
            <a:chExt cx="382905" cy="293370"/>
          </a:xfrm>
        </p:grpSpPr>
        <p:sp>
          <p:nvSpPr>
            <p:cNvPr id="32" name="object 32"/>
            <p:cNvSpPr/>
            <p:nvPr/>
          </p:nvSpPr>
          <p:spPr>
            <a:xfrm>
              <a:off x="2275046" y="2400566"/>
              <a:ext cx="374650" cy="281305"/>
            </a:xfrm>
            <a:custGeom>
              <a:avLst/>
              <a:gdLst/>
              <a:ahLst/>
              <a:cxnLst/>
              <a:rect l="l" t="t" r="r" b="b"/>
              <a:pathLst>
                <a:path w="374650" h="281305">
                  <a:moveTo>
                    <a:pt x="0" y="280942"/>
                  </a:moveTo>
                  <a:lnTo>
                    <a:pt x="374595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625350" y="2393480"/>
              <a:ext cx="27940" cy="32384"/>
            </a:xfrm>
            <a:custGeom>
              <a:avLst/>
              <a:gdLst/>
              <a:ahLst/>
              <a:cxnLst/>
              <a:rect l="l" t="t" r="r" b="b"/>
              <a:pathLst>
                <a:path w="27939" h="32385">
                  <a:moveTo>
                    <a:pt x="0" y="0"/>
                  </a:moveTo>
                  <a:lnTo>
                    <a:pt x="6084" y="3171"/>
                  </a:lnTo>
                  <a:lnTo>
                    <a:pt x="14328" y="4871"/>
                  </a:lnTo>
                  <a:lnTo>
                    <a:pt x="22239" y="5338"/>
                  </a:lnTo>
                  <a:lnTo>
                    <a:pt x="27328" y="4808"/>
                  </a:lnTo>
                  <a:lnTo>
                    <a:pt x="25394" y="9545"/>
                  </a:lnTo>
                  <a:lnTo>
                    <a:pt x="23627" y="17270"/>
                  </a:lnTo>
                  <a:lnTo>
                    <a:pt x="22951" y="25660"/>
                  </a:lnTo>
                  <a:lnTo>
                    <a:pt x="24291" y="32389"/>
                  </a:lnTo>
                </a:path>
              </a:pathLst>
            </a:custGeom>
            <a:ln w="4048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788810" y="4505634"/>
            <a:ext cx="468278" cy="829030"/>
          </a:xfrm>
          <a:prstGeom prst="rect">
            <a:avLst/>
          </a:prstGeom>
        </p:spPr>
        <p:txBody>
          <a:bodyPr vert="horz" wrap="square" lIns="0" tIns="19134" rIns="0" bIns="0" rtlCol="0">
            <a:spAutoFit/>
          </a:bodyPr>
          <a:lstStyle/>
          <a:p>
            <a:pPr marL="60423" marR="48338" indent="109768">
              <a:lnSpc>
                <a:spcPct val="158000"/>
              </a:lnSpc>
              <a:spcBef>
                <a:spcPts val="151"/>
              </a:spcBef>
            </a:pPr>
            <a:r>
              <a:rPr sz="1665" i="1" spc="24" dirty="0">
                <a:solidFill>
                  <a:srgbClr val="0000FF"/>
                </a:solidFill>
                <a:latin typeface="Arial"/>
                <a:cs typeface="Arial"/>
              </a:rPr>
              <a:t>w</a:t>
            </a:r>
            <a:r>
              <a:rPr sz="1665" spc="11" baseline="-15873" dirty="0">
                <a:solidFill>
                  <a:srgbClr val="0000FF"/>
                </a:solidFill>
                <a:latin typeface="Microsoft Sans Serif"/>
                <a:cs typeface="Microsoft Sans Serif"/>
              </a:rPr>
              <a:t>2  </a:t>
            </a:r>
            <a:r>
              <a:rPr sz="1665" i="1" spc="16" dirty="0">
                <a:latin typeface="Arial"/>
                <a:cs typeface="Arial"/>
              </a:rPr>
              <a:t>x</a:t>
            </a:r>
            <a:r>
              <a:rPr sz="1665" spc="24" baseline="-15873" dirty="0">
                <a:latin typeface="Microsoft Sans Serif"/>
                <a:cs typeface="Microsoft Sans Serif"/>
              </a:rPr>
              <a:t>2</a:t>
            </a:r>
            <a:endParaRPr sz="1665" baseline="-15873">
              <a:latin typeface="Microsoft Sans Serif"/>
              <a:cs typeface="Microsoft Sans Serif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5" name="Ink 34"/>
              <p14:cNvContentPartPr/>
              <p14:nvPr/>
            </p14:nvContentPartPr>
            <p14:xfrm>
              <a:off x="1729200" y="2145960"/>
              <a:ext cx="6805440" cy="3232080"/>
            </p14:xfrm>
          </p:contentPart>
        </mc:Choice>
        <mc:Fallback>
          <p:pic>
            <p:nvPicPr>
              <p:cNvPr id="35" name="Ink 3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6960" y="2139480"/>
                <a:ext cx="6832440" cy="325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797930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0"/>
          </p:nvPr>
        </p:nvPicPr>
        <p:blipFill>
          <a:blip r:embed="rId2"/>
          <a:stretch>
            <a:fillRect/>
          </a:stretch>
        </p:blipFill>
        <p:spPr>
          <a:xfrm>
            <a:off x="1752600" y="1916546"/>
            <a:ext cx="8610600" cy="3782146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1963200" y="2444760"/>
              <a:ext cx="8177040" cy="337716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52040" y="2433240"/>
                <a:ext cx="8202240" cy="339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5783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2601" y="473770"/>
            <a:ext cx="5707735" cy="633803"/>
          </a:xfrm>
          <a:prstGeom prst="rect">
            <a:avLst/>
          </a:prstGeom>
        </p:spPr>
        <p:txBody>
          <a:bodyPr vert="horz" wrap="square" lIns="0" tIns="24169" rIns="0" bIns="0" rtlCol="0" anchor="ctr">
            <a:spAutoFit/>
          </a:bodyPr>
          <a:lstStyle/>
          <a:p>
            <a:pPr marL="20141">
              <a:spcBef>
                <a:spcPts val="190"/>
              </a:spcBef>
            </a:pPr>
            <a:r>
              <a:rPr spc="706" dirty="0"/>
              <a:t>E</a:t>
            </a:r>
            <a:r>
              <a:rPr cap="small" spc="492" dirty="0"/>
              <a:t>xe</a:t>
            </a:r>
            <a:r>
              <a:rPr cap="small" spc="468" dirty="0"/>
              <a:t>r</a:t>
            </a:r>
            <a:r>
              <a:rPr cap="small" spc="373" dirty="0"/>
              <a:t>cise</a:t>
            </a:r>
            <a:r>
              <a:rPr dirty="0"/>
              <a:t> </a:t>
            </a:r>
            <a:r>
              <a:rPr spc="-190" dirty="0"/>
              <a:t> </a:t>
            </a:r>
            <a:r>
              <a:rPr spc="198" dirty="0"/>
              <a:t>-</a:t>
            </a:r>
            <a:r>
              <a:rPr dirty="0"/>
              <a:t> </a:t>
            </a:r>
            <a:r>
              <a:rPr spc="-190" dirty="0"/>
              <a:t> </a:t>
            </a:r>
            <a:r>
              <a:rPr spc="682" dirty="0"/>
              <a:t>BCE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4636" y="1934006"/>
            <a:ext cx="8073507" cy="1168519"/>
          </a:xfrm>
          <a:prstGeom prst="rect">
            <a:avLst/>
          </a:prstGeom>
        </p:spPr>
        <p:txBody>
          <a:bodyPr vert="horz" wrap="square" lIns="0" tIns="22155" rIns="0" bIns="0" rtlCol="0">
            <a:spAutoFit/>
          </a:bodyPr>
          <a:lstStyle/>
          <a:p>
            <a:pPr marL="40282" marR="28197" algn="just">
              <a:lnSpc>
                <a:spcPct val="101099"/>
              </a:lnSpc>
              <a:spcBef>
                <a:spcPts val="174"/>
              </a:spcBef>
            </a:pPr>
            <a:r>
              <a:rPr sz="1665" spc="16" dirty="0">
                <a:latin typeface="Microsoft Sans Serif"/>
                <a:cs typeface="Microsoft Sans Serif"/>
              </a:rPr>
              <a:t>Consider the </a:t>
            </a:r>
            <a:r>
              <a:rPr sz="1665" spc="8" dirty="0">
                <a:latin typeface="Microsoft Sans Serif"/>
                <a:cs typeface="Microsoft Sans Serif"/>
              </a:rPr>
              <a:t>neural</a:t>
            </a:r>
            <a:r>
              <a:rPr sz="1665" spc="16" dirty="0">
                <a:latin typeface="Microsoft Sans Serif"/>
                <a:cs typeface="Microsoft Sans Serif"/>
              </a:rPr>
              <a:t> network </a:t>
            </a:r>
            <a:r>
              <a:rPr sz="1665" spc="8" dirty="0">
                <a:latin typeface="Microsoft Sans Serif"/>
                <a:cs typeface="Microsoft Sans Serif"/>
              </a:rPr>
              <a:t>with  two  </a:t>
            </a:r>
            <a:r>
              <a:rPr sz="1665" spc="16" dirty="0">
                <a:latin typeface="Microsoft Sans Serif"/>
                <a:cs typeface="Microsoft Sans Serif"/>
              </a:rPr>
              <a:t>inputs </a:t>
            </a:r>
            <a:r>
              <a:rPr sz="1665" i="1" spc="16" dirty="0">
                <a:latin typeface="Arial"/>
                <a:cs typeface="Arial"/>
              </a:rPr>
              <a:t>x</a:t>
            </a:r>
            <a:r>
              <a:rPr sz="1665" spc="24" baseline="-15873" dirty="0">
                <a:latin typeface="Microsoft Sans Serif"/>
                <a:cs typeface="Microsoft Sans Serif"/>
              </a:rPr>
              <a:t>1  </a:t>
            </a:r>
            <a:r>
              <a:rPr sz="1665" spc="16" dirty="0">
                <a:latin typeface="Microsoft Sans Serif"/>
                <a:cs typeface="Microsoft Sans Serif"/>
              </a:rPr>
              <a:t>and </a:t>
            </a:r>
            <a:r>
              <a:rPr sz="1665" i="1" spc="16" dirty="0">
                <a:latin typeface="Arial"/>
                <a:cs typeface="Arial"/>
              </a:rPr>
              <a:t>x</a:t>
            </a:r>
            <a:r>
              <a:rPr sz="1665" spc="24" baseline="-15873" dirty="0">
                <a:latin typeface="Microsoft Sans Serif"/>
                <a:cs typeface="Microsoft Sans Serif"/>
              </a:rPr>
              <a:t>2  </a:t>
            </a:r>
            <a:r>
              <a:rPr sz="1665" spc="16" dirty="0">
                <a:latin typeface="Microsoft Sans Serif"/>
                <a:cs typeface="Microsoft Sans Serif"/>
              </a:rPr>
              <a:t>and the </a:t>
            </a:r>
            <a:r>
              <a:rPr sz="1665" dirty="0">
                <a:latin typeface="Microsoft Sans Serif"/>
                <a:cs typeface="Microsoft Sans Serif"/>
              </a:rPr>
              <a:t>initial</a:t>
            </a:r>
            <a:r>
              <a:rPr sz="1665" spc="436" dirty="0">
                <a:latin typeface="Microsoft Sans Serif"/>
                <a:cs typeface="Microsoft Sans Serif"/>
              </a:rPr>
              <a:t> </a:t>
            </a:r>
            <a:r>
              <a:rPr sz="1665" spc="8" dirty="0">
                <a:latin typeface="Microsoft Sans Serif"/>
                <a:cs typeface="Microsoft Sans Serif"/>
              </a:rPr>
              <a:t>weights  </a:t>
            </a:r>
            <a:r>
              <a:rPr sz="1665" spc="16" dirty="0">
                <a:latin typeface="Microsoft Sans Serif"/>
                <a:cs typeface="Microsoft Sans Serif"/>
              </a:rPr>
              <a:t>are </a:t>
            </a:r>
            <a:r>
              <a:rPr sz="1665" spc="24" dirty="0">
                <a:latin typeface="Microsoft Sans Serif"/>
                <a:cs typeface="Microsoft Sans Serif"/>
              </a:rPr>
              <a:t> </a:t>
            </a:r>
            <a:r>
              <a:rPr sz="1665" i="1" spc="16" dirty="0">
                <a:latin typeface="Arial"/>
                <a:cs typeface="Arial"/>
              </a:rPr>
              <a:t>w</a:t>
            </a:r>
            <a:r>
              <a:rPr sz="1665" spc="24" baseline="-15873" dirty="0">
                <a:latin typeface="Microsoft Sans Serif"/>
                <a:cs typeface="Microsoft Sans Serif"/>
              </a:rPr>
              <a:t>0</a:t>
            </a:r>
            <a:r>
              <a:rPr sz="1665" spc="35" baseline="-15873" dirty="0">
                <a:latin typeface="Microsoft Sans Serif"/>
                <a:cs typeface="Microsoft Sans Serif"/>
              </a:rPr>
              <a:t> </a:t>
            </a:r>
            <a:r>
              <a:rPr sz="1903" spc="56" dirty="0">
                <a:latin typeface="Tahoma"/>
                <a:cs typeface="Tahoma"/>
              </a:rPr>
              <a:t>= </a:t>
            </a:r>
            <a:r>
              <a:rPr sz="1665" spc="-79" dirty="0">
                <a:latin typeface="Microsoft Sans Serif"/>
                <a:cs typeface="Microsoft Sans Serif"/>
              </a:rPr>
              <a:t>0</a:t>
            </a:r>
            <a:r>
              <a:rPr sz="1903" i="1" spc="-79" dirty="0">
                <a:latin typeface="Verdana"/>
                <a:cs typeface="Verdana"/>
              </a:rPr>
              <a:t>.</a:t>
            </a:r>
            <a:r>
              <a:rPr sz="1665" spc="-79" dirty="0">
                <a:latin typeface="Microsoft Sans Serif"/>
                <a:cs typeface="Microsoft Sans Serif"/>
              </a:rPr>
              <a:t>5</a:t>
            </a:r>
            <a:r>
              <a:rPr sz="1903" i="1" spc="-79" dirty="0">
                <a:latin typeface="Verdana"/>
                <a:cs typeface="Verdana"/>
              </a:rPr>
              <a:t>, </a:t>
            </a:r>
            <a:r>
              <a:rPr sz="1665" i="1" spc="16" dirty="0">
                <a:latin typeface="Arial"/>
                <a:cs typeface="Arial"/>
              </a:rPr>
              <a:t>w</a:t>
            </a:r>
            <a:r>
              <a:rPr sz="1665" spc="24" baseline="-15873" dirty="0">
                <a:latin typeface="Microsoft Sans Serif"/>
                <a:cs typeface="Microsoft Sans Serif"/>
              </a:rPr>
              <a:t>1</a:t>
            </a:r>
            <a:r>
              <a:rPr sz="1665" spc="35" baseline="-15873" dirty="0">
                <a:latin typeface="Microsoft Sans Serif"/>
                <a:cs typeface="Microsoft Sans Serif"/>
              </a:rPr>
              <a:t> </a:t>
            </a:r>
            <a:r>
              <a:rPr sz="1903" spc="56" dirty="0">
                <a:latin typeface="Tahoma"/>
                <a:cs typeface="Tahoma"/>
              </a:rPr>
              <a:t>= </a:t>
            </a:r>
            <a:r>
              <a:rPr sz="1665" spc="-79" dirty="0">
                <a:latin typeface="Microsoft Sans Serif"/>
                <a:cs typeface="Microsoft Sans Serif"/>
              </a:rPr>
              <a:t>0</a:t>
            </a:r>
            <a:r>
              <a:rPr sz="1903" i="1" spc="-79" dirty="0">
                <a:latin typeface="Verdana"/>
                <a:cs typeface="Verdana"/>
              </a:rPr>
              <a:t>.</a:t>
            </a:r>
            <a:r>
              <a:rPr sz="1665" spc="-79" dirty="0">
                <a:latin typeface="Microsoft Sans Serif"/>
                <a:cs typeface="Microsoft Sans Serif"/>
              </a:rPr>
              <a:t>8</a:t>
            </a:r>
            <a:r>
              <a:rPr sz="1903" i="1" spc="-79" dirty="0">
                <a:latin typeface="Verdana"/>
                <a:cs typeface="Verdana"/>
              </a:rPr>
              <a:t>, </a:t>
            </a:r>
            <a:r>
              <a:rPr sz="1665" i="1" spc="16" dirty="0">
                <a:latin typeface="Arial"/>
                <a:cs typeface="Arial"/>
              </a:rPr>
              <a:t>w</a:t>
            </a:r>
            <a:r>
              <a:rPr sz="1665" spc="24" baseline="-15873" dirty="0">
                <a:latin typeface="Microsoft Sans Serif"/>
                <a:cs typeface="Microsoft Sans Serif"/>
              </a:rPr>
              <a:t>2</a:t>
            </a:r>
            <a:r>
              <a:rPr sz="1665" spc="35" baseline="-15873" dirty="0">
                <a:latin typeface="Microsoft Sans Serif"/>
                <a:cs typeface="Microsoft Sans Serif"/>
              </a:rPr>
              <a:t> </a:t>
            </a:r>
            <a:r>
              <a:rPr sz="1903" spc="56" dirty="0">
                <a:latin typeface="Tahoma"/>
                <a:cs typeface="Tahoma"/>
              </a:rPr>
              <a:t>= </a:t>
            </a:r>
            <a:r>
              <a:rPr sz="1665" spc="-32" dirty="0">
                <a:latin typeface="Microsoft Sans Serif"/>
                <a:cs typeface="Microsoft Sans Serif"/>
              </a:rPr>
              <a:t>0</a:t>
            </a:r>
            <a:r>
              <a:rPr sz="1903" i="1" spc="-32" dirty="0">
                <a:latin typeface="Verdana"/>
                <a:cs typeface="Verdana"/>
              </a:rPr>
              <a:t>.</a:t>
            </a:r>
            <a:r>
              <a:rPr sz="1665" spc="-32" dirty="0">
                <a:latin typeface="Microsoft Sans Serif"/>
                <a:cs typeface="Microsoft Sans Serif"/>
              </a:rPr>
              <a:t>3. </a:t>
            </a:r>
            <a:r>
              <a:rPr sz="1665" spc="8" dirty="0">
                <a:latin typeface="Microsoft Sans Serif"/>
                <a:cs typeface="Microsoft Sans Serif"/>
              </a:rPr>
              <a:t>Draw </a:t>
            </a:r>
            <a:r>
              <a:rPr sz="1665" spc="16" dirty="0">
                <a:latin typeface="Microsoft Sans Serif"/>
                <a:cs typeface="Microsoft Sans Serif"/>
              </a:rPr>
              <a:t>the network, compute the output, </a:t>
            </a:r>
            <a:r>
              <a:rPr sz="1665" spc="24" dirty="0">
                <a:latin typeface="Microsoft Sans Serif"/>
                <a:cs typeface="Microsoft Sans Serif"/>
              </a:rPr>
              <a:t>binary </a:t>
            </a:r>
            <a:r>
              <a:rPr sz="1665" spc="16" dirty="0">
                <a:latin typeface="Microsoft Sans Serif"/>
                <a:cs typeface="Microsoft Sans Serif"/>
              </a:rPr>
              <a:t>cross </a:t>
            </a:r>
            <a:r>
              <a:rPr sz="1665" spc="-420" dirty="0">
                <a:latin typeface="Microsoft Sans Serif"/>
                <a:cs typeface="Microsoft Sans Serif"/>
              </a:rPr>
              <a:t> </a:t>
            </a:r>
            <a:r>
              <a:rPr sz="1665" spc="8" dirty="0">
                <a:latin typeface="Microsoft Sans Serif"/>
                <a:cs typeface="Microsoft Sans Serif"/>
              </a:rPr>
              <a:t>entropy loss </a:t>
            </a:r>
            <a:r>
              <a:rPr sz="1665" spc="16" dirty="0">
                <a:latin typeface="Microsoft Sans Serif"/>
                <a:cs typeface="Microsoft Sans Serif"/>
              </a:rPr>
              <a:t>function and </a:t>
            </a:r>
            <a:r>
              <a:rPr sz="1665" spc="8" dirty="0">
                <a:latin typeface="Microsoft Sans Serif"/>
                <a:cs typeface="Microsoft Sans Serif"/>
              </a:rPr>
              <a:t>weight </a:t>
            </a:r>
            <a:r>
              <a:rPr sz="1665" spc="16" dirty="0">
                <a:latin typeface="Microsoft Sans Serif"/>
                <a:cs typeface="Microsoft Sans Serif"/>
              </a:rPr>
              <a:t>updation </a:t>
            </a:r>
            <a:r>
              <a:rPr sz="1665" spc="24" dirty="0">
                <a:latin typeface="Microsoft Sans Serif"/>
                <a:cs typeface="Microsoft Sans Serif"/>
              </a:rPr>
              <a:t>when </a:t>
            </a:r>
            <a:r>
              <a:rPr sz="1665" spc="16" dirty="0">
                <a:latin typeface="Microsoft Sans Serif"/>
                <a:cs typeface="Microsoft Sans Serif"/>
              </a:rPr>
              <a:t>the </a:t>
            </a:r>
            <a:r>
              <a:rPr sz="1665" spc="8" dirty="0">
                <a:latin typeface="Microsoft Sans Serif"/>
                <a:cs typeface="Microsoft Sans Serif"/>
              </a:rPr>
              <a:t>input is </a:t>
            </a:r>
            <a:r>
              <a:rPr sz="1903" spc="-56" dirty="0">
                <a:latin typeface="Tahoma"/>
                <a:cs typeface="Tahoma"/>
              </a:rPr>
              <a:t>(</a:t>
            </a:r>
            <a:r>
              <a:rPr sz="1665" spc="-56" dirty="0">
                <a:latin typeface="Microsoft Sans Serif"/>
                <a:cs typeface="Microsoft Sans Serif"/>
              </a:rPr>
              <a:t>1</a:t>
            </a:r>
            <a:r>
              <a:rPr sz="1903" i="1" spc="-56" dirty="0">
                <a:latin typeface="Verdana"/>
                <a:cs typeface="Verdana"/>
              </a:rPr>
              <a:t>, </a:t>
            </a:r>
            <a:r>
              <a:rPr sz="1665" spc="8" dirty="0">
                <a:latin typeface="Microsoft Sans Serif"/>
                <a:cs typeface="Microsoft Sans Serif"/>
              </a:rPr>
              <a:t>0</a:t>
            </a:r>
            <a:r>
              <a:rPr sz="1903" spc="8" dirty="0">
                <a:latin typeface="Tahoma"/>
                <a:cs typeface="Tahoma"/>
              </a:rPr>
              <a:t>)</a:t>
            </a:r>
            <a:r>
              <a:rPr sz="1665" spc="8" dirty="0">
                <a:latin typeface="Microsoft Sans Serif"/>
                <a:cs typeface="Microsoft Sans Serif"/>
              </a:rPr>
              <a:t>, </a:t>
            </a:r>
            <a:r>
              <a:rPr sz="1665" spc="16" dirty="0">
                <a:latin typeface="Microsoft Sans Serif"/>
                <a:cs typeface="Microsoft Sans Serif"/>
              </a:rPr>
              <a:t>the learning </a:t>
            </a:r>
            <a:r>
              <a:rPr sz="1665" spc="8" dirty="0">
                <a:latin typeface="Microsoft Sans Serif"/>
                <a:cs typeface="Microsoft Sans Serif"/>
              </a:rPr>
              <a:t>rate </a:t>
            </a:r>
            <a:r>
              <a:rPr sz="1665" spc="16" dirty="0">
                <a:latin typeface="Microsoft Sans Serif"/>
                <a:cs typeface="Microsoft Sans Serif"/>
              </a:rPr>
              <a:t> </a:t>
            </a:r>
            <a:r>
              <a:rPr sz="1665" spc="8" dirty="0">
                <a:latin typeface="Microsoft Sans Serif"/>
                <a:cs typeface="Microsoft Sans Serif"/>
              </a:rPr>
              <a:t>is</a:t>
            </a:r>
            <a:r>
              <a:rPr sz="1665" spc="32" dirty="0">
                <a:latin typeface="Microsoft Sans Serif"/>
                <a:cs typeface="Microsoft Sans Serif"/>
              </a:rPr>
              <a:t> </a:t>
            </a:r>
            <a:r>
              <a:rPr sz="1665" spc="-32" dirty="0">
                <a:latin typeface="Microsoft Sans Serif"/>
                <a:cs typeface="Microsoft Sans Serif"/>
              </a:rPr>
              <a:t>0</a:t>
            </a:r>
            <a:r>
              <a:rPr sz="1903" i="1" spc="-32" dirty="0">
                <a:latin typeface="Verdana"/>
                <a:cs typeface="Verdana"/>
              </a:rPr>
              <a:t>.</a:t>
            </a:r>
            <a:r>
              <a:rPr sz="1665" spc="-32" dirty="0">
                <a:latin typeface="Microsoft Sans Serif"/>
                <a:cs typeface="Microsoft Sans Serif"/>
              </a:rPr>
              <a:t>01</a:t>
            </a:r>
            <a:r>
              <a:rPr sz="1665" spc="32" dirty="0">
                <a:latin typeface="Microsoft Sans Serif"/>
                <a:cs typeface="Microsoft Sans Serif"/>
              </a:rPr>
              <a:t> </a:t>
            </a:r>
            <a:r>
              <a:rPr sz="1665" spc="16" dirty="0">
                <a:latin typeface="Microsoft Sans Serif"/>
                <a:cs typeface="Microsoft Sans Serif"/>
              </a:rPr>
              <a:t>and</a:t>
            </a:r>
            <a:r>
              <a:rPr sz="1665" spc="32" dirty="0">
                <a:latin typeface="Microsoft Sans Serif"/>
                <a:cs typeface="Microsoft Sans Serif"/>
              </a:rPr>
              <a:t> </a:t>
            </a:r>
            <a:r>
              <a:rPr sz="1665" spc="16" dirty="0">
                <a:latin typeface="Microsoft Sans Serif"/>
                <a:cs typeface="Microsoft Sans Serif"/>
              </a:rPr>
              <a:t>target</a:t>
            </a:r>
            <a:r>
              <a:rPr sz="1665" spc="32" dirty="0">
                <a:latin typeface="Microsoft Sans Serif"/>
                <a:cs typeface="Microsoft Sans Serif"/>
              </a:rPr>
              <a:t> </a:t>
            </a:r>
            <a:r>
              <a:rPr sz="1665" spc="16" dirty="0">
                <a:latin typeface="Microsoft Sans Serif"/>
                <a:cs typeface="Microsoft Sans Serif"/>
              </a:rPr>
              <a:t>output</a:t>
            </a:r>
            <a:r>
              <a:rPr sz="1665" spc="40" dirty="0">
                <a:latin typeface="Microsoft Sans Serif"/>
                <a:cs typeface="Microsoft Sans Serif"/>
              </a:rPr>
              <a:t> </a:t>
            </a:r>
            <a:r>
              <a:rPr sz="1665" spc="8" dirty="0">
                <a:latin typeface="Microsoft Sans Serif"/>
                <a:cs typeface="Microsoft Sans Serif"/>
              </a:rPr>
              <a:t>is</a:t>
            </a:r>
            <a:r>
              <a:rPr sz="1665" spc="32" dirty="0">
                <a:latin typeface="Microsoft Sans Serif"/>
                <a:cs typeface="Microsoft Sans Serif"/>
              </a:rPr>
              <a:t> </a:t>
            </a:r>
            <a:r>
              <a:rPr sz="1665" spc="16" dirty="0">
                <a:latin typeface="Microsoft Sans Serif"/>
                <a:cs typeface="Microsoft Sans Serif"/>
              </a:rPr>
              <a:t>1.</a:t>
            </a:r>
            <a:r>
              <a:rPr sz="1665" spc="143" dirty="0">
                <a:latin typeface="Microsoft Sans Serif"/>
                <a:cs typeface="Microsoft Sans Serif"/>
              </a:rPr>
              <a:t> </a:t>
            </a:r>
            <a:r>
              <a:rPr sz="1665" spc="24" dirty="0">
                <a:latin typeface="Microsoft Sans Serif"/>
                <a:cs typeface="Microsoft Sans Serif"/>
              </a:rPr>
              <a:t>Assume</a:t>
            </a:r>
            <a:r>
              <a:rPr sz="1665" spc="32" dirty="0">
                <a:latin typeface="Microsoft Sans Serif"/>
                <a:cs typeface="Microsoft Sans Serif"/>
              </a:rPr>
              <a:t> </a:t>
            </a:r>
            <a:r>
              <a:rPr sz="1665" spc="8" dirty="0">
                <a:latin typeface="Microsoft Sans Serif"/>
                <a:cs typeface="Microsoft Sans Serif"/>
              </a:rPr>
              <a:t>any</a:t>
            </a:r>
            <a:r>
              <a:rPr sz="1665" spc="40" dirty="0">
                <a:latin typeface="Microsoft Sans Serif"/>
                <a:cs typeface="Microsoft Sans Serif"/>
              </a:rPr>
              <a:t> </a:t>
            </a:r>
            <a:r>
              <a:rPr sz="1665" spc="16" dirty="0">
                <a:latin typeface="Microsoft Sans Serif"/>
                <a:cs typeface="Microsoft Sans Serif"/>
              </a:rPr>
              <a:t>other</a:t>
            </a:r>
            <a:r>
              <a:rPr sz="1665" spc="32" dirty="0">
                <a:latin typeface="Microsoft Sans Serif"/>
                <a:cs typeface="Microsoft Sans Serif"/>
              </a:rPr>
              <a:t> </a:t>
            </a:r>
            <a:r>
              <a:rPr sz="1665" dirty="0">
                <a:latin typeface="Microsoft Sans Serif"/>
                <a:cs typeface="Microsoft Sans Serif"/>
              </a:rPr>
              <a:t>relevant</a:t>
            </a:r>
            <a:r>
              <a:rPr sz="1665" spc="32" dirty="0">
                <a:latin typeface="Microsoft Sans Serif"/>
                <a:cs typeface="Microsoft Sans Serif"/>
              </a:rPr>
              <a:t> </a:t>
            </a:r>
            <a:r>
              <a:rPr sz="1665" spc="8" dirty="0">
                <a:latin typeface="Microsoft Sans Serif"/>
                <a:cs typeface="Microsoft Sans Serif"/>
              </a:rPr>
              <a:t>information.</a:t>
            </a:r>
            <a:endParaRPr sz="1665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27850" y="3312632"/>
            <a:ext cx="442094" cy="442094"/>
            <a:chOff x="2020205" y="1549048"/>
            <a:chExt cx="278765" cy="278765"/>
          </a:xfrm>
        </p:grpSpPr>
        <p:sp>
          <p:nvSpPr>
            <p:cNvPr id="5" name="object 5"/>
            <p:cNvSpPr/>
            <p:nvPr/>
          </p:nvSpPr>
          <p:spPr>
            <a:xfrm>
              <a:off x="2022745" y="1551588"/>
              <a:ext cx="273685" cy="273685"/>
            </a:xfrm>
            <a:custGeom>
              <a:avLst/>
              <a:gdLst/>
              <a:ahLst/>
              <a:cxnLst/>
              <a:rect l="l" t="t" r="r" b="b"/>
              <a:pathLst>
                <a:path w="273685" h="273685">
                  <a:moveTo>
                    <a:pt x="136648" y="0"/>
                  </a:moveTo>
                  <a:lnTo>
                    <a:pt x="93456" y="6966"/>
                  </a:lnTo>
                  <a:lnTo>
                    <a:pt x="55945" y="26364"/>
                  </a:lnTo>
                  <a:lnTo>
                    <a:pt x="26364" y="55945"/>
                  </a:lnTo>
                  <a:lnTo>
                    <a:pt x="6966" y="93456"/>
                  </a:lnTo>
                  <a:lnTo>
                    <a:pt x="0" y="136648"/>
                  </a:lnTo>
                  <a:lnTo>
                    <a:pt x="6966" y="179839"/>
                  </a:lnTo>
                  <a:lnTo>
                    <a:pt x="26364" y="217351"/>
                  </a:lnTo>
                  <a:lnTo>
                    <a:pt x="55945" y="246931"/>
                  </a:lnTo>
                  <a:lnTo>
                    <a:pt x="93456" y="266330"/>
                  </a:lnTo>
                  <a:lnTo>
                    <a:pt x="136648" y="273296"/>
                  </a:lnTo>
                  <a:lnTo>
                    <a:pt x="179839" y="266330"/>
                  </a:lnTo>
                  <a:lnTo>
                    <a:pt x="217351" y="246931"/>
                  </a:lnTo>
                  <a:lnTo>
                    <a:pt x="246931" y="217351"/>
                  </a:lnTo>
                  <a:lnTo>
                    <a:pt x="266330" y="179839"/>
                  </a:lnTo>
                  <a:lnTo>
                    <a:pt x="273296" y="136648"/>
                  </a:lnTo>
                  <a:lnTo>
                    <a:pt x="266330" y="93456"/>
                  </a:lnTo>
                  <a:lnTo>
                    <a:pt x="246931" y="55945"/>
                  </a:lnTo>
                  <a:lnTo>
                    <a:pt x="217351" y="26364"/>
                  </a:lnTo>
                  <a:lnTo>
                    <a:pt x="179839" y="6966"/>
                  </a:lnTo>
                  <a:lnTo>
                    <a:pt x="136648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22745" y="1551588"/>
              <a:ext cx="273685" cy="273685"/>
            </a:xfrm>
            <a:custGeom>
              <a:avLst/>
              <a:gdLst/>
              <a:ahLst/>
              <a:cxnLst/>
              <a:rect l="l" t="t" r="r" b="b"/>
              <a:pathLst>
                <a:path w="273685" h="273685">
                  <a:moveTo>
                    <a:pt x="273296" y="136648"/>
                  </a:moveTo>
                  <a:lnTo>
                    <a:pt x="266330" y="93456"/>
                  </a:lnTo>
                  <a:lnTo>
                    <a:pt x="246931" y="55945"/>
                  </a:lnTo>
                  <a:lnTo>
                    <a:pt x="217351" y="26364"/>
                  </a:lnTo>
                  <a:lnTo>
                    <a:pt x="179839" y="6966"/>
                  </a:lnTo>
                  <a:lnTo>
                    <a:pt x="136648" y="0"/>
                  </a:lnTo>
                  <a:lnTo>
                    <a:pt x="93456" y="6966"/>
                  </a:lnTo>
                  <a:lnTo>
                    <a:pt x="55945" y="26364"/>
                  </a:lnTo>
                  <a:lnTo>
                    <a:pt x="26364" y="55945"/>
                  </a:lnTo>
                  <a:lnTo>
                    <a:pt x="6966" y="93456"/>
                  </a:lnTo>
                  <a:lnTo>
                    <a:pt x="0" y="136648"/>
                  </a:lnTo>
                  <a:lnTo>
                    <a:pt x="6966" y="179839"/>
                  </a:lnTo>
                  <a:lnTo>
                    <a:pt x="26364" y="217351"/>
                  </a:lnTo>
                  <a:lnTo>
                    <a:pt x="55945" y="246931"/>
                  </a:lnTo>
                  <a:lnTo>
                    <a:pt x="93456" y="266330"/>
                  </a:lnTo>
                  <a:lnTo>
                    <a:pt x="136648" y="273296"/>
                  </a:lnTo>
                  <a:lnTo>
                    <a:pt x="179839" y="266330"/>
                  </a:lnTo>
                  <a:lnTo>
                    <a:pt x="217351" y="246931"/>
                  </a:lnTo>
                  <a:lnTo>
                    <a:pt x="246931" y="217351"/>
                  </a:lnTo>
                  <a:lnTo>
                    <a:pt x="266330" y="179839"/>
                  </a:lnTo>
                  <a:lnTo>
                    <a:pt x="273296" y="136648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868205" y="3372855"/>
            <a:ext cx="161128" cy="281646"/>
          </a:xfrm>
          <a:prstGeom prst="rect">
            <a:avLst/>
          </a:prstGeom>
        </p:spPr>
        <p:txBody>
          <a:bodyPr vert="horz" wrap="square" lIns="0" tIns="25176" rIns="0" bIns="0" rtlCol="0">
            <a:spAutoFit/>
          </a:bodyPr>
          <a:lstStyle/>
          <a:p>
            <a:pPr marL="20141">
              <a:spcBef>
                <a:spcPts val="198"/>
              </a:spcBef>
            </a:pPr>
            <a:r>
              <a:rPr sz="1665" spc="16" dirty="0">
                <a:latin typeface="Microsoft Sans Serif"/>
                <a:cs typeface="Microsoft Sans Serif"/>
              </a:rPr>
              <a:t>1</a:t>
            </a:r>
            <a:endParaRPr sz="1665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719298" y="4160477"/>
            <a:ext cx="459214" cy="459214"/>
            <a:chOff x="2014813" y="2083662"/>
            <a:chExt cx="289560" cy="289560"/>
          </a:xfrm>
        </p:grpSpPr>
        <p:sp>
          <p:nvSpPr>
            <p:cNvPr id="9" name="object 9"/>
            <p:cNvSpPr/>
            <p:nvPr/>
          </p:nvSpPr>
          <p:spPr>
            <a:xfrm>
              <a:off x="2017353" y="2086202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80">
                  <a:moveTo>
                    <a:pt x="142040" y="0"/>
                  </a:moveTo>
                  <a:lnTo>
                    <a:pt x="97144" y="7241"/>
                  </a:lnTo>
                  <a:lnTo>
                    <a:pt x="58152" y="27405"/>
                  </a:lnTo>
                  <a:lnTo>
                    <a:pt x="27405" y="58152"/>
                  </a:lnTo>
                  <a:lnTo>
                    <a:pt x="7241" y="97144"/>
                  </a:lnTo>
                  <a:lnTo>
                    <a:pt x="0" y="142040"/>
                  </a:lnTo>
                  <a:lnTo>
                    <a:pt x="7241" y="186936"/>
                  </a:lnTo>
                  <a:lnTo>
                    <a:pt x="27405" y="225927"/>
                  </a:lnTo>
                  <a:lnTo>
                    <a:pt x="58152" y="256675"/>
                  </a:lnTo>
                  <a:lnTo>
                    <a:pt x="97144" y="276839"/>
                  </a:lnTo>
                  <a:lnTo>
                    <a:pt x="142040" y="284080"/>
                  </a:lnTo>
                  <a:lnTo>
                    <a:pt x="186936" y="276839"/>
                  </a:lnTo>
                  <a:lnTo>
                    <a:pt x="225927" y="256675"/>
                  </a:lnTo>
                  <a:lnTo>
                    <a:pt x="256675" y="225927"/>
                  </a:lnTo>
                  <a:lnTo>
                    <a:pt x="276839" y="186936"/>
                  </a:lnTo>
                  <a:lnTo>
                    <a:pt x="284080" y="142040"/>
                  </a:lnTo>
                  <a:lnTo>
                    <a:pt x="276839" y="97144"/>
                  </a:lnTo>
                  <a:lnTo>
                    <a:pt x="256675" y="58152"/>
                  </a:lnTo>
                  <a:lnTo>
                    <a:pt x="225927" y="27405"/>
                  </a:lnTo>
                  <a:lnTo>
                    <a:pt x="186936" y="7241"/>
                  </a:lnTo>
                  <a:lnTo>
                    <a:pt x="142040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17353" y="2086202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80">
                  <a:moveTo>
                    <a:pt x="284080" y="142040"/>
                  </a:moveTo>
                  <a:lnTo>
                    <a:pt x="276839" y="97144"/>
                  </a:lnTo>
                  <a:lnTo>
                    <a:pt x="256675" y="58152"/>
                  </a:lnTo>
                  <a:lnTo>
                    <a:pt x="225927" y="27405"/>
                  </a:lnTo>
                  <a:lnTo>
                    <a:pt x="186936" y="7241"/>
                  </a:lnTo>
                  <a:lnTo>
                    <a:pt x="142040" y="0"/>
                  </a:lnTo>
                  <a:lnTo>
                    <a:pt x="97144" y="7241"/>
                  </a:lnTo>
                  <a:lnTo>
                    <a:pt x="58152" y="27405"/>
                  </a:lnTo>
                  <a:lnTo>
                    <a:pt x="27405" y="58152"/>
                  </a:lnTo>
                  <a:lnTo>
                    <a:pt x="7241" y="97144"/>
                  </a:lnTo>
                  <a:lnTo>
                    <a:pt x="0" y="142040"/>
                  </a:lnTo>
                  <a:lnTo>
                    <a:pt x="7241" y="186936"/>
                  </a:lnTo>
                  <a:lnTo>
                    <a:pt x="27405" y="225927"/>
                  </a:lnTo>
                  <a:lnTo>
                    <a:pt x="58152" y="256675"/>
                  </a:lnTo>
                  <a:lnTo>
                    <a:pt x="97144" y="276839"/>
                  </a:lnTo>
                  <a:lnTo>
                    <a:pt x="142040" y="284080"/>
                  </a:lnTo>
                  <a:lnTo>
                    <a:pt x="186936" y="276839"/>
                  </a:lnTo>
                  <a:lnTo>
                    <a:pt x="225927" y="256675"/>
                  </a:lnTo>
                  <a:lnTo>
                    <a:pt x="256675" y="225927"/>
                  </a:lnTo>
                  <a:lnTo>
                    <a:pt x="276839" y="186936"/>
                  </a:lnTo>
                  <a:lnTo>
                    <a:pt x="284080" y="14204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788811" y="4191242"/>
            <a:ext cx="310171" cy="281646"/>
          </a:xfrm>
          <a:prstGeom prst="rect">
            <a:avLst/>
          </a:prstGeom>
        </p:spPr>
        <p:txBody>
          <a:bodyPr vert="horz" wrap="square" lIns="0" tIns="25176" rIns="0" bIns="0" rtlCol="0">
            <a:spAutoFit/>
          </a:bodyPr>
          <a:lstStyle/>
          <a:p>
            <a:pPr marL="60423">
              <a:spcBef>
                <a:spcPts val="198"/>
              </a:spcBef>
            </a:pPr>
            <a:r>
              <a:rPr sz="1665" i="1" spc="16" dirty="0">
                <a:latin typeface="Arial"/>
                <a:cs typeface="Arial"/>
              </a:rPr>
              <a:t>x</a:t>
            </a:r>
            <a:r>
              <a:rPr sz="1665" spc="24" baseline="-15873" dirty="0">
                <a:latin typeface="Microsoft Sans Serif"/>
                <a:cs typeface="Microsoft Sans Serif"/>
              </a:rPr>
              <a:t>1</a:t>
            </a:r>
            <a:endParaRPr sz="1665" baseline="-15873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719299" y="3943495"/>
            <a:ext cx="1817722" cy="1532726"/>
            <a:chOff x="2014813" y="1946842"/>
            <a:chExt cx="1146175" cy="966469"/>
          </a:xfrm>
        </p:grpSpPr>
        <p:sp>
          <p:nvSpPr>
            <p:cNvPr id="13" name="object 13"/>
            <p:cNvSpPr/>
            <p:nvPr/>
          </p:nvSpPr>
          <p:spPr>
            <a:xfrm>
              <a:off x="2017353" y="2626209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80">
                  <a:moveTo>
                    <a:pt x="142040" y="0"/>
                  </a:moveTo>
                  <a:lnTo>
                    <a:pt x="97144" y="7241"/>
                  </a:lnTo>
                  <a:lnTo>
                    <a:pt x="58152" y="27405"/>
                  </a:lnTo>
                  <a:lnTo>
                    <a:pt x="27405" y="58152"/>
                  </a:lnTo>
                  <a:lnTo>
                    <a:pt x="7241" y="97144"/>
                  </a:lnTo>
                  <a:lnTo>
                    <a:pt x="0" y="142040"/>
                  </a:lnTo>
                  <a:lnTo>
                    <a:pt x="7241" y="186936"/>
                  </a:lnTo>
                  <a:lnTo>
                    <a:pt x="27405" y="225927"/>
                  </a:lnTo>
                  <a:lnTo>
                    <a:pt x="58152" y="256675"/>
                  </a:lnTo>
                  <a:lnTo>
                    <a:pt x="97144" y="276839"/>
                  </a:lnTo>
                  <a:lnTo>
                    <a:pt x="142040" y="284080"/>
                  </a:lnTo>
                  <a:lnTo>
                    <a:pt x="186936" y="276839"/>
                  </a:lnTo>
                  <a:lnTo>
                    <a:pt x="225927" y="256675"/>
                  </a:lnTo>
                  <a:lnTo>
                    <a:pt x="256675" y="225927"/>
                  </a:lnTo>
                  <a:lnTo>
                    <a:pt x="276839" y="186936"/>
                  </a:lnTo>
                  <a:lnTo>
                    <a:pt x="284080" y="142040"/>
                  </a:lnTo>
                  <a:lnTo>
                    <a:pt x="276839" y="97144"/>
                  </a:lnTo>
                  <a:lnTo>
                    <a:pt x="256675" y="58152"/>
                  </a:lnTo>
                  <a:lnTo>
                    <a:pt x="225927" y="27405"/>
                  </a:lnTo>
                  <a:lnTo>
                    <a:pt x="186936" y="7241"/>
                  </a:lnTo>
                  <a:lnTo>
                    <a:pt x="142040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17353" y="2626209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80">
                  <a:moveTo>
                    <a:pt x="284080" y="142040"/>
                  </a:moveTo>
                  <a:lnTo>
                    <a:pt x="276839" y="97144"/>
                  </a:lnTo>
                  <a:lnTo>
                    <a:pt x="256675" y="58152"/>
                  </a:lnTo>
                  <a:lnTo>
                    <a:pt x="225927" y="27405"/>
                  </a:lnTo>
                  <a:lnTo>
                    <a:pt x="186936" y="7241"/>
                  </a:lnTo>
                  <a:lnTo>
                    <a:pt x="142040" y="0"/>
                  </a:lnTo>
                  <a:lnTo>
                    <a:pt x="97144" y="7241"/>
                  </a:lnTo>
                  <a:lnTo>
                    <a:pt x="58152" y="27405"/>
                  </a:lnTo>
                  <a:lnTo>
                    <a:pt x="27405" y="58152"/>
                  </a:lnTo>
                  <a:lnTo>
                    <a:pt x="7241" y="97144"/>
                  </a:lnTo>
                  <a:lnTo>
                    <a:pt x="0" y="142040"/>
                  </a:lnTo>
                  <a:lnTo>
                    <a:pt x="7241" y="186936"/>
                  </a:lnTo>
                  <a:lnTo>
                    <a:pt x="27405" y="225927"/>
                  </a:lnTo>
                  <a:lnTo>
                    <a:pt x="58152" y="256675"/>
                  </a:lnTo>
                  <a:lnTo>
                    <a:pt x="97144" y="276839"/>
                  </a:lnTo>
                  <a:lnTo>
                    <a:pt x="142040" y="284080"/>
                  </a:lnTo>
                  <a:lnTo>
                    <a:pt x="186936" y="276839"/>
                  </a:lnTo>
                  <a:lnTo>
                    <a:pt x="225927" y="256675"/>
                  </a:lnTo>
                  <a:lnTo>
                    <a:pt x="256675" y="225927"/>
                  </a:lnTo>
                  <a:lnTo>
                    <a:pt x="276839" y="186936"/>
                  </a:lnTo>
                  <a:lnTo>
                    <a:pt x="284080" y="14204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00542" y="1949382"/>
              <a:ext cx="558165" cy="558165"/>
            </a:xfrm>
            <a:custGeom>
              <a:avLst/>
              <a:gdLst/>
              <a:ahLst/>
              <a:cxnLst/>
              <a:rect l="l" t="t" r="r" b="b"/>
              <a:pathLst>
                <a:path w="558164" h="558164">
                  <a:moveTo>
                    <a:pt x="278860" y="0"/>
                  </a:moveTo>
                  <a:lnTo>
                    <a:pt x="233627" y="3649"/>
                  </a:lnTo>
                  <a:lnTo>
                    <a:pt x="190718" y="14216"/>
                  </a:lnTo>
                  <a:lnTo>
                    <a:pt x="150707" y="31125"/>
                  </a:lnTo>
                  <a:lnTo>
                    <a:pt x="114168" y="53803"/>
                  </a:lnTo>
                  <a:lnTo>
                    <a:pt x="81675" y="81675"/>
                  </a:lnTo>
                  <a:lnTo>
                    <a:pt x="53803" y="114168"/>
                  </a:lnTo>
                  <a:lnTo>
                    <a:pt x="31125" y="150707"/>
                  </a:lnTo>
                  <a:lnTo>
                    <a:pt x="14216" y="190718"/>
                  </a:lnTo>
                  <a:lnTo>
                    <a:pt x="3649" y="233627"/>
                  </a:lnTo>
                  <a:lnTo>
                    <a:pt x="0" y="278860"/>
                  </a:lnTo>
                  <a:lnTo>
                    <a:pt x="3649" y="324093"/>
                  </a:lnTo>
                  <a:lnTo>
                    <a:pt x="14216" y="367002"/>
                  </a:lnTo>
                  <a:lnTo>
                    <a:pt x="31125" y="407013"/>
                  </a:lnTo>
                  <a:lnTo>
                    <a:pt x="53803" y="443552"/>
                  </a:lnTo>
                  <a:lnTo>
                    <a:pt x="81675" y="476044"/>
                  </a:lnTo>
                  <a:lnTo>
                    <a:pt x="114168" y="503917"/>
                  </a:lnTo>
                  <a:lnTo>
                    <a:pt x="150707" y="526594"/>
                  </a:lnTo>
                  <a:lnTo>
                    <a:pt x="190718" y="543504"/>
                  </a:lnTo>
                  <a:lnTo>
                    <a:pt x="233627" y="554070"/>
                  </a:lnTo>
                  <a:lnTo>
                    <a:pt x="278860" y="557720"/>
                  </a:lnTo>
                  <a:lnTo>
                    <a:pt x="324093" y="554070"/>
                  </a:lnTo>
                  <a:lnTo>
                    <a:pt x="367002" y="543504"/>
                  </a:lnTo>
                  <a:lnTo>
                    <a:pt x="407013" y="526594"/>
                  </a:lnTo>
                  <a:lnTo>
                    <a:pt x="443552" y="503917"/>
                  </a:lnTo>
                  <a:lnTo>
                    <a:pt x="476044" y="476044"/>
                  </a:lnTo>
                  <a:lnTo>
                    <a:pt x="503917" y="443552"/>
                  </a:lnTo>
                  <a:lnTo>
                    <a:pt x="526594" y="407013"/>
                  </a:lnTo>
                  <a:lnTo>
                    <a:pt x="543504" y="367002"/>
                  </a:lnTo>
                  <a:lnTo>
                    <a:pt x="554070" y="324093"/>
                  </a:lnTo>
                  <a:lnTo>
                    <a:pt x="557720" y="278860"/>
                  </a:lnTo>
                  <a:lnTo>
                    <a:pt x="554070" y="233627"/>
                  </a:lnTo>
                  <a:lnTo>
                    <a:pt x="543504" y="190718"/>
                  </a:lnTo>
                  <a:lnTo>
                    <a:pt x="526594" y="150707"/>
                  </a:lnTo>
                  <a:lnTo>
                    <a:pt x="503917" y="114168"/>
                  </a:lnTo>
                  <a:lnTo>
                    <a:pt x="476044" y="81675"/>
                  </a:lnTo>
                  <a:lnTo>
                    <a:pt x="443552" y="53803"/>
                  </a:lnTo>
                  <a:lnTo>
                    <a:pt x="407013" y="31125"/>
                  </a:lnTo>
                  <a:lnTo>
                    <a:pt x="367002" y="14216"/>
                  </a:lnTo>
                  <a:lnTo>
                    <a:pt x="324093" y="3649"/>
                  </a:lnTo>
                  <a:lnTo>
                    <a:pt x="278860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76872" y="1949382"/>
              <a:ext cx="5080" cy="558165"/>
            </a:xfrm>
            <a:custGeom>
              <a:avLst/>
              <a:gdLst/>
              <a:ahLst/>
              <a:cxnLst/>
              <a:rect l="l" t="t" r="r" b="b"/>
              <a:pathLst>
                <a:path w="5080" h="558164">
                  <a:moveTo>
                    <a:pt x="2530" y="0"/>
                  </a:moveTo>
                  <a:lnTo>
                    <a:pt x="0" y="204"/>
                  </a:lnTo>
                  <a:lnTo>
                    <a:pt x="0" y="557516"/>
                  </a:lnTo>
                  <a:lnTo>
                    <a:pt x="2530" y="557720"/>
                  </a:lnTo>
                  <a:lnTo>
                    <a:pt x="5060" y="557516"/>
                  </a:lnTo>
                  <a:lnTo>
                    <a:pt x="5060" y="204"/>
                  </a:lnTo>
                  <a:lnTo>
                    <a:pt x="2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00542" y="1949382"/>
              <a:ext cx="558165" cy="558165"/>
            </a:xfrm>
            <a:custGeom>
              <a:avLst/>
              <a:gdLst/>
              <a:ahLst/>
              <a:cxnLst/>
              <a:rect l="l" t="t" r="r" b="b"/>
              <a:pathLst>
                <a:path w="558164" h="558164">
                  <a:moveTo>
                    <a:pt x="557720" y="278860"/>
                  </a:moveTo>
                  <a:lnTo>
                    <a:pt x="554070" y="233627"/>
                  </a:lnTo>
                  <a:lnTo>
                    <a:pt x="543504" y="190718"/>
                  </a:lnTo>
                  <a:lnTo>
                    <a:pt x="526594" y="150707"/>
                  </a:lnTo>
                  <a:lnTo>
                    <a:pt x="503917" y="114168"/>
                  </a:lnTo>
                  <a:lnTo>
                    <a:pt x="476044" y="81675"/>
                  </a:lnTo>
                  <a:lnTo>
                    <a:pt x="443552" y="53803"/>
                  </a:lnTo>
                  <a:lnTo>
                    <a:pt x="407013" y="31125"/>
                  </a:lnTo>
                  <a:lnTo>
                    <a:pt x="367002" y="14216"/>
                  </a:lnTo>
                  <a:lnTo>
                    <a:pt x="324093" y="3649"/>
                  </a:lnTo>
                  <a:lnTo>
                    <a:pt x="278860" y="0"/>
                  </a:lnTo>
                  <a:lnTo>
                    <a:pt x="233627" y="3649"/>
                  </a:lnTo>
                  <a:lnTo>
                    <a:pt x="190718" y="14216"/>
                  </a:lnTo>
                  <a:lnTo>
                    <a:pt x="150707" y="31125"/>
                  </a:lnTo>
                  <a:lnTo>
                    <a:pt x="114168" y="53803"/>
                  </a:lnTo>
                  <a:lnTo>
                    <a:pt x="81675" y="81675"/>
                  </a:lnTo>
                  <a:lnTo>
                    <a:pt x="53803" y="114168"/>
                  </a:lnTo>
                  <a:lnTo>
                    <a:pt x="31125" y="150707"/>
                  </a:lnTo>
                  <a:lnTo>
                    <a:pt x="14216" y="190718"/>
                  </a:lnTo>
                  <a:lnTo>
                    <a:pt x="3649" y="233627"/>
                  </a:lnTo>
                  <a:lnTo>
                    <a:pt x="0" y="278860"/>
                  </a:lnTo>
                  <a:lnTo>
                    <a:pt x="3649" y="324093"/>
                  </a:lnTo>
                  <a:lnTo>
                    <a:pt x="14216" y="367002"/>
                  </a:lnTo>
                  <a:lnTo>
                    <a:pt x="31125" y="407013"/>
                  </a:lnTo>
                  <a:lnTo>
                    <a:pt x="53803" y="443552"/>
                  </a:lnTo>
                  <a:lnTo>
                    <a:pt x="81675" y="476044"/>
                  </a:lnTo>
                  <a:lnTo>
                    <a:pt x="114168" y="503917"/>
                  </a:lnTo>
                  <a:lnTo>
                    <a:pt x="150707" y="526594"/>
                  </a:lnTo>
                  <a:lnTo>
                    <a:pt x="190718" y="543504"/>
                  </a:lnTo>
                  <a:lnTo>
                    <a:pt x="233627" y="554070"/>
                  </a:lnTo>
                  <a:lnTo>
                    <a:pt x="278860" y="557720"/>
                  </a:lnTo>
                  <a:lnTo>
                    <a:pt x="324093" y="554070"/>
                  </a:lnTo>
                  <a:lnTo>
                    <a:pt x="367002" y="543504"/>
                  </a:lnTo>
                  <a:lnTo>
                    <a:pt x="407013" y="526594"/>
                  </a:lnTo>
                  <a:lnTo>
                    <a:pt x="443552" y="503917"/>
                  </a:lnTo>
                  <a:lnTo>
                    <a:pt x="476044" y="476044"/>
                  </a:lnTo>
                  <a:lnTo>
                    <a:pt x="503917" y="443552"/>
                  </a:lnTo>
                  <a:lnTo>
                    <a:pt x="526594" y="407013"/>
                  </a:lnTo>
                  <a:lnTo>
                    <a:pt x="543504" y="367002"/>
                  </a:lnTo>
                  <a:lnTo>
                    <a:pt x="554070" y="324093"/>
                  </a:lnTo>
                  <a:lnTo>
                    <a:pt x="557720" y="27886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54491" y="4189014"/>
            <a:ext cx="174219" cy="312158"/>
          </a:xfrm>
          <a:prstGeom prst="rect">
            <a:avLst/>
          </a:prstGeom>
        </p:spPr>
        <p:txBody>
          <a:bodyPr vert="horz" wrap="square" lIns="0" tIns="19134" rIns="0" bIns="0" rtlCol="0">
            <a:spAutoFit/>
          </a:bodyPr>
          <a:lstStyle/>
          <a:p>
            <a:pPr marL="20141">
              <a:spcBef>
                <a:spcPts val="151"/>
              </a:spcBef>
            </a:pPr>
            <a:r>
              <a:rPr sz="1903" i="1" spc="-151" dirty="0">
                <a:latin typeface="Verdana"/>
                <a:cs typeface="Verdana"/>
              </a:rPr>
              <a:t>σ</a:t>
            </a:r>
            <a:endParaRPr sz="1903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001121" y="4158573"/>
            <a:ext cx="463242" cy="463242"/>
            <a:chOff x="3453629" y="2082461"/>
            <a:chExt cx="292100" cy="292100"/>
          </a:xfrm>
        </p:grpSpPr>
        <p:sp>
          <p:nvSpPr>
            <p:cNvPr id="20" name="object 20"/>
            <p:cNvSpPr/>
            <p:nvPr/>
          </p:nvSpPr>
          <p:spPr>
            <a:xfrm>
              <a:off x="3456169" y="2085001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>
                  <a:moveTo>
                    <a:pt x="143242" y="0"/>
                  </a:moveTo>
                  <a:lnTo>
                    <a:pt x="97966" y="7302"/>
                  </a:lnTo>
                  <a:lnTo>
                    <a:pt x="58644" y="27637"/>
                  </a:lnTo>
                  <a:lnTo>
                    <a:pt x="27637" y="58644"/>
                  </a:lnTo>
                  <a:lnTo>
                    <a:pt x="7302" y="97966"/>
                  </a:lnTo>
                  <a:lnTo>
                    <a:pt x="0" y="143242"/>
                  </a:lnTo>
                  <a:lnTo>
                    <a:pt x="7302" y="188517"/>
                  </a:lnTo>
                  <a:lnTo>
                    <a:pt x="27637" y="227839"/>
                  </a:lnTo>
                  <a:lnTo>
                    <a:pt x="58644" y="258846"/>
                  </a:lnTo>
                  <a:lnTo>
                    <a:pt x="97966" y="279181"/>
                  </a:lnTo>
                  <a:lnTo>
                    <a:pt x="143242" y="286483"/>
                  </a:lnTo>
                  <a:lnTo>
                    <a:pt x="188517" y="279181"/>
                  </a:lnTo>
                  <a:lnTo>
                    <a:pt x="227839" y="258846"/>
                  </a:lnTo>
                  <a:lnTo>
                    <a:pt x="258846" y="227839"/>
                  </a:lnTo>
                  <a:lnTo>
                    <a:pt x="279181" y="188517"/>
                  </a:lnTo>
                  <a:lnTo>
                    <a:pt x="286483" y="143242"/>
                  </a:lnTo>
                  <a:lnTo>
                    <a:pt x="279181" y="97966"/>
                  </a:lnTo>
                  <a:lnTo>
                    <a:pt x="258846" y="58644"/>
                  </a:lnTo>
                  <a:lnTo>
                    <a:pt x="227839" y="27637"/>
                  </a:lnTo>
                  <a:lnTo>
                    <a:pt x="188517" y="7302"/>
                  </a:lnTo>
                  <a:lnTo>
                    <a:pt x="143242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456169" y="2085001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>
                  <a:moveTo>
                    <a:pt x="286483" y="143242"/>
                  </a:moveTo>
                  <a:lnTo>
                    <a:pt x="279181" y="97966"/>
                  </a:lnTo>
                  <a:lnTo>
                    <a:pt x="258846" y="58644"/>
                  </a:lnTo>
                  <a:lnTo>
                    <a:pt x="227839" y="27637"/>
                  </a:lnTo>
                  <a:lnTo>
                    <a:pt x="188517" y="7302"/>
                  </a:lnTo>
                  <a:lnTo>
                    <a:pt x="143242" y="0"/>
                  </a:lnTo>
                  <a:lnTo>
                    <a:pt x="97966" y="7302"/>
                  </a:lnTo>
                  <a:lnTo>
                    <a:pt x="58644" y="27637"/>
                  </a:lnTo>
                  <a:lnTo>
                    <a:pt x="27637" y="58644"/>
                  </a:lnTo>
                  <a:lnTo>
                    <a:pt x="7302" y="97966"/>
                  </a:lnTo>
                  <a:lnTo>
                    <a:pt x="0" y="143242"/>
                  </a:lnTo>
                  <a:lnTo>
                    <a:pt x="7302" y="188517"/>
                  </a:lnTo>
                  <a:lnTo>
                    <a:pt x="27637" y="227839"/>
                  </a:lnTo>
                  <a:lnTo>
                    <a:pt x="58644" y="258846"/>
                  </a:lnTo>
                  <a:lnTo>
                    <a:pt x="97966" y="279181"/>
                  </a:lnTo>
                  <a:lnTo>
                    <a:pt x="143242" y="286483"/>
                  </a:lnTo>
                  <a:lnTo>
                    <a:pt x="188517" y="279181"/>
                  </a:lnTo>
                  <a:lnTo>
                    <a:pt x="227839" y="258846"/>
                  </a:lnTo>
                  <a:lnTo>
                    <a:pt x="258846" y="227839"/>
                  </a:lnTo>
                  <a:lnTo>
                    <a:pt x="279181" y="188517"/>
                  </a:lnTo>
                  <a:lnTo>
                    <a:pt x="286483" y="14324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147138" y="4192137"/>
            <a:ext cx="164149" cy="312222"/>
          </a:xfrm>
          <a:prstGeom prst="rect">
            <a:avLst/>
          </a:prstGeom>
        </p:spPr>
        <p:txBody>
          <a:bodyPr vert="horz" wrap="square" lIns="0" tIns="19134" rIns="0" bIns="0" rtlCol="0">
            <a:spAutoFit/>
          </a:bodyPr>
          <a:lstStyle/>
          <a:p>
            <a:pPr marL="20141">
              <a:spcBef>
                <a:spcPts val="151"/>
              </a:spcBef>
            </a:pPr>
            <a:r>
              <a:rPr sz="1665" i="1" spc="-793" dirty="0">
                <a:latin typeface="Arial"/>
                <a:cs typeface="Arial"/>
              </a:rPr>
              <a:t>y</a:t>
            </a:r>
            <a:r>
              <a:rPr sz="2855" spc="-178" baseline="2314" dirty="0">
                <a:latin typeface="Tahoma"/>
                <a:cs typeface="Tahoma"/>
              </a:rPr>
              <a:t>ˆ</a:t>
            </a:r>
            <a:endParaRPr sz="2855" baseline="2314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121134" y="3661775"/>
            <a:ext cx="613293" cy="470292"/>
            <a:chOff x="2268192" y="1769202"/>
            <a:chExt cx="386715" cy="296545"/>
          </a:xfrm>
        </p:grpSpPr>
        <p:sp>
          <p:nvSpPr>
            <p:cNvPr id="24" name="object 24"/>
            <p:cNvSpPr/>
            <p:nvPr/>
          </p:nvSpPr>
          <p:spPr>
            <a:xfrm>
              <a:off x="2270732" y="1771742"/>
              <a:ext cx="379095" cy="284480"/>
            </a:xfrm>
            <a:custGeom>
              <a:avLst/>
              <a:gdLst/>
              <a:ahLst/>
              <a:cxnLst/>
              <a:rect l="l" t="t" r="r" b="b"/>
              <a:pathLst>
                <a:path w="379094" h="284480">
                  <a:moveTo>
                    <a:pt x="0" y="0"/>
                  </a:moveTo>
                  <a:lnTo>
                    <a:pt x="378909" y="284177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625350" y="2030615"/>
              <a:ext cx="27940" cy="32384"/>
            </a:xfrm>
            <a:custGeom>
              <a:avLst/>
              <a:gdLst/>
              <a:ahLst/>
              <a:cxnLst/>
              <a:rect l="l" t="t" r="r" b="b"/>
              <a:pathLst>
                <a:path w="27939" h="32385">
                  <a:moveTo>
                    <a:pt x="24291" y="0"/>
                  </a:moveTo>
                  <a:lnTo>
                    <a:pt x="22951" y="6729"/>
                  </a:lnTo>
                  <a:lnTo>
                    <a:pt x="23627" y="15119"/>
                  </a:lnTo>
                  <a:lnTo>
                    <a:pt x="25394" y="22844"/>
                  </a:lnTo>
                  <a:lnTo>
                    <a:pt x="27328" y="27581"/>
                  </a:lnTo>
                  <a:lnTo>
                    <a:pt x="22239" y="27051"/>
                  </a:lnTo>
                  <a:lnTo>
                    <a:pt x="14328" y="27518"/>
                  </a:lnTo>
                  <a:lnTo>
                    <a:pt x="6084" y="29218"/>
                  </a:lnTo>
                  <a:lnTo>
                    <a:pt x="0" y="32389"/>
                  </a:lnTo>
                </a:path>
              </a:pathLst>
            </a:custGeom>
            <a:ln w="4048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293060" y="3428263"/>
            <a:ext cx="358509" cy="281646"/>
          </a:xfrm>
          <a:prstGeom prst="rect">
            <a:avLst/>
          </a:prstGeom>
        </p:spPr>
        <p:txBody>
          <a:bodyPr vert="horz" wrap="square" lIns="0" tIns="25176" rIns="0" bIns="0" rtlCol="0">
            <a:spAutoFit/>
          </a:bodyPr>
          <a:lstStyle/>
          <a:p>
            <a:pPr marL="60423">
              <a:spcBef>
                <a:spcPts val="198"/>
              </a:spcBef>
            </a:pPr>
            <a:r>
              <a:rPr sz="1665" i="1" spc="16" dirty="0">
                <a:solidFill>
                  <a:srgbClr val="0000FF"/>
                </a:solidFill>
                <a:latin typeface="Arial"/>
                <a:cs typeface="Arial"/>
              </a:rPr>
              <a:t>w</a:t>
            </a:r>
            <a:r>
              <a:rPr sz="1665" spc="24" baseline="-15873" dirty="0">
                <a:solidFill>
                  <a:srgbClr val="0000FF"/>
                </a:solidFill>
                <a:latin typeface="Microsoft Sans Serif"/>
                <a:cs typeface="Microsoft Sans Serif"/>
              </a:rPr>
              <a:t>0</a:t>
            </a:r>
            <a:endParaRPr sz="1665" baseline="-15873">
              <a:latin typeface="Microsoft Sans Serif"/>
              <a:cs typeface="Microsoft Sans 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173836" y="4354139"/>
            <a:ext cx="471299" cy="71500"/>
            <a:chOff x="2301424" y="2205776"/>
            <a:chExt cx="297180" cy="45085"/>
          </a:xfrm>
        </p:grpSpPr>
        <p:sp>
          <p:nvSpPr>
            <p:cNvPr id="28" name="object 28"/>
            <p:cNvSpPr/>
            <p:nvPr/>
          </p:nvSpPr>
          <p:spPr>
            <a:xfrm>
              <a:off x="2303964" y="2228243"/>
              <a:ext cx="288290" cy="0"/>
            </a:xfrm>
            <a:custGeom>
              <a:avLst/>
              <a:gdLst/>
              <a:ahLst/>
              <a:cxnLst/>
              <a:rect l="l" t="t" r="r" b="b"/>
              <a:pathLst>
                <a:path w="288289">
                  <a:moveTo>
                    <a:pt x="0" y="0"/>
                  </a:moveTo>
                  <a:lnTo>
                    <a:pt x="288227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577008" y="2207999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090484" y="4008432"/>
            <a:ext cx="987915" cy="301619"/>
          </a:xfrm>
          <a:prstGeom prst="rect">
            <a:avLst/>
          </a:prstGeom>
        </p:spPr>
        <p:txBody>
          <a:bodyPr vert="horz" wrap="square" lIns="0" tIns="57402" rIns="0" bIns="0" rtlCol="0">
            <a:spAutoFit/>
          </a:bodyPr>
          <a:lstStyle/>
          <a:p>
            <a:pPr marL="80564">
              <a:lnSpc>
                <a:spcPts val="848"/>
              </a:lnSpc>
              <a:spcBef>
                <a:spcPts val="452"/>
              </a:spcBef>
            </a:pPr>
            <a:r>
              <a:rPr sz="1665" i="1" spc="16" dirty="0">
                <a:solidFill>
                  <a:srgbClr val="0000FF"/>
                </a:solidFill>
                <a:latin typeface="Arial"/>
                <a:cs typeface="Arial"/>
              </a:rPr>
              <a:t>w</a:t>
            </a:r>
            <a:r>
              <a:rPr sz="1665" spc="24" baseline="-15873" dirty="0">
                <a:solidFill>
                  <a:srgbClr val="0000FF"/>
                </a:solidFill>
                <a:latin typeface="Microsoft Sans Serif"/>
                <a:cs typeface="Microsoft Sans Serif"/>
              </a:rPr>
              <a:t>1</a:t>
            </a:r>
            <a:endParaRPr sz="1665" baseline="-15873">
              <a:latin typeface="Microsoft Sans Serif"/>
              <a:cs typeface="Microsoft Sans Serif"/>
            </a:endParaRPr>
          </a:p>
          <a:p>
            <a:pPr marR="48338" algn="r">
              <a:lnSpc>
                <a:spcPts val="1134"/>
              </a:lnSpc>
            </a:pPr>
            <a:r>
              <a:rPr sz="1903" spc="975" dirty="0">
                <a:latin typeface="Sitka Banner"/>
                <a:cs typeface="Sitka Banner"/>
              </a:rPr>
              <a:t>Σ</a:t>
            </a:r>
            <a:endParaRPr sz="1903">
              <a:latin typeface="Sitka Banner"/>
              <a:cs typeface="Sitka Banner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127975" y="4648295"/>
            <a:ext cx="607250" cy="465256"/>
            <a:chOff x="2272506" y="2391258"/>
            <a:chExt cx="382905" cy="293370"/>
          </a:xfrm>
        </p:grpSpPr>
        <p:sp>
          <p:nvSpPr>
            <p:cNvPr id="32" name="object 32"/>
            <p:cNvSpPr/>
            <p:nvPr/>
          </p:nvSpPr>
          <p:spPr>
            <a:xfrm>
              <a:off x="2275046" y="2400566"/>
              <a:ext cx="374650" cy="281305"/>
            </a:xfrm>
            <a:custGeom>
              <a:avLst/>
              <a:gdLst/>
              <a:ahLst/>
              <a:cxnLst/>
              <a:rect l="l" t="t" r="r" b="b"/>
              <a:pathLst>
                <a:path w="374650" h="281305">
                  <a:moveTo>
                    <a:pt x="0" y="280942"/>
                  </a:moveTo>
                  <a:lnTo>
                    <a:pt x="374595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625350" y="2393480"/>
              <a:ext cx="27940" cy="32384"/>
            </a:xfrm>
            <a:custGeom>
              <a:avLst/>
              <a:gdLst/>
              <a:ahLst/>
              <a:cxnLst/>
              <a:rect l="l" t="t" r="r" b="b"/>
              <a:pathLst>
                <a:path w="27939" h="32385">
                  <a:moveTo>
                    <a:pt x="0" y="0"/>
                  </a:moveTo>
                  <a:lnTo>
                    <a:pt x="6084" y="3171"/>
                  </a:lnTo>
                  <a:lnTo>
                    <a:pt x="14328" y="4871"/>
                  </a:lnTo>
                  <a:lnTo>
                    <a:pt x="22239" y="5338"/>
                  </a:lnTo>
                  <a:lnTo>
                    <a:pt x="27328" y="4808"/>
                  </a:lnTo>
                  <a:lnTo>
                    <a:pt x="25394" y="9545"/>
                  </a:lnTo>
                  <a:lnTo>
                    <a:pt x="23627" y="17270"/>
                  </a:lnTo>
                  <a:lnTo>
                    <a:pt x="22951" y="25660"/>
                  </a:lnTo>
                  <a:lnTo>
                    <a:pt x="24291" y="32389"/>
                  </a:lnTo>
                </a:path>
              </a:pathLst>
            </a:custGeom>
            <a:ln w="4048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788810" y="4505634"/>
            <a:ext cx="468278" cy="829030"/>
          </a:xfrm>
          <a:prstGeom prst="rect">
            <a:avLst/>
          </a:prstGeom>
        </p:spPr>
        <p:txBody>
          <a:bodyPr vert="horz" wrap="square" lIns="0" tIns="19134" rIns="0" bIns="0" rtlCol="0">
            <a:spAutoFit/>
          </a:bodyPr>
          <a:lstStyle/>
          <a:p>
            <a:pPr marL="60423" marR="48338" indent="109768">
              <a:lnSpc>
                <a:spcPct val="158000"/>
              </a:lnSpc>
              <a:spcBef>
                <a:spcPts val="151"/>
              </a:spcBef>
            </a:pPr>
            <a:r>
              <a:rPr sz="1665" i="1" spc="24" dirty="0">
                <a:solidFill>
                  <a:srgbClr val="0000FF"/>
                </a:solidFill>
                <a:latin typeface="Arial"/>
                <a:cs typeface="Arial"/>
              </a:rPr>
              <a:t>w</a:t>
            </a:r>
            <a:r>
              <a:rPr sz="1665" spc="11" baseline="-15873" dirty="0">
                <a:solidFill>
                  <a:srgbClr val="0000FF"/>
                </a:solidFill>
                <a:latin typeface="Microsoft Sans Serif"/>
                <a:cs typeface="Microsoft Sans Serif"/>
              </a:rPr>
              <a:t>2  </a:t>
            </a:r>
            <a:r>
              <a:rPr sz="1665" i="1" spc="16" dirty="0">
                <a:latin typeface="Arial"/>
                <a:cs typeface="Arial"/>
              </a:rPr>
              <a:t>x</a:t>
            </a:r>
            <a:r>
              <a:rPr sz="1665" spc="24" baseline="-15873" dirty="0">
                <a:latin typeface="Microsoft Sans Serif"/>
                <a:cs typeface="Microsoft Sans Serif"/>
              </a:rPr>
              <a:t>2</a:t>
            </a:r>
            <a:endParaRPr sz="1665" baseline="-15873">
              <a:latin typeface="Microsoft Sans Serif"/>
              <a:cs typeface="Microsoft Sans Serif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5" name="Ink 34"/>
              <p14:cNvContentPartPr/>
              <p14:nvPr/>
            </p14:nvContentPartPr>
            <p14:xfrm>
              <a:off x="4554120" y="1165320"/>
              <a:ext cx="1639800" cy="2808360"/>
            </p14:xfrm>
          </p:contentPart>
        </mc:Choice>
        <mc:Fallback>
          <p:pic>
            <p:nvPicPr>
              <p:cNvPr id="35" name="Ink 3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40440" y="1151280"/>
                <a:ext cx="1664280" cy="28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6" name="Ink 35"/>
              <p14:cNvContentPartPr/>
              <p14:nvPr/>
            </p14:nvContentPartPr>
            <p14:xfrm>
              <a:off x="4326600" y="4321800"/>
              <a:ext cx="307440" cy="1180080"/>
            </p14:xfrm>
          </p:contentPart>
        </mc:Choice>
        <mc:Fallback>
          <p:pic>
            <p:nvPicPr>
              <p:cNvPr id="36" name="Ink 3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22280" y="4309560"/>
                <a:ext cx="324000" cy="120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843252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0"/>
          </p:nvPr>
        </p:nvPicPr>
        <p:blipFill>
          <a:blip r:embed="rId2"/>
          <a:stretch>
            <a:fillRect/>
          </a:stretch>
        </p:blipFill>
        <p:spPr>
          <a:xfrm>
            <a:off x="1752600" y="1829273"/>
            <a:ext cx="8610600" cy="3956692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2106120" y="2548440"/>
              <a:ext cx="6144120" cy="317268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94600" y="2536920"/>
                <a:ext cx="6168600" cy="320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/>
              <p14:cNvContentPartPr/>
              <p14:nvPr/>
            </p14:nvContentPartPr>
            <p14:xfrm>
              <a:off x="2041680" y="3434040"/>
              <a:ext cx="4221720" cy="267300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33400" y="3425040"/>
                <a:ext cx="4243320" cy="269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2152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(without vectorization)</a:t>
            </a:r>
            <a:endParaRPr lang="en-IN" dirty="0"/>
          </a:p>
        </p:txBody>
      </p:sp>
      <p:grpSp>
        <p:nvGrpSpPr>
          <p:cNvPr id="124" name="Group 123"/>
          <p:cNvGrpSpPr/>
          <p:nvPr/>
        </p:nvGrpSpPr>
        <p:grpSpPr>
          <a:xfrm>
            <a:off x="1520492" y="1470196"/>
            <a:ext cx="6304892" cy="3461406"/>
            <a:chOff x="607547" y="1981200"/>
            <a:chExt cx="7456087" cy="4473852"/>
          </a:xfrm>
        </p:grpSpPr>
        <p:grpSp>
          <p:nvGrpSpPr>
            <p:cNvPr id="113" name="Group 112"/>
            <p:cNvGrpSpPr/>
            <p:nvPr/>
          </p:nvGrpSpPr>
          <p:grpSpPr>
            <a:xfrm>
              <a:off x="607547" y="1981200"/>
              <a:ext cx="7456087" cy="3920918"/>
              <a:chOff x="570410" y="1592415"/>
              <a:chExt cx="7456087" cy="392091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7" name="Rectangle 86">
                    <a:extLst>
                      <a:ext uri="{FF2B5EF4-FFF2-40B4-BE49-F238E27FC236}">
                        <a16:creationId xmlns:a16="http://schemas.microsoft.com/office/drawing/2014/main" xmlns="" id="{645DF38A-F0D7-1F49-A415-F412FCBB9295}"/>
                      </a:ext>
                    </a:extLst>
                  </p:cNvPr>
                  <p:cNvSpPr/>
                  <p:nvPr/>
                </p:nvSpPr>
                <p:spPr>
                  <a:xfrm>
                    <a:off x="2528180" y="1592415"/>
                    <a:ext cx="706183" cy="52236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x-none" sz="1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GB" sz="1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𝟏𝟏</m:t>
                              </m:r>
                            </m:sub>
                            <m:sup>
                              <m:r>
                                <a:rPr lang="en-GB" sz="1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6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7" name="Rectangle 86">
                    <a:extLst>
                      <a:ext uri="{FF2B5EF4-FFF2-40B4-BE49-F238E27FC236}">
                        <a16:creationId xmlns="" xmlns:a16="http://schemas.microsoft.com/office/drawing/2014/main" xmlns:a14="http://schemas.microsoft.com/office/drawing/2010/main" id="{645DF38A-F0D7-1F49-A415-F412FCBB929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28180" y="1592415"/>
                    <a:ext cx="608372" cy="404150"/>
                  </a:xfrm>
                  <a:prstGeom prst="rect">
                    <a:avLst/>
                  </a:prstGeom>
                  <a:blipFill rotWithShape="0">
                    <a:blip r:embed="rId2"/>
                    <a:stretch>
                      <a:fillRect b="-1515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12" name="Group 111"/>
              <p:cNvGrpSpPr/>
              <p:nvPr/>
            </p:nvGrpSpPr>
            <p:grpSpPr>
              <a:xfrm>
                <a:off x="570410" y="1653927"/>
                <a:ext cx="7456087" cy="3859406"/>
                <a:chOff x="570410" y="1653927"/>
                <a:chExt cx="7456087" cy="3859406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xmlns="" id="{2338C300-1827-F249-808A-086903765A31}"/>
                    </a:ext>
                  </a:extLst>
                </p:cNvPr>
                <p:cNvGrpSpPr/>
                <p:nvPr/>
              </p:nvGrpSpPr>
              <p:grpSpPr>
                <a:xfrm>
                  <a:off x="570410" y="2066452"/>
                  <a:ext cx="680487" cy="3082582"/>
                  <a:chOff x="1133067" y="3220608"/>
                  <a:chExt cx="479391" cy="2112918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4" name="TextBox 63">
                        <a:extLst>
                          <a:ext uri="{FF2B5EF4-FFF2-40B4-BE49-F238E27FC236}">
                            <a16:creationId xmlns:a16="http://schemas.microsoft.com/office/drawing/2014/main" xmlns="" id="{DD7786DB-1740-CA49-9268-69FA3B9B0F2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68464" y="3220608"/>
                        <a:ext cx="427139" cy="35446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x-none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20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x-none" sz="2000" b="1" dirty="0"/>
                      </a:p>
                    </p:txBody>
                  </p:sp>
                </mc:Choice>
                <mc:Fallback xmlns="">
                  <p:sp>
                    <p:nvSpPr>
                      <p:cNvPr id="64" name="TextBox 63">
                        <a:extLst>
                          <a:ext uri="{FF2B5EF4-FFF2-40B4-BE49-F238E27FC236}">
                            <a16:creationId xmlns="" xmlns:a16="http://schemas.microsoft.com/office/drawing/2014/main" xmlns:a14="http://schemas.microsoft.com/office/drawing/2010/main" id="{DD7786DB-1740-CA49-9268-69FA3B9B0F2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68464" y="3220608"/>
                        <a:ext cx="700703" cy="533480"/>
                      </a:xfrm>
                      <a:prstGeom prst="rect">
                        <a:avLst/>
                      </a:prstGeom>
                      <a:blipFill rotWithShape="0">
                        <a:blip r:embed="rId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5" name="TextBox 64">
                        <a:extLst>
                          <a:ext uri="{FF2B5EF4-FFF2-40B4-BE49-F238E27FC236}">
                            <a16:creationId xmlns:a16="http://schemas.microsoft.com/office/drawing/2014/main" xmlns="" id="{ADF07590-2799-704F-908C-67E79AEDE0C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33067" y="4090571"/>
                        <a:ext cx="427139" cy="35446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x-none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20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x-none" sz="2000" b="1" dirty="0"/>
                      </a:p>
                    </p:txBody>
                  </p:sp>
                </mc:Choice>
                <mc:Fallback xmlns="">
                  <p:sp>
                    <p:nvSpPr>
                      <p:cNvPr id="65" name="TextBox 64">
                        <a:extLst>
                          <a:ext uri="{FF2B5EF4-FFF2-40B4-BE49-F238E27FC236}">
                            <a16:creationId xmlns="" xmlns:a16="http://schemas.microsoft.com/office/drawing/2014/main" xmlns:a14="http://schemas.microsoft.com/office/drawing/2010/main" id="{ADF07590-2799-704F-908C-67E79AEDE0C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33067" y="4090571"/>
                        <a:ext cx="700703" cy="533480"/>
                      </a:xfrm>
                      <a:prstGeom prst="rect">
                        <a:avLst/>
                      </a:prstGeom>
                      <a:blipFill rotWithShape="0"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6" name="TextBox 65">
                        <a:extLst>
                          <a:ext uri="{FF2B5EF4-FFF2-40B4-BE49-F238E27FC236}">
                            <a16:creationId xmlns:a16="http://schemas.microsoft.com/office/drawing/2014/main" xmlns="" id="{ACDB724B-8814-2840-8BE2-9E6D1592F37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85319" y="4979058"/>
                        <a:ext cx="427139" cy="35446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x-none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20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x-none" sz="2000" b="1" dirty="0"/>
                      </a:p>
                    </p:txBody>
                  </p:sp>
                </mc:Choice>
                <mc:Fallback xmlns="">
                  <p:sp>
                    <p:nvSpPr>
                      <p:cNvPr id="66" name="TextBox 65">
                        <a:extLst>
                          <a:ext uri="{FF2B5EF4-FFF2-40B4-BE49-F238E27FC236}">
                            <a16:creationId xmlns="" xmlns:a16="http://schemas.microsoft.com/office/drawing/2014/main" xmlns:a14="http://schemas.microsoft.com/office/drawing/2010/main" id="{ACDB724B-8814-2840-8BE2-9E6D1592F37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85319" y="4979058"/>
                        <a:ext cx="700703" cy="533480"/>
                      </a:xfrm>
                      <a:prstGeom prst="rect">
                        <a:avLst/>
                      </a:prstGeom>
                      <a:blipFill rotWithShape="0"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xmlns="" id="{F370EF19-8814-4945-A475-8675C9800CF7}"/>
                    </a:ext>
                  </a:extLst>
                </p:cNvPr>
                <p:cNvCxnSpPr>
                  <a:cxnSpLocks/>
                  <a:endCxn id="49" idx="1"/>
                </p:cNvCxnSpPr>
                <p:nvPr/>
              </p:nvCxnSpPr>
              <p:spPr>
                <a:xfrm flipV="1">
                  <a:off x="1189007" y="1788540"/>
                  <a:ext cx="2147258" cy="56085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xmlns="" id="{6E93A00E-552B-2141-BA3C-5F052715D0AB}"/>
                    </a:ext>
                  </a:extLst>
                </p:cNvPr>
                <p:cNvCxnSpPr>
                  <a:cxnSpLocks/>
                  <a:endCxn id="53" idx="1"/>
                </p:cNvCxnSpPr>
                <p:nvPr/>
              </p:nvCxnSpPr>
              <p:spPr>
                <a:xfrm>
                  <a:off x="1237907" y="2432890"/>
                  <a:ext cx="2173708" cy="2029312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xmlns="" id="{5B7C1014-56A8-E242-8F8B-1A9E378E8C32}"/>
                    </a:ext>
                  </a:extLst>
                </p:cNvPr>
                <p:cNvCxnSpPr>
                  <a:cxnSpLocks/>
                  <a:endCxn id="49" idx="2"/>
                </p:cNvCxnSpPr>
                <p:nvPr/>
              </p:nvCxnSpPr>
              <p:spPr>
                <a:xfrm flipV="1">
                  <a:off x="1183321" y="2113525"/>
                  <a:ext cx="1940879" cy="148287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xmlns="" id="{11D82F37-3BEB-DE42-B418-A00C00B5FC19}"/>
                    </a:ext>
                  </a:extLst>
                </p:cNvPr>
                <p:cNvCxnSpPr>
                  <a:cxnSpLocks/>
                  <a:endCxn id="53" idx="2"/>
                </p:cNvCxnSpPr>
                <p:nvPr/>
              </p:nvCxnSpPr>
              <p:spPr>
                <a:xfrm>
                  <a:off x="1213521" y="3623722"/>
                  <a:ext cx="1969298" cy="117955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xmlns="" id="{1D9EEC90-426F-454C-8EF6-606BE78638EE}"/>
                    </a:ext>
                  </a:extLst>
                </p:cNvPr>
                <p:cNvCxnSpPr>
                  <a:cxnSpLocks/>
                  <a:endCxn id="49" idx="3"/>
                </p:cNvCxnSpPr>
                <p:nvPr/>
              </p:nvCxnSpPr>
              <p:spPr>
                <a:xfrm flipV="1">
                  <a:off x="1258988" y="2438510"/>
                  <a:ext cx="2077277" cy="2491395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xmlns="" id="{4C137628-7D23-5B41-A53B-8E5D7E21C3E1}"/>
                    </a:ext>
                  </a:extLst>
                </p:cNvPr>
                <p:cNvCxnSpPr>
                  <a:cxnSpLocks/>
                  <a:endCxn id="53" idx="3"/>
                </p:cNvCxnSpPr>
                <p:nvPr/>
              </p:nvCxnSpPr>
              <p:spPr>
                <a:xfrm>
                  <a:off x="1243383" y="4929904"/>
                  <a:ext cx="2168232" cy="214437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5" name="Group 94"/>
                <p:cNvGrpSpPr/>
                <p:nvPr/>
              </p:nvGrpSpPr>
              <p:grpSpPr>
                <a:xfrm>
                  <a:off x="3124200" y="1653927"/>
                  <a:ext cx="4902297" cy="3631689"/>
                  <a:chOff x="1828361" y="1676400"/>
                  <a:chExt cx="4902297" cy="3631689"/>
                </a:xfrm>
              </p:grpSpPr>
              <p:grpSp>
                <p:nvGrpSpPr>
                  <p:cNvPr id="12" name="Group 11">
                    <a:extLst>
                      <a:ext uri="{FF2B5EF4-FFF2-40B4-BE49-F238E27FC236}">
                        <a16:creationId xmlns:a16="http://schemas.microsoft.com/office/drawing/2014/main" xmlns="" id="{B1A2D9BD-A412-AD4C-BCDF-6E654FD4DB59}"/>
                      </a:ext>
                    </a:extLst>
                  </p:cNvPr>
                  <p:cNvGrpSpPr/>
                  <p:nvPr/>
                </p:nvGrpSpPr>
                <p:grpSpPr>
                  <a:xfrm>
                    <a:off x="1886979" y="4343400"/>
                    <a:ext cx="1562318" cy="964689"/>
                    <a:chOff x="2779627" y="5906069"/>
                    <a:chExt cx="972000" cy="972000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52" name="TextBox 51">
                          <a:extLst>
                            <a:ext uri="{FF2B5EF4-FFF2-40B4-BE49-F238E27FC236}">
                              <a16:creationId xmlns:a16="http://schemas.microsoft.com/office/drawing/2014/main" xmlns="" id="{FF3D7E09-E2A5-1645-B3A8-49A5877D1F94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298452" y="6185266"/>
                          <a:ext cx="345142" cy="507616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x-none" sz="2000" b="1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52" name="TextBox 51">
                          <a:extLst>
                            <a:ext uri="{FF2B5EF4-FFF2-40B4-BE49-F238E27FC236}">
                              <a16:creationId xmlns="" xmlns:a16="http://schemas.microsoft.com/office/drawing/2014/main" xmlns:a14="http://schemas.microsoft.com/office/drawing/2010/main" id="{FF3D7E09-E2A5-1645-B3A8-49A5877D1F94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298452" y="6185266"/>
                          <a:ext cx="485251" cy="584681"/>
                        </a:xfrm>
                        <a:prstGeom prst="rect">
                          <a:avLst/>
                        </a:prstGeom>
                        <a:blipFill rotWithShape="0">
                          <a:blip r:embed="rId6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53" name="Oval 52">
                      <a:extLst>
                        <a:ext uri="{FF2B5EF4-FFF2-40B4-BE49-F238E27FC236}">
                          <a16:creationId xmlns:a16="http://schemas.microsoft.com/office/drawing/2014/main" xmlns="" id="{8778854E-E921-D54D-8EAB-795A18A2F3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79627" y="5906069"/>
                      <a:ext cx="972000" cy="9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x-none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p:txBody>
                </p:sp>
                <p:cxnSp>
                  <p:nvCxnSpPr>
                    <p:cNvPr id="54" name="Straight Connector 53">
                      <a:extLst>
                        <a:ext uri="{FF2B5EF4-FFF2-40B4-BE49-F238E27FC236}">
                          <a16:creationId xmlns:a16="http://schemas.microsoft.com/office/drawing/2014/main" xmlns="" id="{95EA2090-C6E4-DE46-B147-8BC5CFBF4417}"/>
                        </a:ext>
                      </a:extLst>
                    </p:cNvPr>
                    <p:cNvCxnSpPr>
                      <a:cxnSpLocks/>
                      <a:stCxn id="53" idx="0"/>
                      <a:endCxn id="53" idx="4"/>
                    </p:cNvCxnSpPr>
                    <p:nvPr/>
                  </p:nvCxnSpPr>
                  <p:spPr>
                    <a:xfrm>
                      <a:off x="3265627" y="5906069"/>
                      <a:ext cx="0" cy="9720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55" name="TextBox 54">
                          <a:extLst>
                            <a:ext uri="{FF2B5EF4-FFF2-40B4-BE49-F238E27FC236}">
                              <a16:creationId xmlns:a16="http://schemas.microsoft.com/office/drawing/2014/main" xmlns="" id="{0794088F-F7E0-8347-A9BE-4553435A873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804329" y="6149669"/>
                          <a:ext cx="326272" cy="507616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e>
                                  <m:sub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x-none" sz="2000" b="1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55" name="TextBox 54">
                          <a:extLst>
                            <a:ext uri="{FF2B5EF4-FFF2-40B4-BE49-F238E27FC236}">
                              <a16:creationId xmlns="" xmlns:a16="http://schemas.microsoft.com/office/drawing/2014/main" xmlns:a14="http://schemas.microsoft.com/office/drawing/2010/main" id="{0794088F-F7E0-8347-A9BE-4553435A873B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804329" y="6149669"/>
                          <a:ext cx="458720" cy="584681"/>
                        </a:xfrm>
                        <a:prstGeom prst="rect">
                          <a:avLst/>
                        </a:prstGeom>
                        <a:blipFill rotWithShape="0">
                          <a:blip r:embed="rId7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13" name="Group 12">
                    <a:extLst>
                      <a:ext uri="{FF2B5EF4-FFF2-40B4-BE49-F238E27FC236}">
                        <a16:creationId xmlns:a16="http://schemas.microsoft.com/office/drawing/2014/main" xmlns="" id="{B8F507BD-5BD6-1E40-8A93-C04179CAE9CB}"/>
                      </a:ext>
                    </a:extLst>
                  </p:cNvPr>
                  <p:cNvGrpSpPr/>
                  <p:nvPr/>
                </p:nvGrpSpPr>
                <p:grpSpPr>
                  <a:xfrm>
                    <a:off x="1828361" y="1676400"/>
                    <a:ext cx="1448070" cy="919196"/>
                    <a:chOff x="2703324" y="4392954"/>
                    <a:chExt cx="972000" cy="972000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8" name="TextBox 47">
                          <a:extLst>
                            <a:ext uri="{FF2B5EF4-FFF2-40B4-BE49-F238E27FC236}">
                              <a16:creationId xmlns:a16="http://schemas.microsoft.com/office/drawing/2014/main" xmlns="" id="{3CF0CC5C-5A9A-A747-9F0B-2BBF12D90DD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222148" y="4672151"/>
                          <a:ext cx="372373" cy="53273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x-none" sz="2000" b="1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99" name="TextBox 98">
                          <a:extLst>
                            <a:ext uri="{FF2B5EF4-FFF2-40B4-BE49-F238E27FC236}">
                              <a16:creationId xmlns:a16="http://schemas.microsoft.com/office/drawing/2014/main" id="{3CF0CC5C-5A9A-A747-9F0B-2BBF12D90DD2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222149" y="4672151"/>
                          <a:ext cx="424733" cy="350802"/>
                        </a:xfrm>
                        <a:prstGeom prst="rect">
                          <a:avLst/>
                        </a:prstGeom>
                        <a:blipFill>
                          <a:blip r:embed="rId12"/>
                          <a:stretch>
                            <a:fillRect l="-16667" t="-8000" r="-20000" b="-32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QA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49" name="Oval 48">
                      <a:extLst>
                        <a:ext uri="{FF2B5EF4-FFF2-40B4-BE49-F238E27FC236}">
                          <a16:creationId xmlns:a16="http://schemas.microsoft.com/office/drawing/2014/main" xmlns="" id="{163FF241-B3B4-F74D-96A0-D2AA5A407A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03324" y="4392954"/>
                      <a:ext cx="972000" cy="9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x-none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p:txBody>
                </p:sp>
                <p:cxnSp>
                  <p:nvCxnSpPr>
                    <p:cNvPr id="50" name="Straight Connector 49">
                      <a:extLst>
                        <a:ext uri="{FF2B5EF4-FFF2-40B4-BE49-F238E27FC236}">
                          <a16:creationId xmlns:a16="http://schemas.microsoft.com/office/drawing/2014/main" xmlns="" id="{DF90F163-8888-874A-9DD2-1734B6E347E1}"/>
                        </a:ext>
                      </a:extLst>
                    </p:cNvPr>
                    <p:cNvCxnSpPr>
                      <a:cxnSpLocks/>
                      <a:stCxn id="49" idx="0"/>
                      <a:endCxn id="49" idx="4"/>
                    </p:cNvCxnSpPr>
                    <p:nvPr/>
                  </p:nvCxnSpPr>
                  <p:spPr>
                    <a:xfrm>
                      <a:off x="3189324" y="4392954"/>
                      <a:ext cx="0" cy="9720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51" name="TextBox 50">
                          <a:extLst>
                            <a:ext uri="{FF2B5EF4-FFF2-40B4-BE49-F238E27FC236}">
                              <a16:creationId xmlns:a16="http://schemas.microsoft.com/office/drawing/2014/main" xmlns="" id="{2AE1124E-3ECC-474C-BAF0-7E79FE7286D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728027" y="4636554"/>
                          <a:ext cx="352014" cy="53273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e>
                                  <m:sub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x-none" sz="2000" b="1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98" name="TextBox 97">
                          <a:extLst>
                            <a:ext uri="{FF2B5EF4-FFF2-40B4-BE49-F238E27FC236}">
                              <a16:creationId xmlns:a16="http://schemas.microsoft.com/office/drawing/2014/main" id="{2AE1124E-3ECC-474C-BAF0-7E79FE7286D0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728027" y="4636554"/>
                          <a:ext cx="400687" cy="350802"/>
                        </a:xfrm>
                        <a:prstGeom prst="rect">
                          <a:avLst/>
                        </a:prstGeom>
                        <a:blipFill>
                          <a:blip r:embed="rId13"/>
                          <a:stretch>
                            <a:fillRect l="-13333" t="-3846" r="-16667" b="-30769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QA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xmlns="" id="{D78574E9-4499-B245-A264-967283573595}"/>
                      </a:ext>
                    </a:extLst>
                  </p:cNvPr>
                  <p:cNvGrpSpPr/>
                  <p:nvPr/>
                </p:nvGrpSpPr>
                <p:grpSpPr>
                  <a:xfrm>
                    <a:off x="4594373" y="2540412"/>
                    <a:ext cx="1378156" cy="1019147"/>
                    <a:chOff x="2703324" y="4392954"/>
                    <a:chExt cx="972000" cy="972000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4" name="TextBox 43">
                          <a:extLst>
                            <a:ext uri="{FF2B5EF4-FFF2-40B4-BE49-F238E27FC236}">
                              <a16:creationId xmlns:a16="http://schemas.microsoft.com/office/drawing/2014/main" xmlns="" id="{4EF99F7F-CA42-C041-94AA-F527069A76AC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222150" y="4672151"/>
                          <a:ext cx="391263" cy="48049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x-none" sz="2000" b="1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60" name="TextBox 59">
                          <a:extLst>
                            <a:ext uri="{FF2B5EF4-FFF2-40B4-BE49-F238E27FC236}">
                              <a16:creationId xmlns:a16="http://schemas.microsoft.com/office/drawing/2014/main" id="{4EF99F7F-CA42-C041-94AA-F527069A76AC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222149" y="4672151"/>
                          <a:ext cx="477824" cy="394652"/>
                        </a:xfrm>
                        <a:prstGeom prst="rect">
                          <a:avLst/>
                        </a:prstGeom>
                        <a:blipFill>
                          <a:blip r:embed="rId14"/>
                          <a:stretch>
                            <a:fillRect l="-5714" t="-3571" r="-8571" b="-17857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QA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45" name="Oval 44">
                      <a:extLst>
                        <a:ext uri="{FF2B5EF4-FFF2-40B4-BE49-F238E27FC236}">
                          <a16:creationId xmlns:a16="http://schemas.microsoft.com/office/drawing/2014/main" xmlns="" id="{9661259D-DD49-8949-9049-E798D3C0B1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03324" y="4392954"/>
                      <a:ext cx="972000" cy="9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x-none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p:txBody>
                </p:sp>
                <p:cxnSp>
                  <p:nvCxnSpPr>
                    <p:cNvPr id="46" name="Straight Connector 45">
                      <a:extLst>
                        <a:ext uri="{FF2B5EF4-FFF2-40B4-BE49-F238E27FC236}">
                          <a16:creationId xmlns:a16="http://schemas.microsoft.com/office/drawing/2014/main" xmlns="" id="{0C84452D-8187-F84A-98B5-D5BFC92619CE}"/>
                        </a:ext>
                      </a:extLst>
                    </p:cNvPr>
                    <p:cNvCxnSpPr>
                      <a:cxnSpLocks/>
                      <a:stCxn id="45" idx="0"/>
                      <a:endCxn id="45" idx="4"/>
                    </p:cNvCxnSpPr>
                    <p:nvPr/>
                  </p:nvCxnSpPr>
                  <p:spPr>
                    <a:xfrm>
                      <a:off x="3189324" y="4392954"/>
                      <a:ext cx="0" cy="9720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7" name="TextBox 46">
                          <a:extLst>
                            <a:ext uri="{FF2B5EF4-FFF2-40B4-BE49-F238E27FC236}">
                              <a16:creationId xmlns:a16="http://schemas.microsoft.com/office/drawing/2014/main" xmlns="" id="{928628EE-67D4-5C4A-A261-472D92296EE7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728027" y="4636553"/>
                          <a:ext cx="369872" cy="48049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e>
                                  <m:sub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x-none" sz="2000" b="1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59" name="TextBox 58">
                          <a:extLst>
                            <a:ext uri="{FF2B5EF4-FFF2-40B4-BE49-F238E27FC236}">
                              <a16:creationId xmlns:a16="http://schemas.microsoft.com/office/drawing/2014/main" id="{928628EE-67D4-5C4A-A261-472D92296EE7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728027" y="4636554"/>
                          <a:ext cx="450773" cy="394652"/>
                        </a:xfrm>
                        <a:prstGeom prst="rect">
                          <a:avLst/>
                        </a:prstGeom>
                        <a:blipFill>
                          <a:blip r:embed="rId15"/>
                          <a:stretch>
                            <a:fillRect l="-6061" t="-3448" r="-9091" b="-17241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QA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cxnSp>
                <p:nvCxnSpPr>
                  <p:cNvPr id="30" name="Straight Arrow Connector 29">
                    <a:extLst>
                      <a:ext uri="{FF2B5EF4-FFF2-40B4-BE49-F238E27FC236}">
                        <a16:creationId xmlns:a16="http://schemas.microsoft.com/office/drawing/2014/main" xmlns="" id="{143A559A-60B7-524B-B75D-BFCDF9AB1843}"/>
                      </a:ext>
                    </a:extLst>
                  </p:cNvPr>
                  <p:cNvCxnSpPr>
                    <a:cxnSpLocks/>
                    <a:stCxn id="49" idx="6"/>
                    <a:endCxn id="45" idx="2"/>
                  </p:cNvCxnSpPr>
                  <p:nvPr/>
                </p:nvCxnSpPr>
                <p:spPr>
                  <a:xfrm>
                    <a:off x="3276431" y="2135998"/>
                    <a:ext cx="1317942" cy="913988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Arrow Connector 30">
                    <a:extLst>
                      <a:ext uri="{FF2B5EF4-FFF2-40B4-BE49-F238E27FC236}">
                        <a16:creationId xmlns:a16="http://schemas.microsoft.com/office/drawing/2014/main" xmlns="" id="{4859804C-D94F-DB4B-B786-9C97D46F4BC2}"/>
                      </a:ext>
                    </a:extLst>
                  </p:cNvPr>
                  <p:cNvCxnSpPr>
                    <a:cxnSpLocks/>
                    <a:stCxn id="53" idx="6"/>
                    <a:endCxn id="45" idx="2"/>
                  </p:cNvCxnSpPr>
                  <p:nvPr/>
                </p:nvCxnSpPr>
                <p:spPr>
                  <a:xfrm flipV="1">
                    <a:off x="3449298" y="3049986"/>
                    <a:ext cx="1145075" cy="1775759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4" name="Rectangle 33">
                        <a:extLst>
                          <a:ext uri="{FF2B5EF4-FFF2-40B4-BE49-F238E27FC236}">
                            <a16:creationId xmlns:a16="http://schemas.microsoft.com/office/drawing/2014/main" xmlns="" id="{9B771EC2-C73C-804B-8424-1841F8E16D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324600" y="2898424"/>
                        <a:ext cx="406058" cy="417689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GB" sz="15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500" b="1" i="1" dirty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oMath>
                          </m:oMathPara>
                        </a14:m>
                        <a:endParaRPr lang="x-none" sz="1500" dirty="0"/>
                      </a:p>
                    </p:txBody>
                  </p:sp>
                </mc:Choice>
                <mc:Fallback xmlns="">
                  <p:sp>
                    <p:nvSpPr>
                      <p:cNvPr id="34" name="Rectangle 33">
                        <a:extLst>
                          <a:ext uri="{FF2B5EF4-FFF2-40B4-BE49-F238E27FC236}">
                            <a16:creationId xmlns="" xmlns:a16="http://schemas.microsoft.com/office/drawing/2014/main" xmlns:a14="http://schemas.microsoft.com/office/drawing/2010/main" id="{9B771EC2-C73C-804B-8424-1841F8E16D3B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324600" y="2898423"/>
                        <a:ext cx="352982" cy="323165"/>
                      </a:xfrm>
                      <a:prstGeom prst="rect">
                        <a:avLst/>
                      </a:prstGeom>
                      <a:blipFill rotWithShape="0">
                        <a:blip r:embed="rId16"/>
                        <a:stretch>
                          <a:fillRect r="-3448" b="-566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35" name="Straight Arrow Connector 34">
                    <a:extLst>
                      <a:ext uri="{FF2B5EF4-FFF2-40B4-BE49-F238E27FC236}">
                        <a16:creationId xmlns:a16="http://schemas.microsoft.com/office/drawing/2014/main" xmlns="" id="{96938DF5-C2E6-2C44-9410-5E31E8A50C9B}"/>
                      </a:ext>
                    </a:extLst>
                  </p:cNvPr>
                  <p:cNvCxnSpPr>
                    <a:cxnSpLocks/>
                    <a:endCxn id="34" idx="1"/>
                  </p:cNvCxnSpPr>
                  <p:nvPr/>
                </p:nvCxnSpPr>
                <p:spPr>
                  <a:xfrm>
                    <a:off x="6027115" y="3049985"/>
                    <a:ext cx="297485" cy="57283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8" name="Rectangle 87">
                      <a:extLst>
                        <a:ext uri="{FF2B5EF4-FFF2-40B4-BE49-F238E27FC236}">
                          <a16:creationId xmlns:a16="http://schemas.microsoft.com/office/drawing/2014/main" xmlns="" id="{86B8553D-60C4-324D-9064-775329ABBC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33774" y="3902861"/>
                      <a:ext cx="706183" cy="52236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x-none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𝟏𝟐</m:t>
                                </m:r>
                              </m:sub>
                              <m:sup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bSup>
                          </m:oMath>
                        </m:oMathPara>
                      </a14:m>
                      <a:endParaRPr lang="x-none" sz="1600" b="1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8" name="Rectangle 87">
                      <a:extLst>
                        <a:ext uri="{FF2B5EF4-FFF2-40B4-BE49-F238E27FC236}">
                          <a16:creationId xmlns="" xmlns:a16="http://schemas.microsoft.com/office/drawing/2014/main" xmlns:a14="http://schemas.microsoft.com/office/drawing/2010/main" id="{86B8553D-60C4-324D-9064-775329ABBCE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33774" y="3902860"/>
                      <a:ext cx="608372" cy="404150"/>
                    </a:xfrm>
                    <a:prstGeom prst="rect">
                      <a:avLst/>
                    </a:prstGeom>
                    <a:blipFill rotWithShape="0">
                      <a:blip r:embed="rId17"/>
                      <a:stretch>
                        <a:fillRect b="-15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9" name="Rectangle 88">
                      <a:extLst>
                        <a:ext uri="{FF2B5EF4-FFF2-40B4-BE49-F238E27FC236}">
                          <a16:creationId xmlns:a16="http://schemas.microsoft.com/office/drawing/2014/main" xmlns="" id="{5062D98F-7B40-8840-BACB-D063675C95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4971" y="2486854"/>
                      <a:ext cx="706183" cy="523854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x-none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  <m:sup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bSup>
                          </m:oMath>
                        </m:oMathPara>
                      </a14:m>
                      <a:endParaRPr lang="x-none" sz="1600" b="1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9" name="Rectangle 88">
                      <a:extLst>
                        <a:ext uri="{FF2B5EF4-FFF2-40B4-BE49-F238E27FC236}">
                          <a16:creationId xmlns="" xmlns:a16="http://schemas.microsoft.com/office/drawing/2014/main" xmlns:a14="http://schemas.microsoft.com/office/drawing/2010/main" id="{5062D98F-7B40-8840-BACB-D063675C952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54971" y="2486854"/>
                      <a:ext cx="608372" cy="405304"/>
                    </a:xfrm>
                    <a:prstGeom prst="rect">
                      <a:avLst/>
                    </a:prstGeom>
                    <a:blipFill rotWithShape="0">
                      <a:blip r:embed="rId18"/>
                      <a:stretch>
                        <a:fillRect b="-15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3" name="Rectangle 92">
                      <a:extLst>
                        <a:ext uri="{FF2B5EF4-FFF2-40B4-BE49-F238E27FC236}">
                          <a16:creationId xmlns:a16="http://schemas.microsoft.com/office/drawing/2014/main" xmlns="" id="{5062D98F-7B40-8840-BACB-D063675C95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2878" y="4989479"/>
                      <a:ext cx="706183" cy="523854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x-none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  <m:sup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bSup>
                          </m:oMath>
                        </m:oMathPara>
                      </a14:m>
                      <a:endParaRPr lang="x-none" sz="1600" b="1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3" name="Rectangle 92">
                      <a:extLst>
                        <a:ext uri="{FF2B5EF4-FFF2-40B4-BE49-F238E27FC236}">
                          <a16:creationId xmlns="" xmlns:a16="http://schemas.microsoft.com/office/drawing/2014/main" xmlns:a14="http://schemas.microsoft.com/office/drawing/2010/main" id="{5062D98F-7B40-8840-BACB-D063675C952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92878" y="4989478"/>
                      <a:ext cx="608372" cy="405304"/>
                    </a:xfrm>
                    <a:prstGeom prst="rect">
                      <a:avLst/>
                    </a:prstGeom>
                    <a:blipFill rotWithShape="0">
                      <a:blip r:embed="rId1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7" name="Rectangle 106">
                      <a:extLst>
                        <a:ext uri="{FF2B5EF4-FFF2-40B4-BE49-F238E27FC236}">
                          <a16:creationId xmlns:a16="http://schemas.microsoft.com/office/drawing/2014/main" xmlns="" id="{86B8553D-60C4-324D-9064-775329ABBC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82744" y="4420771"/>
                      <a:ext cx="706183" cy="52236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x-none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𝟐𝟐</m:t>
                                </m:r>
                              </m:sub>
                              <m:sup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bSup>
                          </m:oMath>
                        </m:oMathPara>
                      </a14:m>
                      <a:endParaRPr lang="x-none" sz="1600" b="1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07" name="Rectangle 106">
                      <a:extLst>
                        <a:ext uri="{FF2B5EF4-FFF2-40B4-BE49-F238E27FC236}">
                          <a16:creationId xmlns="" xmlns:a16="http://schemas.microsoft.com/office/drawing/2014/main" xmlns:a14="http://schemas.microsoft.com/office/drawing/2010/main" id="{86B8553D-60C4-324D-9064-775329ABBCE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82744" y="4420771"/>
                      <a:ext cx="608372" cy="404150"/>
                    </a:xfrm>
                    <a:prstGeom prst="rect">
                      <a:avLst/>
                    </a:prstGeom>
                    <a:blipFill rotWithShape="0">
                      <a:blip r:embed="rId20"/>
                      <a:stretch>
                        <a:fillRect b="-15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8" name="Rectangle 107">
                      <a:extLst>
                        <a:ext uri="{FF2B5EF4-FFF2-40B4-BE49-F238E27FC236}">
                          <a16:creationId xmlns:a16="http://schemas.microsoft.com/office/drawing/2014/main" xmlns="" id="{645DF38A-F0D7-1F49-A415-F412FCBB92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80328" y="3931249"/>
                      <a:ext cx="706183" cy="52236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x-none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bSup>
                          </m:oMath>
                        </m:oMathPara>
                      </a14:m>
                      <a:endParaRPr lang="x-none" sz="1600" b="1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08" name="Rectangle 107">
                      <a:extLst>
                        <a:ext uri="{FF2B5EF4-FFF2-40B4-BE49-F238E27FC236}">
                          <a16:creationId xmlns="" xmlns:a16="http://schemas.microsoft.com/office/drawing/2014/main" xmlns:a14="http://schemas.microsoft.com/office/drawing/2010/main" id="{645DF38A-F0D7-1F49-A415-F412FCBB929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80327" y="3931248"/>
                      <a:ext cx="608372" cy="404150"/>
                    </a:xfrm>
                    <a:prstGeom prst="rect">
                      <a:avLst/>
                    </a:prstGeom>
                    <a:blipFill rotWithShape="0">
                      <a:blip r:embed="rId21"/>
                      <a:stretch>
                        <a:fillRect b="-15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9" name="Rectangle 108">
                      <a:extLst>
                        <a:ext uri="{FF2B5EF4-FFF2-40B4-BE49-F238E27FC236}">
                          <a16:creationId xmlns:a16="http://schemas.microsoft.com/office/drawing/2014/main" xmlns="" id="{645DF38A-F0D7-1F49-A415-F412FCBB92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96694" y="2041334"/>
                      <a:ext cx="706183" cy="52236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x-none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𝟏𝟏</m:t>
                                </m:r>
                              </m:sub>
                              <m:sup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bSup>
                          </m:oMath>
                        </m:oMathPara>
                      </a14:m>
                      <a:endParaRPr lang="x-none" sz="1600" b="1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09" name="Rectangle 108">
                      <a:extLst>
                        <a:ext uri="{FF2B5EF4-FFF2-40B4-BE49-F238E27FC236}">
                          <a16:creationId xmlns="" xmlns:a16="http://schemas.microsoft.com/office/drawing/2014/main" xmlns:a14="http://schemas.microsoft.com/office/drawing/2010/main" id="{645DF38A-F0D7-1F49-A415-F412FCBB929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796694" y="2041335"/>
                      <a:ext cx="608372" cy="404150"/>
                    </a:xfrm>
                    <a:prstGeom prst="rect">
                      <a:avLst/>
                    </a:prstGeom>
                    <a:blipFill rotWithShape="0">
                      <a:blip r:embed="rId22"/>
                      <a:stretch>
                        <a:fillRect b="-15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0" name="Rectangle 109">
                      <a:extLst>
                        <a:ext uri="{FF2B5EF4-FFF2-40B4-BE49-F238E27FC236}">
                          <a16:creationId xmlns:a16="http://schemas.microsoft.com/office/drawing/2014/main" xmlns="" id="{86B8553D-60C4-324D-9064-775329ABBC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62858" y="2189067"/>
                      <a:ext cx="706183" cy="52236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x-none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𝟏𝟐</m:t>
                                </m:r>
                              </m:sub>
                              <m:sup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bSup>
                          </m:oMath>
                        </m:oMathPara>
                      </a14:m>
                      <a:endParaRPr lang="x-none" sz="1600" b="1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10" name="Rectangle 109">
                      <a:extLst>
                        <a:ext uri="{FF2B5EF4-FFF2-40B4-BE49-F238E27FC236}">
                          <a16:creationId xmlns="" xmlns:a16="http://schemas.microsoft.com/office/drawing/2014/main" xmlns:a14="http://schemas.microsoft.com/office/drawing/2010/main" id="{86B8553D-60C4-324D-9064-775329ABBCE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62858" y="2189067"/>
                      <a:ext cx="608372" cy="404150"/>
                    </a:xfrm>
                    <a:prstGeom prst="rect">
                      <a:avLst/>
                    </a:prstGeom>
                    <a:blipFill rotWithShape="0">
                      <a:blip r:embed="rId23"/>
                      <a:stretch>
                        <a:fillRect b="-15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xmlns="" id="{F370EF19-8814-4945-A475-8675C9800CF7}"/>
                </a:ext>
              </a:extLst>
            </p:cNvPr>
            <p:cNvCxnSpPr>
              <a:cxnSpLocks/>
              <a:endCxn id="49" idx="4"/>
            </p:cNvCxnSpPr>
            <p:nvPr/>
          </p:nvCxnSpPr>
          <p:spPr>
            <a:xfrm flipV="1">
              <a:off x="3881533" y="2961908"/>
              <a:ext cx="3839" cy="76253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xmlns="" id="{645DF38A-F0D7-1F49-A415-F412FCBB9295}"/>
                    </a:ext>
                  </a:extLst>
                </p:cNvPr>
                <p:cNvSpPr/>
                <p:nvPr/>
              </p:nvSpPr>
              <p:spPr>
                <a:xfrm>
                  <a:off x="3764370" y="3252923"/>
                  <a:ext cx="662583" cy="52236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x-none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GB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GB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bSup>
                      </m:oMath>
                    </m:oMathPara>
                  </a14:m>
                  <a:endParaRPr lang="x-none" sz="16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Rectangle 116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645DF38A-F0D7-1F49-A415-F412FCBB92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4370" y="3252922"/>
                  <a:ext cx="571503" cy="404150"/>
                </a:xfrm>
                <a:prstGeom prst="rect">
                  <a:avLst/>
                </a:prstGeom>
                <a:blipFill rotWithShape="0">
                  <a:blip r:embed="rId24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xmlns="" id="{F370EF19-8814-4945-A475-8675C9800C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94443" y="5641676"/>
              <a:ext cx="3839" cy="76253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xmlns="" id="{645DF38A-F0D7-1F49-A415-F412FCBB9295}"/>
                    </a:ext>
                  </a:extLst>
                </p:cNvPr>
                <p:cNvSpPr/>
                <p:nvPr/>
              </p:nvSpPr>
              <p:spPr>
                <a:xfrm>
                  <a:off x="3877280" y="5932690"/>
                  <a:ext cx="662583" cy="52236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x-none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  <m:sup>
                            <m:r>
                              <a:rPr lang="en-GB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bSup>
                      </m:oMath>
                    </m:oMathPara>
                  </a14:m>
                  <a:endParaRPr lang="x-none" sz="16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1" name="Rectangle 120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645DF38A-F0D7-1F49-A415-F412FCBB92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7280" y="5932690"/>
                  <a:ext cx="571502" cy="411908"/>
                </a:xfrm>
                <a:prstGeom prst="rect">
                  <a:avLst/>
                </a:prstGeom>
                <a:blipFill rotWithShape="0"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xmlns="" id="{F370EF19-8814-4945-A475-8675C9800C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8084" y="3927596"/>
              <a:ext cx="3839" cy="76253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xmlns="" id="{645DF38A-F0D7-1F49-A415-F412FCBB9295}"/>
                    </a:ext>
                  </a:extLst>
                </p:cNvPr>
                <p:cNvSpPr/>
                <p:nvPr/>
              </p:nvSpPr>
              <p:spPr>
                <a:xfrm>
                  <a:off x="6500921" y="4218609"/>
                  <a:ext cx="662583" cy="52236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x-none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GB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GB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bSup>
                      </m:oMath>
                    </m:oMathPara>
                  </a14:m>
                  <a:endParaRPr lang="x-none" sz="16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Rectangle 122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645DF38A-F0D7-1F49-A415-F412FCBB92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0921" y="4218610"/>
                  <a:ext cx="571503" cy="404150"/>
                </a:xfrm>
                <a:prstGeom prst="rect">
                  <a:avLst/>
                </a:prstGeom>
                <a:blipFill rotWithShape="0">
                  <a:blip r:embed="rId26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TextBox 3"/>
          <p:cNvSpPr txBox="1"/>
          <p:nvPr/>
        </p:nvSpPr>
        <p:spPr>
          <a:xfrm>
            <a:off x="2137624" y="4990866"/>
            <a:ext cx="62528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=0.9</a:t>
            </a:r>
          </a:p>
          <a:p>
            <a:r>
              <a:rPr lang="en-US" dirty="0">
                <a:sym typeface="Symbol" panose="05050102010706020507" pitchFamily="18" charset="2"/>
              </a:rPr>
              <a:t>For X= { 1, 0, 1} and y=1</a:t>
            </a:r>
          </a:p>
          <a:p>
            <a:endParaRPr lang="en-US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Find the cross entropy loss and weight updates after 1</a:t>
            </a:r>
            <a:r>
              <a:rPr lang="en-US" baseline="30000" dirty="0">
                <a:sym typeface="Symbol" panose="05050102010706020507" pitchFamily="18" charset="2"/>
              </a:rPr>
              <a:t>st </a:t>
            </a:r>
            <a:r>
              <a:rPr lang="en-US" dirty="0">
                <a:sym typeface="Symbol" panose="05050102010706020507" pitchFamily="18" charset="2"/>
              </a:rPr>
              <a:t>iteration 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8785583" y="948691"/>
            <a:ext cx="1284326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r>
              <a:rPr lang="en-US" baseline="-25000" dirty="0"/>
              <a:t>11</a:t>
            </a:r>
            <a:r>
              <a:rPr lang="en-US" baseline="30000" dirty="0"/>
              <a:t>[1] </a:t>
            </a:r>
            <a:r>
              <a:rPr lang="en-US" dirty="0"/>
              <a:t>=0.2</a:t>
            </a:r>
          </a:p>
          <a:p>
            <a:r>
              <a:rPr lang="en-US" dirty="0"/>
              <a:t>W</a:t>
            </a:r>
            <a:r>
              <a:rPr lang="en-US" baseline="-25000" dirty="0"/>
              <a:t>12</a:t>
            </a:r>
            <a:r>
              <a:rPr lang="en-US" baseline="30000" dirty="0"/>
              <a:t>[1] </a:t>
            </a:r>
            <a:r>
              <a:rPr lang="en-US" dirty="0"/>
              <a:t>=0.4</a:t>
            </a:r>
          </a:p>
          <a:p>
            <a:r>
              <a:rPr lang="en-US" dirty="0"/>
              <a:t>W</a:t>
            </a:r>
            <a:r>
              <a:rPr lang="en-US" baseline="-25000" dirty="0"/>
              <a:t>13</a:t>
            </a:r>
            <a:r>
              <a:rPr lang="en-US" baseline="30000" dirty="0"/>
              <a:t>[1] </a:t>
            </a:r>
            <a:r>
              <a:rPr lang="en-US" dirty="0"/>
              <a:t>= -0.5</a:t>
            </a:r>
            <a:endParaRPr lang="en-IN" dirty="0"/>
          </a:p>
          <a:p>
            <a:r>
              <a:rPr lang="en-US" dirty="0"/>
              <a:t>W</a:t>
            </a:r>
            <a:r>
              <a:rPr lang="en-US" baseline="-25000" dirty="0"/>
              <a:t>2</a:t>
            </a:r>
            <a:r>
              <a:rPr lang="en-US" baseline="-25000" dirty="0"/>
              <a:t>1</a:t>
            </a:r>
            <a:r>
              <a:rPr lang="en-US" baseline="30000" dirty="0"/>
              <a:t>[1] </a:t>
            </a:r>
            <a:r>
              <a:rPr lang="en-US" dirty="0"/>
              <a:t>= -0.3</a:t>
            </a:r>
          </a:p>
          <a:p>
            <a:r>
              <a:rPr lang="en-US" dirty="0"/>
              <a:t>W</a:t>
            </a:r>
            <a:r>
              <a:rPr lang="en-US" baseline="-25000" dirty="0"/>
              <a:t>2</a:t>
            </a:r>
            <a:r>
              <a:rPr lang="en-US" baseline="-25000" dirty="0"/>
              <a:t>2</a:t>
            </a:r>
            <a:r>
              <a:rPr lang="en-US" baseline="30000" dirty="0"/>
              <a:t>[1] </a:t>
            </a:r>
            <a:r>
              <a:rPr lang="en-US" dirty="0"/>
              <a:t>=0.1</a:t>
            </a:r>
          </a:p>
          <a:p>
            <a:r>
              <a:rPr lang="en-US" dirty="0"/>
              <a:t>W</a:t>
            </a:r>
            <a:r>
              <a:rPr lang="en-US" baseline="-25000" dirty="0"/>
              <a:t>2</a:t>
            </a:r>
            <a:r>
              <a:rPr lang="en-US" baseline="-25000" dirty="0"/>
              <a:t>3</a:t>
            </a:r>
            <a:r>
              <a:rPr lang="en-US" baseline="30000" dirty="0"/>
              <a:t>[1] </a:t>
            </a:r>
            <a:r>
              <a:rPr lang="en-US" dirty="0"/>
              <a:t>=0.2</a:t>
            </a:r>
          </a:p>
          <a:p>
            <a:endParaRPr lang="en-US" dirty="0"/>
          </a:p>
          <a:p>
            <a:r>
              <a:rPr lang="en-US" dirty="0"/>
              <a:t>W</a:t>
            </a:r>
            <a:r>
              <a:rPr lang="en-US" baseline="-25000" dirty="0"/>
              <a:t>11</a:t>
            </a:r>
            <a:r>
              <a:rPr lang="en-US" baseline="30000" dirty="0"/>
              <a:t>[2] </a:t>
            </a:r>
            <a:r>
              <a:rPr lang="en-US" dirty="0"/>
              <a:t>=-0.3</a:t>
            </a:r>
          </a:p>
          <a:p>
            <a:r>
              <a:rPr lang="en-US" dirty="0"/>
              <a:t>W</a:t>
            </a:r>
            <a:r>
              <a:rPr lang="en-US" baseline="-25000" dirty="0"/>
              <a:t>12</a:t>
            </a:r>
            <a:r>
              <a:rPr lang="en-US" baseline="30000" dirty="0"/>
              <a:t>[2] </a:t>
            </a:r>
            <a:r>
              <a:rPr lang="en-US" dirty="0"/>
              <a:t>= -0.2</a:t>
            </a:r>
          </a:p>
          <a:p>
            <a:endParaRPr lang="en-US" dirty="0"/>
          </a:p>
          <a:p>
            <a:r>
              <a:rPr lang="en-US" dirty="0"/>
              <a:t>b</a:t>
            </a:r>
            <a:r>
              <a:rPr lang="en-US" baseline="-25000" dirty="0"/>
              <a:t>1</a:t>
            </a:r>
            <a:r>
              <a:rPr lang="en-US" baseline="30000" dirty="0"/>
              <a:t>[1] </a:t>
            </a:r>
            <a:r>
              <a:rPr lang="en-US" dirty="0"/>
              <a:t>= -0.4</a:t>
            </a:r>
          </a:p>
          <a:p>
            <a:r>
              <a:rPr lang="en-US" dirty="0"/>
              <a:t>b</a:t>
            </a:r>
            <a:r>
              <a:rPr lang="en-US" baseline="-25000" dirty="0"/>
              <a:t>2</a:t>
            </a:r>
            <a:r>
              <a:rPr lang="en-US" baseline="30000" dirty="0"/>
              <a:t>[1] </a:t>
            </a:r>
            <a:r>
              <a:rPr lang="en-US" dirty="0"/>
              <a:t>= -0.2</a:t>
            </a:r>
          </a:p>
          <a:p>
            <a:r>
              <a:rPr lang="en-US" dirty="0"/>
              <a:t>b</a:t>
            </a:r>
            <a:r>
              <a:rPr lang="en-US" baseline="-25000" dirty="0"/>
              <a:t>1</a:t>
            </a:r>
            <a:r>
              <a:rPr lang="en-US" baseline="30000" dirty="0"/>
              <a:t>[2] </a:t>
            </a:r>
            <a:r>
              <a:rPr lang="en-US" dirty="0"/>
              <a:t>= 0.1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" name="Ink 1"/>
              <p14:cNvContentPartPr/>
              <p14:nvPr/>
            </p14:nvContentPartPr>
            <p14:xfrm>
              <a:off x="1685640" y="1146600"/>
              <a:ext cx="6508080" cy="513000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672680" y="1137240"/>
                <a:ext cx="6535080" cy="515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6" name="Ink 5"/>
              <p14:cNvContentPartPr/>
              <p14:nvPr/>
            </p14:nvContentPartPr>
            <p14:xfrm>
              <a:off x="7457160" y="2387520"/>
              <a:ext cx="350280" cy="391320"/>
            </p14:xfrm>
          </p:contentPart>
        </mc:Choice>
        <mc:Fallback>
          <p:pic>
            <p:nvPicPr>
              <p:cNvPr id="6" name="Ink 5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442760" y="2372040"/>
                <a:ext cx="380160" cy="42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2565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0"/>
            <a:ext cx="4869040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2860680" y="165600"/>
              <a:ext cx="4912560" cy="624060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52760" y="154080"/>
                <a:ext cx="4937040" cy="626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4301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id="{B5EA88F8-29F0-4E49-832E-9062EA591083}"/>
                  </a:ext>
                </a:extLst>
              </p:cNvPr>
              <p:cNvSpPr txBox="1"/>
              <p:nvPr/>
            </p:nvSpPr>
            <p:spPr>
              <a:xfrm>
                <a:off x="1941053" y="4775523"/>
                <a:ext cx="3318793" cy="6499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sSup>
                        <m:sSupPr>
                          <m:ctrlPr>
                            <a:rPr lang="en-GB" sz="2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  <m:r>
                            <a:rPr lang="en-US" sz="2200" b="1" i="1" baseline="-25000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p>
                          <m:r>
                            <a:rPr lang="en-GB" sz="2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sz="22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x-none" sz="22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en-GB" sz="22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num>
                        <m:den>
                          <m:r>
                            <a:rPr lang="en-U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2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2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  <m:r>
                                <a:rPr lang="en-US" sz="2200" b="1" i="1" baseline="-25000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GB" sz="22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2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2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GB" sz="22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1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2200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2200" b="1" i="1" baseline="-25000" dirty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p>
                          <m:r>
                            <a:rPr lang="en-GB" sz="22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2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200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sz="22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200" b="1" i="1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x-none" sz="22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B5EA88F8-29F0-4E49-832E-9062EA591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052" y="4775523"/>
                <a:ext cx="3318793" cy="649922"/>
              </a:xfrm>
              <a:prstGeom prst="rect">
                <a:avLst/>
              </a:prstGeom>
              <a:blipFill rotWithShape="0">
                <a:blip r:embed="rId2"/>
                <a:stretch>
                  <a:fillRect b="-84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632165"/>
            <a:ext cx="4620236" cy="28827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0449" y="1191951"/>
            <a:ext cx="2287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For the layer 2</a:t>
            </a:r>
            <a:endParaRPr lang="en-IN" sz="24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itle 2"/>
          <p:cNvSpPr txBox="1">
            <a:spLocks/>
          </p:cNvSpPr>
          <p:nvPr/>
        </p:nvSpPr>
        <p:spPr>
          <a:xfrm>
            <a:off x="1905001" y="152400"/>
            <a:ext cx="8160907" cy="121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600" b="0">
                <a:latin typeface="Cambria" panose="02040503050406030204" pitchFamily="18" charset="0"/>
                <a:ea typeface="Cambria" panose="02040503050406030204" pitchFamily="18" charset="0"/>
                <a:cs typeface="+mj-cs"/>
              </a:defRPr>
            </a:lvl1pPr>
          </a:lstStyle>
          <a:p>
            <a:r>
              <a:rPr lang="en-US" dirty="0"/>
              <a:t>Continued……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B5EA88F8-29F0-4E49-832E-9062EA591083}"/>
                  </a:ext>
                </a:extLst>
              </p:cNvPr>
              <p:cNvSpPr txBox="1"/>
              <p:nvPr/>
            </p:nvSpPr>
            <p:spPr>
              <a:xfrm>
                <a:off x="1752600" y="5659847"/>
                <a:ext cx="5620578" cy="6588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sSup>
                        <m:sSupPr>
                          <m:ctrlPr>
                            <a:rPr lang="en-GB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  <m:r>
                            <a:rPr lang="en-US" sz="2200" b="1" i="1" baseline="-250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p>
                          <m:r>
                            <a:rPr lang="en-GB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x-none" sz="2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en-GB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num>
                        <m:den>
                          <m:r>
                            <a:rPr lang="en-US" sz="2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  <m:r>
                                <a:rPr lang="en-US" sz="2200" b="1" i="1" baseline="-250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2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2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GB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2200" b="1" i="1" baseline="-250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en-GB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2200" b="1" i="1" baseline="-250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2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2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p>
                        <m:sSupPr>
                          <m:ctrlPr>
                            <a:rPr lang="en-GB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2200" b="1" i="1" baseline="-250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en-GB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sup>
                      </m:sSup>
                      <m:r>
                        <a:rPr lang="en-US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x-none" sz="2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B5EA88F8-29F0-4E49-832E-9062EA591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5659846"/>
                <a:ext cx="5620578" cy="658835"/>
              </a:xfrm>
              <a:prstGeom prst="rect">
                <a:avLst/>
              </a:prstGeom>
              <a:blipFill rotWithShape="0">
                <a:blip r:embed="rId7"/>
                <a:stretch>
                  <a:fillRect b="-82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7257214" y="5746494"/>
            <a:ext cx="34900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kern="0"/>
            </a:defPPr>
            <a:lvl1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 </a:t>
            </a:r>
            <a:r>
              <a:rPr lang="en-US" dirty="0">
                <a:solidFill>
                  <a:srgbClr val="FF0000"/>
                </a:solidFill>
              </a:rPr>
              <a:t>For MSE cost function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60940" y="5021280"/>
            <a:ext cx="47500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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For Cross entropy cost function 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" name="Ink 2"/>
              <p14:cNvContentPartPr/>
              <p14:nvPr/>
            </p14:nvContentPartPr>
            <p14:xfrm>
              <a:off x="1945560" y="1495440"/>
              <a:ext cx="6762600" cy="477972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33680" y="1484280"/>
                <a:ext cx="6787800" cy="480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9465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152400"/>
            <a:ext cx="4808882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3592560" y="396720"/>
              <a:ext cx="3992040" cy="571032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80680" y="386280"/>
                <a:ext cx="4018320" cy="573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4500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1" y="152400"/>
            <a:ext cx="3695871" cy="62484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3966240" y="703440"/>
              <a:ext cx="2986560" cy="522684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56880" y="695160"/>
                <a:ext cx="3008880" cy="524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691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0"/>
            <a:ext cx="4955182" cy="6781800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7153680" y="1032480"/>
              <a:ext cx="438840" cy="428868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39280" y="1022400"/>
                <a:ext cx="465120" cy="431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5929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9282" y="227100"/>
            <a:ext cx="6887422" cy="633803"/>
          </a:xfrm>
          <a:prstGeom prst="rect">
            <a:avLst/>
          </a:prstGeom>
        </p:spPr>
        <p:txBody>
          <a:bodyPr vert="horz" wrap="square" lIns="0" tIns="24169" rIns="0" bIns="0" rtlCol="0" anchor="ctr">
            <a:spAutoFit/>
          </a:bodyPr>
          <a:lstStyle/>
          <a:p>
            <a:pPr marL="20141">
              <a:spcBef>
                <a:spcPts val="190"/>
              </a:spcBef>
            </a:pPr>
            <a:r>
              <a:rPr lang="en-IN" dirty="0" smtClean="0"/>
              <a:t>Exercise – With vectorization</a:t>
            </a:r>
            <a:endParaRPr cap="small" spc="468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7744" y="2778656"/>
            <a:ext cx="309013" cy="30901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89939" y="2814759"/>
            <a:ext cx="124874" cy="203337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20141">
              <a:spcBef>
                <a:spcPts val="159"/>
              </a:spcBef>
            </a:pPr>
            <a:r>
              <a:rPr sz="1189" dirty="0">
                <a:latin typeface="Microsoft Sans Serif"/>
                <a:cs typeface="Microsoft Sans Serif"/>
              </a:rPr>
              <a:t>1</a:t>
            </a:r>
            <a:endParaRPr sz="1189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26371" y="3506587"/>
            <a:ext cx="452165" cy="452165"/>
            <a:chOff x="568994" y="1671347"/>
            <a:chExt cx="285115" cy="285115"/>
          </a:xfrm>
        </p:grpSpPr>
        <p:sp>
          <p:nvSpPr>
            <p:cNvPr id="6" name="object 6"/>
            <p:cNvSpPr/>
            <p:nvPr/>
          </p:nvSpPr>
          <p:spPr>
            <a:xfrm>
              <a:off x="570899" y="1673252"/>
              <a:ext cx="281305" cy="281305"/>
            </a:xfrm>
            <a:custGeom>
              <a:avLst/>
              <a:gdLst/>
              <a:ahLst/>
              <a:cxnLst/>
              <a:rect l="l" t="t" r="r" b="b"/>
              <a:pathLst>
                <a:path w="281305" h="281305">
                  <a:moveTo>
                    <a:pt x="140525" y="0"/>
                  </a:moveTo>
                  <a:lnTo>
                    <a:pt x="96108" y="7163"/>
                  </a:lnTo>
                  <a:lnTo>
                    <a:pt x="57532" y="27113"/>
                  </a:lnTo>
                  <a:lnTo>
                    <a:pt x="27113" y="57532"/>
                  </a:lnTo>
                  <a:lnTo>
                    <a:pt x="7163" y="96108"/>
                  </a:lnTo>
                  <a:lnTo>
                    <a:pt x="0" y="140525"/>
                  </a:lnTo>
                  <a:lnTo>
                    <a:pt x="7163" y="184942"/>
                  </a:lnTo>
                  <a:lnTo>
                    <a:pt x="27113" y="223518"/>
                  </a:lnTo>
                  <a:lnTo>
                    <a:pt x="57532" y="253937"/>
                  </a:lnTo>
                  <a:lnTo>
                    <a:pt x="96108" y="273886"/>
                  </a:lnTo>
                  <a:lnTo>
                    <a:pt x="140525" y="281050"/>
                  </a:lnTo>
                  <a:lnTo>
                    <a:pt x="184942" y="273886"/>
                  </a:lnTo>
                  <a:lnTo>
                    <a:pt x="223518" y="253937"/>
                  </a:lnTo>
                  <a:lnTo>
                    <a:pt x="253937" y="223518"/>
                  </a:lnTo>
                  <a:lnTo>
                    <a:pt x="273886" y="184942"/>
                  </a:lnTo>
                  <a:lnTo>
                    <a:pt x="281050" y="140525"/>
                  </a:lnTo>
                  <a:lnTo>
                    <a:pt x="273886" y="96108"/>
                  </a:lnTo>
                  <a:lnTo>
                    <a:pt x="253937" y="57532"/>
                  </a:lnTo>
                  <a:lnTo>
                    <a:pt x="223518" y="27113"/>
                  </a:lnTo>
                  <a:lnTo>
                    <a:pt x="184942" y="7163"/>
                  </a:lnTo>
                  <a:lnTo>
                    <a:pt x="140525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0899" y="1673252"/>
              <a:ext cx="281305" cy="281305"/>
            </a:xfrm>
            <a:custGeom>
              <a:avLst/>
              <a:gdLst/>
              <a:ahLst/>
              <a:cxnLst/>
              <a:rect l="l" t="t" r="r" b="b"/>
              <a:pathLst>
                <a:path w="281305" h="281305">
                  <a:moveTo>
                    <a:pt x="281050" y="140525"/>
                  </a:moveTo>
                  <a:lnTo>
                    <a:pt x="273886" y="96108"/>
                  </a:lnTo>
                  <a:lnTo>
                    <a:pt x="253937" y="57532"/>
                  </a:lnTo>
                  <a:lnTo>
                    <a:pt x="223518" y="27113"/>
                  </a:lnTo>
                  <a:lnTo>
                    <a:pt x="184942" y="7163"/>
                  </a:lnTo>
                  <a:lnTo>
                    <a:pt x="140525" y="0"/>
                  </a:lnTo>
                  <a:lnTo>
                    <a:pt x="96108" y="7163"/>
                  </a:lnTo>
                  <a:lnTo>
                    <a:pt x="57532" y="27113"/>
                  </a:lnTo>
                  <a:lnTo>
                    <a:pt x="27113" y="57532"/>
                  </a:lnTo>
                  <a:lnTo>
                    <a:pt x="7163" y="96108"/>
                  </a:lnTo>
                  <a:lnTo>
                    <a:pt x="0" y="140525"/>
                  </a:lnTo>
                  <a:lnTo>
                    <a:pt x="7163" y="184942"/>
                  </a:lnTo>
                  <a:lnTo>
                    <a:pt x="27113" y="223518"/>
                  </a:lnTo>
                  <a:lnTo>
                    <a:pt x="57532" y="253937"/>
                  </a:lnTo>
                  <a:lnTo>
                    <a:pt x="96108" y="273886"/>
                  </a:lnTo>
                  <a:lnTo>
                    <a:pt x="140525" y="281050"/>
                  </a:lnTo>
                  <a:lnTo>
                    <a:pt x="184942" y="273886"/>
                  </a:lnTo>
                  <a:lnTo>
                    <a:pt x="223518" y="253937"/>
                  </a:lnTo>
                  <a:lnTo>
                    <a:pt x="253937" y="223518"/>
                  </a:lnTo>
                  <a:lnTo>
                    <a:pt x="273886" y="184942"/>
                  </a:lnTo>
                  <a:lnTo>
                    <a:pt x="281050" y="140525"/>
                  </a:lnTo>
                  <a:close/>
                </a:path>
              </a:pathLst>
            </a:custGeom>
            <a:ln w="35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483086" y="3539614"/>
            <a:ext cx="331319" cy="203401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60423">
              <a:spcBef>
                <a:spcPts val="159"/>
              </a:spcBef>
            </a:pPr>
            <a:r>
              <a:rPr sz="1784" i="1" spc="-11" baseline="-33333" dirty="0">
                <a:latin typeface="Arial"/>
                <a:cs typeface="Arial"/>
              </a:rPr>
              <a:t>a</a:t>
            </a:r>
            <a:r>
              <a:rPr sz="872" spc="-8" dirty="0">
                <a:latin typeface="Lucida Sans Unicode"/>
                <a:cs typeface="Lucida Sans Unicode"/>
              </a:rPr>
              <a:t>[</a:t>
            </a:r>
            <a:r>
              <a:rPr sz="793" spc="-8" dirty="0">
                <a:latin typeface="Microsoft Sans Serif"/>
                <a:cs typeface="Microsoft Sans Serif"/>
              </a:rPr>
              <a:t>0</a:t>
            </a:r>
            <a:r>
              <a:rPr sz="872" spc="-8" dirty="0">
                <a:latin typeface="Lucida Sans Unicode"/>
                <a:cs typeface="Lucida Sans Unicode"/>
              </a:rPr>
              <a:t>]</a:t>
            </a:r>
            <a:endParaRPr sz="872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07705" y="3716475"/>
            <a:ext cx="96677" cy="142359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20141">
              <a:spcBef>
                <a:spcPts val="159"/>
              </a:spcBef>
            </a:pPr>
            <a:r>
              <a:rPr sz="793" dirty="0">
                <a:latin typeface="Microsoft Sans Serif"/>
                <a:cs typeface="Microsoft Sans Serif"/>
              </a:rPr>
              <a:t>1</a:t>
            </a:r>
            <a:endParaRPr sz="793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426371" y="4305892"/>
            <a:ext cx="452165" cy="452165"/>
            <a:chOff x="568994" y="2175353"/>
            <a:chExt cx="285115" cy="285115"/>
          </a:xfrm>
        </p:grpSpPr>
        <p:sp>
          <p:nvSpPr>
            <p:cNvPr id="11" name="object 11"/>
            <p:cNvSpPr/>
            <p:nvPr/>
          </p:nvSpPr>
          <p:spPr>
            <a:xfrm>
              <a:off x="570899" y="2177258"/>
              <a:ext cx="281305" cy="281305"/>
            </a:xfrm>
            <a:custGeom>
              <a:avLst/>
              <a:gdLst/>
              <a:ahLst/>
              <a:cxnLst/>
              <a:rect l="l" t="t" r="r" b="b"/>
              <a:pathLst>
                <a:path w="281305" h="281305">
                  <a:moveTo>
                    <a:pt x="140525" y="0"/>
                  </a:moveTo>
                  <a:lnTo>
                    <a:pt x="96108" y="7163"/>
                  </a:lnTo>
                  <a:lnTo>
                    <a:pt x="57532" y="27113"/>
                  </a:lnTo>
                  <a:lnTo>
                    <a:pt x="27113" y="57532"/>
                  </a:lnTo>
                  <a:lnTo>
                    <a:pt x="7163" y="96108"/>
                  </a:lnTo>
                  <a:lnTo>
                    <a:pt x="0" y="140525"/>
                  </a:lnTo>
                  <a:lnTo>
                    <a:pt x="7163" y="184942"/>
                  </a:lnTo>
                  <a:lnTo>
                    <a:pt x="27113" y="223518"/>
                  </a:lnTo>
                  <a:lnTo>
                    <a:pt x="57532" y="253937"/>
                  </a:lnTo>
                  <a:lnTo>
                    <a:pt x="96108" y="273886"/>
                  </a:lnTo>
                  <a:lnTo>
                    <a:pt x="140525" y="281050"/>
                  </a:lnTo>
                  <a:lnTo>
                    <a:pt x="184942" y="273886"/>
                  </a:lnTo>
                  <a:lnTo>
                    <a:pt x="223518" y="253937"/>
                  </a:lnTo>
                  <a:lnTo>
                    <a:pt x="253937" y="223518"/>
                  </a:lnTo>
                  <a:lnTo>
                    <a:pt x="273886" y="184942"/>
                  </a:lnTo>
                  <a:lnTo>
                    <a:pt x="281050" y="140525"/>
                  </a:lnTo>
                  <a:lnTo>
                    <a:pt x="273886" y="96108"/>
                  </a:lnTo>
                  <a:lnTo>
                    <a:pt x="253937" y="57532"/>
                  </a:lnTo>
                  <a:lnTo>
                    <a:pt x="223518" y="27113"/>
                  </a:lnTo>
                  <a:lnTo>
                    <a:pt x="184942" y="7163"/>
                  </a:lnTo>
                  <a:lnTo>
                    <a:pt x="140525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0899" y="2177258"/>
              <a:ext cx="281305" cy="281305"/>
            </a:xfrm>
            <a:custGeom>
              <a:avLst/>
              <a:gdLst/>
              <a:ahLst/>
              <a:cxnLst/>
              <a:rect l="l" t="t" r="r" b="b"/>
              <a:pathLst>
                <a:path w="281305" h="281305">
                  <a:moveTo>
                    <a:pt x="281050" y="140525"/>
                  </a:moveTo>
                  <a:lnTo>
                    <a:pt x="273886" y="96108"/>
                  </a:lnTo>
                  <a:lnTo>
                    <a:pt x="253937" y="57532"/>
                  </a:lnTo>
                  <a:lnTo>
                    <a:pt x="223518" y="27113"/>
                  </a:lnTo>
                  <a:lnTo>
                    <a:pt x="184942" y="7163"/>
                  </a:lnTo>
                  <a:lnTo>
                    <a:pt x="140525" y="0"/>
                  </a:lnTo>
                  <a:lnTo>
                    <a:pt x="96108" y="7163"/>
                  </a:lnTo>
                  <a:lnTo>
                    <a:pt x="57532" y="27113"/>
                  </a:lnTo>
                  <a:lnTo>
                    <a:pt x="27113" y="57532"/>
                  </a:lnTo>
                  <a:lnTo>
                    <a:pt x="7163" y="96108"/>
                  </a:lnTo>
                  <a:lnTo>
                    <a:pt x="0" y="140525"/>
                  </a:lnTo>
                  <a:lnTo>
                    <a:pt x="7163" y="184942"/>
                  </a:lnTo>
                  <a:lnTo>
                    <a:pt x="27113" y="223518"/>
                  </a:lnTo>
                  <a:lnTo>
                    <a:pt x="57532" y="253937"/>
                  </a:lnTo>
                  <a:lnTo>
                    <a:pt x="96108" y="273886"/>
                  </a:lnTo>
                  <a:lnTo>
                    <a:pt x="140525" y="281050"/>
                  </a:lnTo>
                  <a:lnTo>
                    <a:pt x="184942" y="273886"/>
                  </a:lnTo>
                  <a:lnTo>
                    <a:pt x="223518" y="253937"/>
                  </a:lnTo>
                  <a:lnTo>
                    <a:pt x="253937" y="223518"/>
                  </a:lnTo>
                  <a:lnTo>
                    <a:pt x="273886" y="184942"/>
                  </a:lnTo>
                  <a:lnTo>
                    <a:pt x="281050" y="140525"/>
                  </a:lnTo>
                  <a:close/>
                </a:path>
              </a:pathLst>
            </a:custGeom>
            <a:ln w="35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483086" y="4338910"/>
            <a:ext cx="331319" cy="203401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60423">
              <a:spcBef>
                <a:spcPts val="159"/>
              </a:spcBef>
            </a:pPr>
            <a:r>
              <a:rPr sz="1784" i="1" spc="-11" baseline="-33333" dirty="0">
                <a:latin typeface="Arial"/>
                <a:cs typeface="Arial"/>
              </a:rPr>
              <a:t>a</a:t>
            </a:r>
            <a:r>
              <a:rPr sz="872" spc="-8" dirty="0">
                <a:latin typeface="Lucida Sans Unicode"/>
                <a:cs typeface="Lucida Sans Unicode"/>
              </a:rPr>
              <a:t>[</a:t>
            </a:r>
            <a:r>
              <a:rPr sz="793" spc="-8" dirty="0">
                <a:latin typeface="Microsoft Sans Serif"/>
                <a:cs typeface="Microsoft Sans Serif"/>
              </a:rPr>
              <a:t>0</a:t>
            </a:r>
            <a:r>
              <a:rPr sz="872" spc="-8" dirty="0">
                <a:latin typeface="Lucida Sans Unicode"/>
                <a:cs typeface="Lucida Sans Unicode"/>
              </a:rPr>
              <a:t>]</a:t>
            </a:r>
            <a:endParaRPr sz="872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07705" y="4515772"/>
            <a:ext cx="96677" cy="142359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20141">
              <a:spcBef>
                <a:spcPts val="159"/>
              </a:spcBef>
            </a:pPr>
            <a:r>
              <a:rPr sz="793" dirty="0">
                <a:latin typeface="Microsoft Sans Serif"/>
                <a:cs typeface="Microsoft Sans Serif"/>
              </a:rPr>
              <a:t>2</a:t>
            </a:r>
            <a:endParaRPr sz="793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22637" y="3587465"/>
            <a:ext cx="253776" cy="203337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60423">
              <a:spcBef>
                <a:spcPts val="159"/>
              </a:spcBef>
            </a:pPr>
            <a:r>
              <a:rPr sz="1189" i="1" spc="-8" dirty="0">
                <a:latin typeface="Arial"/>
                <a:cs typeface="Arial"/>
              </a:rPr>
              <a:t>x</a:t>
            </a:r>
            <a:r>
              <a:rPr sz="1189" spc="-11" baseline="-16666" dirty="0">
                <a:latin typeface="Microsoft Sans Serif"/>
                <a:cs typeface="Microsoft Sans Serif"/>
              </a:rPr>
              <a:t>1</a:t>
            </a:r>
            <a:endParaRPr sz="1189" baseline="-16666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22637" y="4386762"/>
            <a:ext cx="253776" cy="203337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60423">
              <a:spcBef>
                <a:spcPts val="159"/>
              </a:spcBef>
            </a:pPr>
            <a:r>
              <a:rPr sz="1189" i="1" spc="-8" dirty="0">
                <a:latin typeface="Arial"/>
                <a:cs typeface="Arial"/>
              </a:rPr>
              <a:t>x</a:t>
            </a:r>
            <a:r>
              <a:rPr sz="1189" spc="-11" baseline="-16666" dirty="0">
                <a:latin typeface="Microsoft Sans Serif"/>
                <a:cs typeface="Microsoft Sans Serif"/>
              </a:rPr>
              <a:t>2</a:t>
            </a:r>
            <a:endParaRPr sz="1189" baseline="-16666">
              <a:latin typeface="Microsoft Sans Serif"/>
              <a:cs typeface="Microsoft Sans Serif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96703" y="2778656"/>
            <a:ext cx="309013" cy="30901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788877" y="2814759"/>
            <a:ext cx="124874" cy="203337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20141">
              <a:spcBef>
                <a:spcPts val="159"/>
              </a:spcBef>
            </a:pPr>
            <a:r>
              <a:rPr sz="1189" dirty="0">
                <a:latin typeface="Microsoft Sans Serif"/>
                <a:cs typeface="Microsoft Sans Serif"/>
              </a:rPr>
              <a:t>1</a:t>
            </a:r>
            <a:endParaRPr sz="1189">
              <a:latin typeface="Microsoft Sans Serif"/>
              <a:cs typeface="Microsoft Sans Serif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625328" y="3506587"/>
            <a:ext cx="452165" cy="452165"/>
            <a:chOff x="1325003" y="1671347"/>
            <a:chExt cx="285115" cy="285115"/>
          </a:xfrm>
        </p:grpSpPr>
        <p:sp>
          <p:nvSpPr>
            <p:cNvPr id="20" name="object 20"/>
            <p:cNvSpPr/>
            <p:nvPr/>
          </p:nvSpPr>
          <p:spPr>
            <a:xfrm>
              <a:off x="1326908" y="1673252"/>
              <a:ext cx="281305" cy="281305"/>
            </a:xfrm>
            <a:custGeom>
              <a:avLst/>
              <a:gdLst/>
              <a:ahLst/>
              <a:cxnLst/>
              <a:rect l="l" t="t" r="r" b="b"/>
              <a:pathLst>
                <a:path w="281305" h="281305">
                  <a:moveTo>
                    <a:pt x="140525" y="0"/>
                  </a:moveTo>
                  <a:lnTo>
                    <a:pt x="96108" y="7163"/>
                  </a:lnTo>
                  <a:lnTo>
                    <a:pt x="57532" y="27113"/>
                  </a:lnTo>
                  <a:lnTo>
                    <a:pt x="27113" y="57532"/>
                  </a:lnTo>
                  <a:lnTo>
                    <a:pt x="7163" y="96108"/>
                  </a:lnTo>
                  <a:lnTo>
                    <a:pt x="0" y="140525"/>
                  </a:lnTo>
                  <a:lnTo>
                    <a:pt x="7163" y="184942"/>
                  </a:lnTo>
                  <a:lnTo>
                    <a:pt x="27113" y="223518"/>
                  </a:lnTo>
                  <a:lnTo>
                    <a:pt x="57532" y="253937"/>
                  </a:lnTo>
                  <a:lnTo>
                    <a:pt x="96108" y="273886"/>
                  </a:lnTo>
                  <a:lnTo>
                    <a:pt x="140525" y="281050"/>
                  </a:lnTo>
                  <a:lnTo>
                    <a:pt x="184942" y="273886"/>
                  </a:lnTo>
                  <a:lnTo>
                    <a:pt x="223518" y="253937"/>
                  </a:lnTo>
                  <a:lnTo>
                    <a:pt x="253938" y="223518"/>
                  </a:lnTo>
                  <a:lnTo>
                    <a:pt x="273887" y="184942"/>
                  </a:lnTo>
                  <a:lnTo>
                    <a:pt x="281051" y="140525"/>
                  </a:lnTo>
                  <a:lnTo>
                    <a:pt x="273887" y="96108"/>
                  </a:lnTo>
                  <a:lnTo>
                    <a:pt x="253938" y="57532"/>
                  </a:lnTo>
                  <a:lnTo>
                    <a:pt x="223518" y="27113"/>
                  </a:lnTo>
                  <a:lnTo>
                    <a:pt x="184942" y="7163"/>
                  </a:lnTo>
                  <a:lnTo>
                    <a:pt x="140525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26908" y="1673252"/>
              <a:ext cx="281305" cy="281305"/>
            </a:xfrm>
            <a:custGeom>
              <a:avLst/>
              <a:gdLst/>
              <a:ahLst/>
              <a:cxnLst/>
              <a:rect l="l" t="t" r="r" b="b"/>
              <a:pathLst>
                <a:path w="281305" h="281305">
                  <a:moveTo>
                    <a:pt x="281051" y="140525"/>
                  </a:moveTo>
                  <a:lnTo>
                    <a:pt x="273887" y="96108"/>
                  </a:lnTo>
                  <a:lnTo>
                    <a:pt x="253938" y="57532"/>
                  </a:lnTo>
                  <a:lnTo>
                    <a:pt x="223518" y="27113"/>
                  </a:lnTo>
                  <a:lnTo>
                    <a:pt x="184942" y="7163"/>
                  </a:lnTo>
                  <a:lnTo>
                    <a:pt x="140525" y="0"/>
                  </a:lnTo>
                  <a:lnTo>
                    <a:pt x="96108" y="7163"/>
                  </a:lnTo>
                  <a:lnTo>
                    <a:pt x="57532" y="27113"/>
                  </a:lnTo>
                  <a:lnTo>
                    <a:pt x="27113" y="57532"/>
                  </a:lnTo>
                  <a:lnTo>
                    <a:pt x="7163" y="96108"/>
                  </a:lnTo>
                  <a:lnTo>
                    <a:pt x="0" y="140525"/>
                  </a:lnTo>
                  <a:lnTo>
                    <a:pt x="7163" y="184942"/>
                  </a:lnTo>
                  <a:lnTo>
                    <a:pt x="27113" y="223518"/>
                  </a:lnTo>
                  <a:lnTo>
                    <a:pt x="57532" y="253937"/>
                  </a:lnTo>
                  <a:lnTo>
                    <a:pt x="96108" y="273886"/>
                  </a:lnTo>
                  <a:lnTo>
                    <a:pt x="140525" y="281050"/>
                  </a:lnTo>
                  <a:lnTo>
                    <a:pt x="184942" y="273886"/>
                  </a:lnTo>
                  <a:lnTo>
                    <a:pt x="223518" y="253937"/>
                  </a:lnTo>
                  <a:lnTo>
                    <a:pt x="253938" y="223518"/>
                  </a:lnTo>
                  <a:lnTo>
                    <a:pt x="273887" y="184942"/>
                  </a:lnTo>
                  <a:lnTo>
                    <a:pt x="281051" y="140525"/>
                  </a:lnTo>
                  <a:close/>
                </a:path>
              </a:pathLst>
            </a:custGeom>
            <a:ln w="35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682023" y="3539614"/>
            <a:ext cx="331319" cy="203401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60423">
              <a:spcBef>
                <a:spcPts val="159"/>
              </a:spcBef>
            </a:pPr>
            <a:r>
              <a:rPr sz="1784" i="1" spc="-11" baseline="-33333" dirty="0">
                <a:latin typeface="Arial"/>
                <a:cs typeface="Arial"/>
              </a:rPr>
              <a:t>a</a:t>
            </a:r>
            <a:r>
              <a:rPr sz="872" spc="-8" dirty="0">
                <a:latin typeface="Lucida Sans Unicode"/>
                <a:cs typeface="Lucida Sans Unicode"/>
              </a:rPr>
              <a:t>[</a:t>
            </a:r>
            <a:r>
              <a:rPr sz="793" spc="-8" dirty="0">
                <a:latin typeface="Microsoft Sans Serif"/>
                <a:cs typeface="Microsoft Sans Serif"/>
              </a:rPr>
              <a:t>1</a:t>
            </a:r>
            <a:r>
              <a:rPr sz="872" spc="-8" dirty="0">
                <a:latin typeface="Lucida Sans Unicode"/>
                <a:cs typeface="Lucida Sans Unicode"/>
              </a:rPr>
              <a:t>]</a:t>
            </a:r>
            <a:endParaRPr sz="872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06642" y="3716475"/>
            <a:ext cx="96677" cy="142359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20141">
              <a:spcBef>
                <a:spcPts val="159"/>
              </a:spcBef>
            </a:pPr>
            <a:r>
              <a:rPr sz="793" dirty="0">
                <a:latin typeface="Microsoft Sans Serif"/>
                <a:cs typeface="Microsoft Sans Serif"/>
              </a:rPr>
              <a:t>1</a:t>
            </a:r>
            <a:endParaRPr sz="793">
              <a:latin typeface="Microsoft Sans Serif"/>
              <a:cs typeface="Microsoft Sans Serif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625328" y="4305892"/>
            <a:ext cx="452165" cy="452165"/>
            <a:chOff x="1325003" y="2175353"/>
            <a:chExt cx="285115" cy="285115"/>
          </a:xfrm>
        </p:grpSpPr>
        <p:sp>
          <p:nvSpPr>
            <p:cNvPr id="25" name="object 25"/>
            <p:cNvSpPr/>
            <p:nvPr/>
          </p:nvSpPr>
          <p:spPr>
            <a:xfrm>
              <a:off x="1326908" y="2177258"/>
              <a:ext cx="281305" cy="281305"/>
            </a:xfrm>
            <a:custGeom>
              <a:avLst/>
              <a:gdLst/>
              <a:ahLst/>
              <a:cxnLst/>
              <a:rect l="l" t="t" r="r" b="b"/>
              <a:pathLst>
                <a:path w="281305" h="281305">
                  <a:moveTo>
                    <a:pt x="140525" y="0"/>
                  </a:moveTo>
                  <a:lnTo>
                    <a:pt x="96108" y="7163"/>
                  </a:lnTo>
                  <a:lnTo>
                    <a:pt x="57532" y="27113"/>
                  </a:lnTo>
                  <a:lnTo>
                    <a:pt x="27113" y="57532"/>
                  </a:lnTo>
                  <a:lnTo>
                    <a:pt x="7163" y="96108"/>
                  </a:lnTo>
                  <a:lnTo>
                    <a:pt x="0" y="140525"/>
                  </a:lnTo>
                  <a:lnTo>
                    <a:pt x="7163" y="184942"/>
                  </a:lnTo>
                  <a:lnTo>
                    <a:pt x="27113" y="223518"/>
                  </a:lnTo>
                  <a:lnTo>
                    <a:pt x="57532" y="253937"/>
                  </a:lnTo>
                  <a:lnTo>
                    <a:pt x="96108" y="273886"/>
                  </a:lnTo>
                  <a:lnTo>
                    <a:pt x="140525" y="281050"/>
                  </a:lnTo>
                  <a:lnTo>
                    <a:pt x="184942" y="273886"/>
                  </a:lnTo>
                  <a:lnTo>
                    <a:pt x="223518" y="253937"/>
                  </a:lnTo>
                  <a:lnTo>
                    <a:pt x="253938" y="223518"/>
                  </a:lnTo>
                  <a:lnTo>
                    <a:pt x="273887" y="184942"/>
                  </a:lnTo>
                  <a:lnTo>
                    <a:pt x="281051" y="140525"/>
                  </a:lnTo>
                  <a:lnTo>
                    <a:pt x="273887" y="96108"/>
                  </a:lnTo>
                  <a:lnTo>
                    <a:pt x="253938" y="57532"/>
                  </a:lnTo>
                  <a:lnTo>
                    <a:pt x="223518" y="27113"/>
                  </a:lnTo>
                  <a:lnTo>
                    <a:pt x="184942" y="7163"/>
                  </a:lnTo>
                  <a:lnTo>
                    <a:pt x="140525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26908" y="2177258"/>
              <a:ext cx="281305" cy="281305"/>
            </a:xfrm>
            <a:custGeom>
              <a:avLst/>
              <a:gdLst/>
              <a:ahLst/>
              <a:cxnLst/>
              <a:rect l="l" t="t" r="r" b="b"/>
              <a:pathLst>
                <a:path w="281305" h="281305">
                  <a:moveTo>
                    <a:pt x="281051" y="140525"/>
                  </a:moveTo>
                  <a:lnTo>
                    <a:pt x="273887" y="96108"/>
                  </a:lnTo>
                  <a:lnTo>
                    <a:pt x="253938" y="57532"/>
                  </a:lnTo>
                  <a:lnTo>
                    <a:pt x="223518" y="27113"/>
                  </a:lnTo>
                  <a:lnTo>
                    <a:pt x="184942" y="7163"/>
                  </a:lnTo>
                  <a:lnTo>
                    <a:pt x="140525" y="0"/>
                  </a:lnTo>
                  <a:lnTo>
                    <a:pt x="96108" y="7163"/>
                  </a:lnTo>
                  <a:lnTo>
                    <a:pt x="57532" y="27113"/>
                  </a:lnTo>
                  <a:lnTo>
                    <a:pt x="27113" y="57532"/>
                  </a:lnTo>
                  <a:lnTo>
                    <a:pt x="7163" y="96108"/>
                  </a:lnTo>
                  <a:lnTo>
                    <a:pt x="0" y="140525"/>
                  </a:lnTo>
                  <a:lnTo>
                    <a:pt x="7163" y="184942"/>
                  </a:lnTo>
                  <a:lnTo>
                    <a:pt x="27113" y="223518"/>
                  </a:lnTo>
                  <a:lnTo>
                    <a:pt x="57532" y="253937"/>
                  </a:lnTo>
                  <a:lnTo>
                    <a:pt x="96108" y="273886"/>
                  </a:lnTo>
                  <a:lnTo>
                    <a:pt x="140525" y="281050"/>
                  </a:lnTo>
                  <a:lnTo>
                    <a:pt x="184942" y="273886"/>
                  </a:lnTo>
                  <a:lnTo>
                    <a:pt x="223518" y="253937"/>
                  </a:lnTo>
                  <a:lnTo>
                    <a:pt x="253938" y="223518"/>
                  </a:lnTo>
                  <a:lnTo>
                    <a:pt x="273887" y="184942"/>
                  </a:lnTo>
                  <a:lnTo>
                    <a:pt x="281051" y="140525"/>
                  </a:lnTo>
                  <a:close/>
                </a:path>
              </a:pathLst>
            </a:custGeom>
            <a:ln w="35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682023" y="4338910"/>
            <a:ext cx="331319" cy="203401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60423">
              <a:spcBef>
                <a:spcPts val="159"/>
              </a:spcBef>
            </a:pPr>
            <a:r>
              <a:rPr sz="1784" i="1" spc="-11" baseline="-33333" dirty="0">
                <a:latin typeface="Arial"/>
                <a:cs typeface="Arial"/>
              </a:rPr>
              <a:t>a</a:t>
            </a:r>
            <a:r>
              <a:rPr sz="872" spc="-8" dirty="0">
                <a:latin typeface="Lucida Sans Unicode"/>
                <a:cs typeface="Lucida Sans Unicode"/>
              </a:rPr>
              <a:t>[</a:t>
            </a:r>
            <a:r>
              <a:rPr sz="793" spc="-8" dirty="0">
                <a:latin typeface="Microsoft Sans Serif"/>
                <a:cs typeface="Microsoft Sans Serif"/>
              </a:rPr>
              <a:t>1</a:t>
            </a:r>
            <a:r>
              <a:rPr sz="872" spc="-8" dirty="0">
                <a:latin typeface="Lucida Sans Unicode"/>
                <a:cs typeface="Lucida Sans Unicode"/>
              </a:rPr>
              <a:t>]</a:t>
            </a:r>
            <a:endParaRPr sz="872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806642" y="4515772"/>
            <a:ext cx="96677" cy="142359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20141">
              <a:spcBef>
                <a:spcPts val="159"/>
              </a:spcBef>
            </a:pPr>
            <a:r>
              <a:rPr sz="793" dirty="0">
                <a:latin typeface="Microsoft Sans Serif"/>
                <a:cs typeface="Microsoft Sans Serif"/>
              </a:rPr>
              <a:t>2</a:t>
            </a:r>
            <a:endParaRPr sz="793">
              <a:latin typeface="Microsoft Sans Serif"/>
              <a:cs typeface="Microsoft Sans Serif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738911" y="3012820"/>
            <a:ext cx="985900" cy="1339374"/>
            <a:chOff x="766068" y="1360000"/>
            <a:chExt cx="621665" cy="844550"/>
          </a:xfrm>
        </p:grpSpPr>
        <p:sp>
          <p:nvSpPr>
            <p:cNvPr id="30" name="object 30"/>
            <p:cNvSpPr/>
            <p:nvPr/>
          </p:nvSpPr>
          <p:spPr>
            <a:xfrm>
              <a:off x="792483" y="1363810"/>
              <a:ext cx="551815" cy="367665"/>
            </a:xfrm>
            <a:custGeom>
              <a:avLst/>
              <a:gdLst/>
              <a:ahLst/>
              <a:cxnLst/>
              <a:rect l="l" t="t" r="r" b="b"/>
              <a:pathLst>
                <a:path w="551815" h="367664">
                  <a:moveTo>
                    <a:pt x="0" y="0"/>
                  </a:moveTo>
                  <a:lnTo>
                    <a:pt x="551325" y="367551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322095" y="1708370"/>
              <a:ext cx="24765" cy="31115"/>
            </a:xfrm>
            <a:custGeom>
              <a:avLst/>
              <a:gdLst/>
              <a:ahLst/>
              <a:cxnLst/>
              <a:rect l="l" t="t" r="r" b="b"/>
              <a:pathLst>
                <a:path w="24765" h="31114">
                  <a:moveTo>
                    <a:pt x="20436" y="0"/>
                  </a:moveTo>
                  <a:lnTo>
                    <a:pt x="17562" y="6386"/>
                  </a:lnTo>
                  <a:lnTo>
                    <a:pt x="22352" y="22033"/>
                  </a:lnTo>
                  <a:lnTo>
                    <a:pt x="24587" y="24906"/>
                  </a:lnTo>
                  <a:lnTo>
                    <a:pt x="21075" y="23948"/>
                  </a:lnTo>
                  <a:lnTo>
                    <a:pt x="4789" y="25545"/>
                  </a:lnTo>
                  <a:lnTo>
                    <a:pt x="0" y="30654"/>
                  </a:lnTo>
                </a:path>
              </a:pathLst>
            </a:custGeom>
            <a:ln w="5668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69878" y="1387708"/>
              <a:ext cx="608965" cy="811530"/>
            </a:xfrm>
            <a:custGeom>
              <a:avLst/>
              <a:gdLst/>
              <a:ahLst/>
              <a:cxnLst/>
              <a:rect l="l" t="t" r="r" b="b"/>
              <a:pathLst>
                <a:path w="608965" h="811530">
                  <a:moveTo>
                    <a:pt x="0" y="0"/>
                  </a:moveTo>
                  <a:lnTo>
                    <a:pt x="608405" y="811211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355258" y="2176814"/>
              <a:ext cx="29845" cy="25400"/>
            </a:xfrm>
            <a:custGeom>
              <a:avLst/>
              <a:gdLst/>
              <a:ahLst/>
              <a:cxnLst/>
              <a:rect l="l" t="t" r="r" b="b"/>
              <a:pathLst>
                <a:path w="29844" h="25400">
                  <a:moveTo>
                    <a:pt x="29473" y="0"/>
                  </a:moveTo>
                  <a:lnTo>
                    <a:pt x="24638" y="5065"/>
                  </a:lnTo>
                  <a:lnTo>
                    <a:pt x="23947" y="21414"/>
                  </a:lnTo>
                  <a:lnTo>
                    <a:pt x="25098" y="24868"/>
                  </a:lnTo>
                  <a:lnTo>
                    <a:pt x="22105" y="22796"/>
                  </a:lnTo>
                  <a:lnTo>
                    <a:pt x="6217" y="18882"/>
                  </a:lnTo>
                  <a:lnTo>
                    <a:pt x="0" y="22105"/>
                  </a:lnTo>
                </a:path>
              </a:pathLst>
            </a:custGeom>
            <a:ln w="5668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023701" y="2902921"/>
            <a:ext cx="177241" cy="457653"/>
          </a:xfrm>
          <a:prstGeom prst="rect">
            <a:avLst/>
          </a:prstGeom>
        </p:spPr>
        <p:txBody>
          <a:bodyPr vert="horz" wrap="square" lIns="0" tIns="75529" rIns="0" bIns="0" rtlCol="0">
            <a:spAutoFit/>
          </a:bodyPr>
          <a:lstStyle/>
          <a:p>
            <a:pPr marL="33233">
              <a:spcBef>
                <a:spcPts val="595"/>
              </a:spcBef>
            </a:pPr>
            <a:r>
              <a:rPr sz="1031" spc="24" dirty="0">
                <a:solidFill>
                  <a:srgbClr val="0000FF"/>
                </a:solidFill>
                <a:latin typeface="Microsoft Sans Serif"/>
                <a:cs typeface="Microsoft Sans Serif"/>
              </a:rPr>
              <a:t>-1</a:t>
            </a:r>
            <a:endParaRPr sz="1031">
              <a:latin typeface="Microsoft Sans Serif"/>
              <a:cs typeface="Microsoft Sans Serif"/>
            </a:endParaRPr>
          </a:p>
          <a:p>
            <a:pPr marL="20141">
              <a:spcBef>
                <a:spcPts val="452"/>
              </a:spcBef>
            </a:pPr>
            <a:r>
              <a:rPr sz="1031" spc="24" dirty="0">
                <a:solidFill>
                  <a:srgbClr val="0000FF"/>
                </a:solidFill>
                <a:latin typeface="Microsoft Sans Serif"/>
                <a:cs typeface="Microsoft Sans Serif"/>
              </a:rPr>
              <a:t>-2</a:t>
            </a:r>
            <a:endParaRPr sz="1031">
              <a:latin typeface="Microsoft Sans Serif"/>
              <a:cs typeface="Microsoft Sans Serif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871878" y="3698720"/>
            <a:ext cx="754279" cy="68479"/>
            <a:chOff x="849911" y="1792498"/>
            <a:chExt cx="475615" cy="43180"/>
          </a:xfrm>
        </p:grpSpPr>
        <p:sp>
          <p:nvSpPr>
            <p:cNvPr id="36" name="object 36"/>
            <p:cNvSpPr/>
            <p:nvPr/>
          </p:nvSpPr>
          <p:spPr>
            <a:xfrm>
              <a:off x="853721" y="1813777"/>
              <a:ext cx="465455" cy="0"/>
            </a:xfrm>
            <a:custGeom>
              <a:avLst/>
              <a:gdLst/>
              <a:ahLst/>
              <a:cxnLst/>
              <a:rect l="l" t="t" r="r" b="b"/>
              <a:pathLst>
                <a:path w="465455">
                  <a:moveTo>
                    <a:pt x="0" y="0"/>
                  </a:moveTo>
                  <a:lnTo>
                    <a:pt x="465127" y="0"/>
                  </a:lnTo>
                </a:path>
              </a:pathLst>
            </a:custGeom>
            <a:ln w="7085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305032" y="1795355"/>
              <a:ext cx="17780" cy="37465"/>
            </a:xfrm>
            <a:custGeom>
              <a:avLst/>
              <a:gdLst/>
              <a:ahLst/>
              <a:cxnLst/>
              <a:rect l="l" t="t" r="r" b="b"/>
              <a:pathLst>
                <a:path w="17780" h="37464">
                  <a:moveTo>
                    <a:pt x="0" y="0"/>
                  </a:moveTo>
                  <a:lnTo>
                    <a:pt x="1151" y="6908"/>
                  </a:lnTo>
                  <a:lnTo>
                    <a:pt x="13816" y="17270"/>
                  </a:lnTo>
                  <a:lnTo>
                    <a:pt x="17270" y="18421"/>
                  </a:lnTo>
                  <a:lnTo>
                    <a:pt x="13816" y="19573"/>
                  </a:lnTo>
                  <a:lnTo>
                    <a:pt x="1151" y="29935"/>
                  </a:lnTo>
                  <a:lnTo>
                    <a:pt x="0" y="36843"/>
                  </a:lnTo>
                </a:path>
              </a:pathLst>
            </a:custGeom>
            <a:ln w="5668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006206" y="3517726"/>
            <a:ext cx="117825" cy="186089"/>
          </a:xfrm>
          <a:prstGeom prst="rect">
            <a:avLst/>
          </a:prstGeom>
        </p:spPr>
        <p:txBody>
          <a:bodyPr vert="horz" wrap="square" lIns="0" tIns="27190" rIns="0" bIns="0" rtlCol="0">
            <a:spAutoFit/>
          </a:bodyPr>
          <a:lstStyle/>
          <a:p>
            <a:pPr marL="20141">
              <a:spcBef>
                <a:spcPts val="214"/>
              </a:spcBef>
            </a:pPr>
            <a:r>
              <a:rPr sz="1031" spc="32" dirty="0">
                <a:solidFill>
                  <a:srgbClr val="EC008C"/>
                </a:solidFill>
                <a:latin typeface="Microsoft Sans Serif"/>
                <a:cs typeface="Microsoft Sans Serif"/>
              </a:rPr>
              <a:t>4</a:t>
            </a:r>
            <a:endParaRPr sz="1031">
              <a:latin typeface="Microsoft Sans Serif"/>
              <a:cs typeface="Microsoft Sans Serif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833970" y="3851597"/>
            <a:ext cx="830815" cy="566968"/>
            <a:chOff x="826008" y="1888895"/>
            <a:chExt cx="523875" cy="357505"/>
          </a:xfrm>
        </p:grpSpPr>
        <p:sp>
          <p:nvSpPr>
            <p:cNvPr id="40" name="object 40"/>
            <p:cNvSpPr/>
            <p:nvPr/>
          </p:nvSpPr>
          <p:spPr>
            <a:xfrm>
              <a:off x="829818" y="1892705"/>
              <a:ext cx="514350" cy="342900"/>
            </a:xfrm>
            <a:custGeom>
              <a:avLst/>
              <a:gdLst/>
              <a:ahLst/>
              <a:cxnLst/>
              <a:rect l="l" t="t" r="r" b="b"/>
              <a:pathLst>
                <a:path w="514350" h="342900">
                  <a:moveTo>
                    <a:pt x="0" y="0"/>
                  </a:moveTo>
                  <a:lnTo>
                    <a:pt x="513991" y="342662"/>
                  </a:lnTo>
                </a:path>
              </a:pathLst>
            </a:custGeom>
            <a:ln w="7085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322095" y="2212377"/>
              <a:ext cx="24765" cy="31115"/>
            </a:xfrm>
            <a:custGeom>
              <a:avLst/>
              <a:gdLst/>
              <a:ahLst/>
              <a:cxnLst/>
              <a:rect l="l" t="t" r="r" b="b"/>
              <a:pathLst>
                <a:path w="24765" h="31114">
                  <a:moveTo>
                    <a:pt x="20436" y="0"/>
                  </a:moveTo>
                  <a:lnTo>
                    <a:pt x="17562" y="6386"/>
                  </a:lnTo>
                  <a:lnTo>
                    <a:pt x="22352" y="22033"/>
                  </a:lnTo>
                  <a:lnTo>
                    <a:pt x="24587" y="24906"/>
                  </a:lnTo>
                  <a:lnTo>
                    <a:pt x="21075" y="23948"/>
                  </a:lnTo>
                  <a:lnTo>
                    <a:pt x="4789" y="25545"/>
                  </a:lnTo>
                  <a:lnTo>
                    <a:pt x="0" y="30654"/>
                  </a:lnTo>
                </a:path>
              </a:pathLst>
            </a:custGeom>
            <a:ln w="5668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3081901" y="3777846"/>
            <a:ext cx="117825" cy="186089"/>
          </a:xfrm>
          <a:prstGeom prst="rect">
            <a:avLst/>
          </a:prstGeom>
        </p:spPr>
        <p:txBody>
          <a:bodyPr vert="horz" wrap="square" lIns="0" tIns="27190" rIns="0" bIns="0" rtlCol="0">
            <a:spAutoFit/>
          </a:bodyPr>
          <a:lstStyle/>
          <a:p>
            <a:pPr marL="20141">
              <a:spcBef>
                <a:spcPts val="214"/>
              </a:spcBef>
            </a:pPr>
            <a:r>
              <a:rPr sz="1031" spc="32" dirty="0">
                <a:solidFill>
                  <a:srgbClr val="EC008C"/>
                </a:solidFill>
                <a:latin typeface="Microsoft Sans Serif"/>
                <a:cs typeface="Microsoft Sans Serif"/>
              </a:rPr>
              <a:t>5</a:t>
            </a:r>
            <a:endParaRPr sz="1031">
              <a:latin typeface="Microsoft Sans Serif"/>
              <a:cs typeface="Microsoft Sans Serif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833970" y="3846485"/>
            <a:ext cx="830815" cy="566968"/>
            <a:chOff x="826008" y="1885672"/>
            <a:chExt cx="523875" cy="357505"/>
          </a:xfrm>
        </p:grpSpPr>
        <p:sp>
          <p:nvSpPr>
            <p:cNvPr id="44" name="object 44"/>
            <p:cNvSpPr/>
            <p:nvPr/>
          </p:nvSpPr>
          <p:spPr>
            <a:xfrm>
              <a:off x="829818" y="1896193"/>
              <a:ext cx="514350" cy="342900"/>
            </a:xfrm>
            <a:custGeom>
              <a:avLst/>
              <a:gdLst/>
              <a:ahLst/>
              <a:cxnLst/>
              <a:rect l="l" t="t" r="r" b="b"/>
              <a:pathLst>
                <a:path w="514350" h="342900">
                  <a:moveTo>
                    <a:pt x="0" y="342662"/>
                  </a:moveTo>
                  <a:lnTo>
                    <a:pt x="513991" y="0"/>
                  </a:lnTo>
                </a:path>
              </a:pathLst>
            </a:custGeom>
            <a:ln w="7085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322095" y="1888529"/>
              <a:ext cx="24765" cy="31115"/>
            </a:xfrm>
            <a:custGeom>
              <a:avLst/>
              <a:gdLst/>
              <a:ahLst/>
              <a:cxnLst/>
              <a:rect l="l" t="t" r="r" b="b"/>
              <a:pathLst>
                <a:path w="24765" h="31114">
                  <a:moveTo>
                    <a:pt x="0" y="0"/>
                  </a:moveTo>
                  <a:lnTo>
                    <a:pt x="4789" y="5109"/>
                  </a:lnTo>
                  <a:lnTo>
                    <a:pt x="21075" y="6705"/>
                  </a:lnTo>
                  <a:lnTo>
                    <a:pt x="24587" y="5748"/>
                  </a:lnTo>
                  <a:lnTo>
                    <a:pt x="22352" y="8621"/>
                  </a:lnTo>
                  <a:lnTo>
                    <a:pt x="17562" y="24268"/>
                  </a:lnTo>
                  <a:lnTo>
                    <a:pt x="20436" y="30654"/>
                  </a:lnTo>
                </a:path>
              </a:pathLst>
            </a:custGeom>
            <a:ln w="5668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892584" y="4052320"/>
            <a:ext cx="117825" cy="186089"/>
          </a:xfrm>
          <a:prstGeom prst="rect">
            <a:avLst/>
          </a:prstGeom>
        </p:spPr>
        <p:txBody>
          <a:bodyPr vert="horz" wrap="square" lIns="0" tIns="27190" rIns="0" bIns="0" rtlCol="0">
            <a:spAutoFit/>
          </a:bodyPr>
          <a:lstStyle/>
          <a:p>
            <a:pPr marL="20141">
              <a:spcBef>
                <a:spcPts val="214"/>
              </a:spcBef>
            </a:pPr>
            <a:r>
              <a:rPr sz="1031" spc="32" dirty="0">
                <a:solidFill>
                  <a:srgbClr val="FF7F00"/>
                </a:solidFill>
                <a:latin typeface="Microsoft Sans Serif"/>
                <a:cs typeface="Microsoft Sans Serif"/>
              </a:rPr>
              <a:t>3</a:t>
            </a:r>
            <a:endParaRPr sz="1031">
              <a:latin typeface="Microsoft Sans Serif"/>
              <a:cs typeface="Microsoft Sans Serif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871878" y="4498025"/>
            <a:ext cx="754279" cy="68479"/>
            <a:chOff x="849911" y="2296504"/>
            <a:chExt cx="475615" cy="43180"/>
          </a:xfrm>
        </p:grpSpPr>
        <p:sp>
          <p:nvSpPr>
            <p:cNvPr id="48" name="object 48"/>
            <p:cNvSpPr/>
            <p:nvPr/>
          </p:nvSpPr>
          <p:spPr>
            <a:xfrm>
              <a:off x="853721" y="2317784"/>
              <a:ext cx="465455" cy="0"/>
            </a:xfrm>
            <a:custGeom>
              <a:avLst/>
              <a:gdLst/>
              <a:ahLst/>
              <a:cxnLst/>
              <a:rect l="l" t="t" r="r" b="b"/>
              <a:pathLst>
                <a:path w="465455">
                  <a:moveTo>
                    <a:pt x="0" y="0"/>
                  </a:moveTo>
                  <a:lnTo>
                    <a:pt x="465127" y="0"/>
                  </a:lnTo>
                </a:path>
              </a:pathLst>
            </a:custGeom>
            <a:ln w="7085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305032" y="2299362"/>
              <a:ext cx="17780" cy="37465"/>
            </a:xfrm>
            <a:custGeom>
              <a:avLst/>
              <a:gdLst/>
              <a:ahLst/>
              <a:cxnLst/>
              <a:rect l="l" t="t" r="r" b="b"/>
              <a:pathLst>
                <a:path w="17780" h="37464">
                  <a:moveTo>
                    <a:pt x="0" y="0"/>
                  </a:moveTo>
                  <a:lnTo>
                    <a:pt x="1151" y="6908"/>
                  </a:lnTo>
                  <a:lnTo>
                    <a:pt x="13816" y="17270"/>
                  </a:lnTo>
                  <a:lnTo>
                    <a:pt x="17270" y="18421"/>
                  </a:lnTo>
                  <a:lnTo>
                    <a:pt x="13816" y="19573"/>
                  </a:lnTo>
                  <a:lnTo>
                    <a:pt x="1151" y="29935"/>
                  </a:lnTo>
                  <a:lnTo>
                    <a:pt x="0" y="36843"/>
                  </a:lnTo>
                </a:path>
              </a:pathLst>
            </a:custGeom>
            <a:ln w="5668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3006206" y="4314738"/>
            <a:ext cx="117825" cy="186089"/>
          </a:xfrm>
          <a:prstGeom prst="rect">
            <a:avLst/>
          </a:prstGeom>
        </p:spPr>
        <p:txBody>
          <a:bodyPr vert="horz" wrap="square" lIns="0" tIns="27190" rIns="0" bIns="0" rtlCol="0">
            <a:spAutoFit/>
          </a:bodyPr>
          <a:lstStyle/>
          <a:p>
            <a:pPr marL="20141">
              <a:spcBef>
                <a:spcPts val="214"/>
              </a:spcBef>
            </a:pPr>
            <a:r>
              <a:rPr sz="1031" spc="32" dirty="0">
                <a:solidFill>
                  <a:srgbClr val="FF7F00"/>
                </a:solidFill>
                <a:latin typeface="Microsoft Sans Serif"/>
                <a:cs typeface="Microsoft Sans Serif"/>
              </a:rPr>
              <a:t>6</a:t>
            </a:r>
            <a:endParaRPr sz="1031">
              <a:latin typeface="Microsoft Sans Serif"/>
              <a:cs typeface="Microsoft Sans Serif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4824287" y="3506587"/>
            <a:ext cx="452165" cy="452165"/>
            <a:chOff x="2081013" y="1671347"/>
            <a:chExt cx="285115" cy="285115"/>
          </a:xfrm>
        </p:grpSpPr>
        <p:sp>
          <p:nvSpPr>
            <p:cNvPr id="52" name="object 52"/>
            <p:cNvSpPr/>
            <p:nvPr/>
          </p:nvSpPr>
          <p:spPr>
            <a:xfrm>
              <a:off x="2082918" y="1673252"/>
              <a:ext cx="281305" cy="281305"/>
            </a:xfrm>
            <a:custGeom>
              <a:avLst/>
              <a:gdLst/>
              <a:ahLst/>
              <a:cxnLst/>
              <a:rect l="l" t="t" r="r" b="b"/>
              <a:pathLst>
                <a:path w="281305" h="281305">
                  <a:moveTo>
                    <a:pt x="140525" y="0"/>
                  </a:moveTo>
                  <a:lnTo>
                    <a:pt x="96108" y="7163"/>
                  </a:lnTo>
                  <a:lnTo>
                    <a:pt x="57532" y="27113"/>
                  </a:lnTo>
                  <a:lnTo>
                    <a:pt x="27113" y="57532"/>
                  </a:lnTo>
                  <a:lnTo>
                    <a:pt x="7163" y="96108"/>
                  </a:lnTo>
                  <a:lnTo>
                    <a:pt x="0" y="140525"/>
                  </a:lnTo>
                  <a:lnTo>
                    <a:pt x="7163" y="184942"/>
                  </a:lnTo>
                  <a:lnTo>
                    <a:pt x="27113" y="223518"/>
                  </a:lnTo>
                  <a:lnTo>
                    <a:pt x="57532" y="253937"/>
                  </a:lnTo>
                  <a:lnTo>
                    <a:pt x="96108" y="273886"/>
                  </a:lnTo>
                  <a:lnTo>
                    <a:pt x="140525" y="281050"/>
                  </a:lnTo>
                  <a:lnTo>
                    <a:pt x="184942" y="273886"/>
                  </a:lnTo>
                  <a:lnTo>
                    <a:pt x="223518" y="253937"/>
                  </a:lnTo>
                  <a:lnTo>
                    <a:pt x="253937" y="223518"/>
                  </a:lnTo>
                  <a:lnTo>
                    <a:pt x="273886" y="184942"/>
                  </a:lnTo>
                  <a:lnTo>
                    <a:pt x="281050" y="140525"/>
                  </a:lnTo>
                  <a:lnTo>
                    <a:pt x="273886" y="96108"/>
                  </a:lnTo>
                  <a:lnTo>
                    <a:pt x="253937" y="57532"/>
                  </a:lnTo>
                  <a:lnTo>
                    <a:pt x="223518" y="27113"/>
                  </a:lnTo>
                  <a:lnTo>
                    <a:pt x="184942" y="7163"/>
                  </a:lnTo>
                  <a:lnTo>
                    <a:pt x="140525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082918" y="1673252"/>
              <a:ext cx="281305" cy="281305"/>
            </a:xfrm>
            <a:custGeom>
              <a:avLst/>
              <a:gdLst/>
              <a:ahLst/>
              <a:cxnLst/>
              <a:rect l="l" t="t" r="r" b="b"/>
              <a:pathLst>
                <a:path w="281305" h="281305">
                  <a:moveTo>
                    <a:pt x="281050" y="140525"/>
                  </a:moveTo>
                  <a:lnTo>
                    <a:pt x="273886" y="96108"/>
                  </a:lnTo>
                  <a:lnTo>
                    <a:pt x="253937" y="57532"/>
                  </a:lnTo>
                  <a:lnTo>
                    <a:pt x="223518" y="27113"/>
                  </a:lnTo>
                  <a:lnTo>
                    <a:pt x="184942" y="7163"/>
                  </a:lnTo>
                  <a:lnTo>
                    <a:pt x="140525" y="0"/>
                  </a:lnTo>
                  <a:lnTo>
                    <a:pt x="96108" y="7163"/>
                  </a:lnTo>
                  <a:lnTo>
                    <a:pt x="57532" y="27113"/>
                  </a:lnTo>
                  <a:lnTo>
                    <a:pt x="27113" y="57532"/>
                  </a:lnTo>
                  <a:lnTo>
                    <a:pt x="7163" y="96108"/>
                  </a:lnTo>
                  <a:lnTo>
                    <a:pt x="0" y="140525"/>
                  </a:lnTo>
                  <a:lnTo>
                    <a:pt x="7163" y="184942"/>
                  </a:lnTo>
                  <a:lnTo>
                    <a:pt x="27113" y="223518"/>
                  </a:lnTo>
                  <a:lnTo>
                    <a:pt x="57532" y="253937"/>
                  </a:lnTo>
                  <a:lnTo>
                    <a:pt x="96108" y="273886"/>
                  </a:lnTo>
                  <a:lnTo>
                    <a:pt x="140525" y="281050"/>
                  </a:lnTo>
                  <a:lnTo>
                    <a:pt x="184942" y="273886"/>
                  </a:lnTo>
                  <a:lnTo>
                    <a:pt x="223518" y="253937"/>
                  </a:lnTo>
                  <a:lnTo>
                    <a:pt x="253937" y="223518"/>
                  </a:lnTo>
                  <a:lnTo>
                    <a:pt x="273886" y="184942"/>
                  </a:lnTo>
                  <a:lnTo>
                    <a:pt x="281050" y="140525"/>
                  </a:lnTo>
                  <a:close/>
                </a:path>
              </a:pathLst>
            </a:custGeom>
            <a:ln w="35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4880961" y="3539614"/>
            <a:ext cx="331319" cy="203401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60423">
              <a:spcBef>
                <a:spcPts val="159"/>
              </a:spcBef>
            </a:pPr>
            <a:r>
              <a:rPr sz="1784" i="1" spc="-11" baseline="-33333" dirty="0">
                <a:latin typeface="Arial"/>
                <a:cs typeface="Arial"/>
              </a:rPr>
              <a:t>a</a:t>
            </a:r>
            <a:r>
              <a:rPr sz="872" spc="-8" dirty="0">
                <a:latin typeface="Lucida Sans Unicode"/>
                <a:cs typeface="Lucida Sans Unicode"/>
              </a:rPr>
              <a:t>[</a:t>
            </a:r>
            <a:r>
              <a:rPr sz="793" spc="-8" dirty="0">
                <a:latin typeface="Microsoft Sans Serif"/>
                <a:cs typeface="Microsoft Sans Serif"/>
              </a:rPr>
              <a:t>2</a:t>
            </a:r>
            <a:r>
              <a:rPr sz="872" spc="-8" dirty="0">
                <a:latin typeface="Lucida Sans Unicode"/>
                <a:cs typeface="Lucida Sans Unicode"/>
              </a:rPr>
              <a:t>]</a:t>
            </a:r>
            <a:endParaRPr sz="872">
              <a:latin typeface="Lucida Sans Unicode"/>
              <a:cs typeface="Lucida Sans Unicode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005594" y="3716475"/>
            <a:ext cx="96677" cy="142359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20141">
              <a:spcBef>
                <a:spcPts val="159"/>
              </a:spcBef>
            </a:pPr>
            <a:r>
              <a:rPr sz="793" dirty="0">
                <a:latin typeface="Microsoft Sans Serif"/>
                <a:cs typeface="Microsoft Sans Serif"/>
              </a:rPr>
              <a:t>1</a:t>
            </a:r>
            <a:endParaRPr sz="793">
              <a:latin typeface="Microsoft Sans Serif"/>
              <a:cs typeface="Microsoft Sans Serif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384131" y="3588091"/>
            <a:ext cx="127895" cy="222765"/>
          </a:xfrm>
          <a:prstGeom prst="rect">
            <a:avLst/>
          </a:prstGeom>
        </p:spPr>
        <p:txBody>
          <a:bodyPr vert="horz" wrap="square" lIns="0" tIns="27190" rIns="0" bIns="0" rtlCol="0">
            <a:spAutoFit/>
          </a:bodyPr>
          <a:lstStyle/>
          <a:p>
            <a:pPr marL="20141">
              <a:spcBef>
                <a:spcPts val="214"/>
              </a:spcBef>
            </a:pPr>
            <a:r>
              <a:rPr sz="1189" i="1" spc="-571" dirty="0">
                <a:latin typeface="Arial"/>
                <a:cs typeface="Arial"/>
              </a:rPr>
              <a:t>y</a:t>
            </a:r>
            <a:r>
              <a:rPr sz="1269" spc="-48" dirty="0">
                <a:latin typeface="Tahoma"/>
                <a:cs typeface="Tahoma"/>
              </a:rPr>
              <a:t>ˆ</a:t>
            </a:r>
            <a:endParaRPr sz="1269">
              <a:latin typeface="Tahoma"/>
              <a:cs typeface="Tahom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230962" y="3181331"/>
            <a:ext cx="438066" cy="222765"/>
          </a:xfrm>
          <a:prstGeom prst="rect">
            <a:avLst/>
          </a:prstGeom>
        </p:spPr>
        <p:txBody>
          <a:bodyPr vert="horz" wrap="square" lIns="0" tIns="27190" rIns="0" bIns="0" rtlCol="0">
            <a:spAutoFit/>
          </a:bodyPr>
          <a:lstStyle/>
          <a:p>
            <a:pPr marL="20141">
              <a:spcBef>
                <a:spcPts val="214"/>
              </a:spcBef>
            </a:pPr>
            <a:r>
              <a:rPr sz="1189" i="1" dirty="0">
                <a:latin typeface="Arial"/>
                <a:cs typeface="Arial"/>
              </a:rPr>
              <a:t>y</a:t>
            </a:r>
            <a:r>
              <a:rPr sz="1189" i="1" spc="79" dirty="0">
                <a:latin typeface="Arial"/>
                <a:cs typeface="Arial"/>
              </a:rPr>
              <a:t> </a:t>
            </a:r>
            <a:r>
              <a:rPr sz="1269" spc="79" dirty="0">
                <a:latin typeface="Tahoma"/>
                <a:cs typeface="Tahoma"/>
              </a:rPr>
              <a:t>=</a:t>
            </a:r>
            <a:r>
              <a:rPr sz="1269" spc="-87" dirty="0">
                <a:latin typeface="Tahoma"/>
                <a:cs typeface="Tahoma"/>
              </a:rPr>
              <a:t> </a:t>
            </a:r>
            <a:r>
              <a:rPr sz="1189" dirty="0">
                <a:latin typeface="Microsoft Sans Serif"/>
                <a:cs typeface="Microsoft Sans Serif"/>
              </a:rPr>
              <a:t>1</a:t>
            </a:r>
            <a:endParaRPr sz="1189">
              <a:latin typeface="Microsoft Sans Serif"/>
              <a:cs typeface="Microsoft Sans Serif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3973718" y="3012820"/>
            <a:ext cx="890231" cy="606243"/>
            <a:chOff x="1544683" y="1360000"/>
            <a:chExt cx="561340" cy="382270"/>
          </a:xfrm>
        </p:grpSpPr>
        <p:sp>
          <p:nvSpPr>
            <p:cNvPr id="59" name="object 59"/>
            <p:cNvSpPr/>
            <p:nvPr/>
          </p:nvSpPr>
          <p:spPr>
            <a:xfrm>
              <a:off x="1548493" y="1363810"/>
              <a:ext cx="551815" cy="367665"/>
            </a:xfrm>
            <a:custGeom>
              <a:avLst/>
              <a:gdLst/>
              <a:ahLst/>
              <a:cxnLst/>
              <a:rect l="l" t="t" r="r" b="b"/>
              <a:pathLst>
                <a:path w="551814" h="367664">
                  <a:moveTo>
                    <a:pt x="0" y="0"/>
                  </a:moveTo>
                  <a:lnTo>
                    <a:pt x="551325" y="367551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078105" y="1708370"/>
              <a:ext cx="24765" cy="31115"/>
            </a:xfrm>
            <a:custGeom>
              <a:avLst/>
              <a:gdLst/>
              <a:ahLst/>
              <a:cxnLst/>
              <a:rect l="l" t="t" r="r" b="b"/>
              <a:pathLst>
                <a:path w="24764" h="31114">
                  <a:moveTo>
                    <a:pt x="20436" y="0"/>
                  </a:moveTo>
                  <a:lnTo>
                    <a:pt x="17562" y="6386"/>
                  </a:lnTo>
                  <a:lnTo>
                    <a:pt x="22352" y="22033"/>
                  </a:lnTo>
                  <a:lnTo>
                    <a:pt x="24587" y="24906"/>
                  </a:lnTo>
                  <a:lnTo>
                    <a:pt x="21075" y="23948"/>
                  </a:lnTo>
                  <a:lnTo>
                    <a:pt x="4789" y="25545"/>
                  </a:lnTo>
                  <a:lnTo>
                    <a:pt x="0" y="30654"/>
                  </a:lnTo>
                </a:path>
              </a:pathLst>
            </a:custGeom>
            <a:ln w="5668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4236441" y="2951227"/>
            <a:ext cx="117825" cy="186089"/>
          </a:xfrm>
          <a:prstGeom prst="rect">
            <a:avLst/>
          </a:prstGeom>
        </p:spPr>
        <p:txBody>
          <a:bodyPr vert="horz" wrap="square" lIns="0" tIns="27190" rIns="0" bIns="0" rtlCol="0">
            <a:spAutoFit/>
          </a:bodyPr>
          <a:lstStyle/>
          <a:p>
            <a:pPr marL="20141">
              <a:spcBef>
                <a:spcPts val="214"/>
              </a:spcBef>
            </a:pPr>
            <a:r>
              <a:rPr sz="1031" spc="32" dirty="0">
                <a:solidFill>
                  <a:srgbClr val="0000FF"/>
                </a:solidFill>
                <a:latin typeface="Microsoft Sans Serif"/>
                <a:cs typeface="Microsoft Sans Serif"/>
              </a:rPr>
              <a:t>7</a:t>
            </a:r>
            <a:endParaRPr sz="1031">
              <a:latin typeface="Microsoft Sans Serif"/>
              <a:cs typeface="Microsoft Sans Serif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4070837" y="3698720"/>
            <a:ext cx="754279" cy="68479"/>
            <a:chOff x="1605921" y="1792498"/>
            <a:chExt cx="475615" cy="43180"/>
          </a:xfrm>
        </p:grpSpPr>
        <p:sp>
          <p:nvSpPr>
            <p:cNvPr id="63" name="object 63"/>
            <p:cNvSpPr/>
            <p:nvPr/>
          </p:nvSpPr>
          <p:spPr>
            <a:xfrm>
              <a:off x="1609731" y="1813777"/>
              <a:ext cx="465455" cy="0"/>
            </a:xfrm>
            <a:custGeom>
              <a:avLst/>
              <a:gdLst/>
              <a:ahLst/>
              <a:cxnLst/>
              <a:rect l="l" t="t" r="r" b="b"/>
              <a:pathLst>
                <a:path w="465455">
                  <a:moveTo>
                    <a:pt x="0" y="0"/>
                  </a:moveTo>
                  <a:lnTo>
                    <a:pt x="465127" y="0"/>
                  </a:lnTo>
                </a:path>
              </a:pathLst>
            </a:custGeom>
            <a:ln w="7085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061042" y="1795355"/>
              <a:ext cx="17780" cy="37465"/>
            </a:xfrm>
            <a:custGeom>
              <a:avLst/>
              <a:gdLst/>
              <a:ahLst/>
              <a:cxnLst/>
              <a:rect l="l" t="t" r="r" b="b"/>
              <a:pathLst>
                <a:path w="17780" h="37464">
                  <a:moveTo>
                    <a:pt x="0" y="0"/>
                  </a:moveTo>
                  <a:lnTo>
                    <a:pt x="1151" y="6908"/>
                  </a:lnTo>
                  <a:lnTo>
                    <a:pt x="13816" y="17270"/>
                  </a:lnTo>
                  <a:lnTo>
                    <a:pt x="17270" y="18421"/>
                  </a:lnTo>
                  <a:lnTo>
                    <a:pt x="13816" y="19573"/>
                  </a:lnTo>
                  <a:lnTo>
                    <a:pt x="1151" y="29935"/>
                  </a:lnTo>
                  <a:lnTo>
                    <a:pt x="0" y="36843"/>
                  </a:lnTo>
                </a:path>
              </a:pathLst>
            </a:custGeom>
            <a:ln w="5668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4182091" y="3515443"/>
            <a:ext cx="164149" cy="186089"/>
          </a:xfrm>
          <a:prstGeom prst="rect">
            <a:avLst/>
          </a:prstGeom>
        </p:spPr>
        <p:txBody>
          <a:bodyPr vert="horz" wrap="square" lIns="0" tIns="27190" rIns="0" bIns="0" rtlCol="0">
            <a:spAutoFit/>
          </a:bodyPr>
          <a:lstStyle/>
          <a:p>
            <a:pPr marL="20141">
              <a:spcBef>
                <a:spcPts val="214"/>
              </a:spcBef>
            </a:pPr>
            <a:r>
              <a:rPr sz="1031" spc="24" dirty="0">
                <a:solidFill>
                  <a:srgbClr val="EC008C"/>
                </a:solidFill>
                <a:latin typeface="Microsoft Sans Serif"/>
                <a:cs typeface="Microsoft Sans Serif"/>
              </a:rPr>
              <a:t>-3</a:t>
            </a:r>
            <a:endParaRPr sz="1031">
              <a:latin typeface="Microsoft Sans Serif"/>
              <a:cs typeface="Microsoft Sans Serif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4032927" y="3846485"/>
            <a:ext cx="830815" cy="566968"/>
            <a:chOff x="1582017" y="1885672"/>
            <a:chExt cx="523875" cy="357505"/>
          </a:xfrm>
        </p:grpSpPr>
        <p:sp>
          <p:nvSpPr>
            <p:cNvPr id="67" name="object 67"/>
            <p:cNvSpPr/>
            <p:nvPr/>
          </p:nvSpPr>
          <p:spPr>
            <a:xfrm>
              <a:off x="1585827" y="1896193"/>
              <a:ext cx="514350" cy="342900"/>
            </a:xfrm>
            <a:custGeom>
              <a:avLst/>
              <a:gdLst/>
              <a:ahLst/>
              <a:cxnLst/>
              <a:rect l="l" t="t" r="r" b="b"/>
              <a:pathLst>
                <a:path w="514350" h="342900">
                  <a:moveTo>
                    <a:pt x="0" y="342662"/>
                  </a:moveTo>
                  <a:lnTo>
                    <a:pt x="513991" y="0"/>
                  </a:lnTo>
                </a:path>
              </a:pathLst>
            </a:custGeom>
            <a:ln w="7085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078105" y="1888529"/>
              <a:ext cx="24765" cy="31115"/>
            </a:xfrm>
            <a:custGeom>
              <a:avLst/>
              <a:gdLst/>
              <a:ahLst/>
              <a:cxnLst/>
              <a:rect l="l" t="t" r="r" b="b"/>
              <a:pathLst>
                <a:path w="24764" h="31114">
                  <a:moveTo>
                    <a:pt x="0" y="0"/>
                  </a:moveTo>
                  <a:lnTo>
                    <a:pt x="4789" y="5109"/>
                  </a:lnTo>
                  <a:lnTo>
                    <a:pt x="21075" y="6705"/>
                  </a:lnTo>
                  <a:lnTo>
                    <a:pt x="24587" y="5748"/>
                  </a:lnTo>
                  <a:lnTo>
                    <a:pt x="22352" y="8621"/>
                  </a:lnTo>
                  <a:lnTo>
                    <a:pt x="17562" y="24268"/>
                  </a:lnTo>
                  <a:lnTo>
                    <a:pt x="20436" y="30654"/>
                  </a:lnTo>
                </a:path>
              </a:pathLst>
            </a:custGeom>
            <a:ln w="5668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4045432" y="4054604"/>
            <a:ext cx="164149" cy="186089"/>
          </a:xfrm>
          <a:prstGeom prst="rect">
            <a:avLst/>
          </a:prstGeom>
        </p:spPr>
        <p:txBody>
          <a:bodyPr vert="horz" wrap="square" lIns="0" tIns="27190" rIns="0" bIns="0" rtlCol="0">
            <a:spAutoFit/>
          </a:bodyPr>
          <a:lstStyle/>
          <a:p>
            <a:pPr marL="20141">
              <a:spcBef>
                <a:spcPts val="214"/>
              </a:spcBef>
            </a:pPr>
            <a:r>
              <a:rPr sz="1031" spc="24" dirty="0">
                <a:solidFill>
                  <a:srgbClr val="FF7F00"/>
                </a:solidFill>
                <a:latin typeface="Microsoft Sans Serif"/>
                <a:cs typeface="Microsoft Sans Serif"/>
              </a:rPr>
              <a:t>-2</a:t>
            </a:r>
            <a:endParaRPr sz="1031">
              <a:latin typeface="Microsoft Sans Serif"/>
              <a:cs typeface="Microsoft Sans Serif"/>
            </a:endParaRPr>
          </a:p>
        </p:txBody>
      </p:sp>
      <p:pic>
        <p:nvPicPr>
          <p:cNvPr id="70" name="object 7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76581" y="2119683"/>
            <a:ext cx="309013" cy="309013"/>
          </a:xfrm>
          <a:prstGeom prst="rect">
            <a:avLst/>
          </a:prstGeom>
        </p:spPr>
      </p:pic>
      <p:sp>
        <p:nvSpPr>
          <p:cNvPr id="71" name="object 71"/>
          <p:cNvSpPr txBox="1"/>
          <p:nvPr/>
        </p:nvSpPr>
        <p:spPr>
          <a:xfrm>
            <a:off x="6065901" y="2141829"/>
            <a:ext cx="116818" cy="203337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20141">
              <a:spcBef>
                <a:spcPts val="159"/>
              </a:spcBef>
            </a:pPr>
            <a:r>
              <a:rPr sz="1189" i="1" dirty="0">
                <a:latin typeface="Arial"/>
                <a:cs typeface="Arial"/>
              </a:rPr>
              <a:t>x</a:t>
            </a:r>
            <a:endParaRPr sz="1189">
              <a:latin typeface="Arial"/>
              <a:cs typeface="Arial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5549745" y="2019960"/>
            <a:ext cx="363544" cy="508559"/>
          </a:xfrm>
          <a:custGeom>
            <a:avLst/>
            <a:gdLst/>
            <a:ahLst/>
            <a:cxnLst/>
            <a:rect l="l" t="t" r="r" b="b"/>
            <a:pathLst>
              <a:path w="229235" h="320675">
                <a:moveTo>
                  <a:pt x="229132" y="0"/>
                </a:moveTo>
                <a:lnTo>
                  <a:pt x="0" y="0"/>
                </a:lnTo>
                <a:lnTo>
                  <a:pt x="0" y="320612"/>
                </a:lnTo>
                <a:lnTo>
                  <a:pt x="229132" y="320612"/>
                </a:lnTo>
                <a:lnTo>
                  <a:pt x="229132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5669135" y="2041250"/>
            <a:ext cx="124874" cy="203337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20141">
              <a:spcBef>
                <a:spcPts val="159"/>
              </a:spcBef>
            </a:pPr>
            <a:r>
              <a:rPr sz="1189" dirty="0">
                <a:latin typeface="Microsoft Sans Serif"/>
                <a:cs typeface="Microsoft Sans Serif"/>
              </a:rPr>
              <a:t>1</a:t>
            </a:r>
            <a:endParaRPr sz="1189">
              <a:latin typeface="Microsoft Sans Serif"/>
              <a:cs typeface="Microsoft Sans Serif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669135" y="2244919"/>
            <a:ext cx="124874" cy="203337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20141">
              <a:spcBef>
                <a:spcPts val="159"/>
              </a:spcBef>
            </a:pPr>
            <a:r>
              <a:rPr sz="1189" dirty="0">
                <a:latin typeface="Microsoft Sans Serif"/>
                <a:cs typeface="Microsoft Sans Serif"/>
              </a:rPr>
              <a:t>0</a:t>
            </a:r>
            <a:endParaRPr sz="1189">
              <a:latin typeface="Microsoft Sans Serif"/>
              <a:cs typeface="Microsoft Sans Serif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580173" y="1889961"/>
            <a:ext cx="303122" cy="385467"/>
          </a:xfrm>
          <a:prstGeom prst="rect">
            <a:avLst/>
          </a:prstGeom>
        </p:spPr>
        <p:txBody>
          <a:bodyPr vert="horz" wrap="square" lIns="0" tIns="188318" rIns="0" bIns="0" rtlCol="0">
            <a:spAutoFit/>
          </a:bodyPr>
          <a:lstStyle/>
          <a:p>
            <a:pPr marL="20141">
              <a:spcBef>
                <a:spcPts val="1483"/>
              </a:spcBef>
            </a:pPr>
            <a:r>
              <a:rPr sz="1269" spc="403" dirty="0">
                <a:latin typeface="Sitka Banner"/>
                <a:cs typeface="Sitka Banner"/>
              </a:rPr>
              <a:t>  </a:t>
            </a:r>
            <a:r>
              <a:rPr sz="1269" spc="87" dirty="0">
                <a:latin typeface="Sitka Banner"/>
                <a:cs typeface="Sitka Banner"/>
              </a:rPr>
              <a:t> </a:t>
            </a:r>
            <a:r>
              <a:rPr sz="1269" spc="403" dirty="0">
                <a:latin typeface="Sitka Banner"/>
                <a:cs typeface="Sitka Banner"/>
              </a:rPr>
              <a:t> </a:t>
            </a:r>
            <a:endParaRPr sz="1269">
              <a:latin typeface="Sitka Banner"/>
              <a:cs typeface="Sitka Banner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7493105" y="2037596"/>
            <a:ext cx="473313" cy="473313"/>
            <a:chOff x="3763852" y="745067"/>
            <a:chExt cx="298450" cy="298450"/>
          </a:xfrm>
        </p:grpSpPr>
        <p:sp>
          <p:nvSpPr>
            <p:cNvPr id="77" name="object 77"/>
            <p:cNvSpPr/>
            <p:nvPr/>
          </p:nvSpPr>
          <p:spPr>
            <a:xfrm>
              <a:off x="3765757" y="746972"/>
              <a:ext cx="294640" cy="294640"/>
            </a:xfrm>
            <a:custGeom>
              <a:avLst/>
              <a:gdLst/>
              <a:ahLst/>
              <a:cxnLst/>
              <a:rect l="l" t="t" r="r" b="b"/>
              <a:pathLst>
                <a:path w="294639" h="294640">
                  <a:moveTo>
                    <a:pt x="147280" y="0"/>
                  </a:moveTo>
                  <a:lnTo>
                    <a:pt x="100728" y="7508"/>
                  </a:lnTo>
                  <a:lnTo>
                    <a:pt x="60298" y="28416"/>
                  </a:lnTo>
                  <a:lnTo>
                    <a:pt x="28416" y="60298"/>
                  </a:lnTo>
                  <a:lnTo>
                    <a:pt x="7508" y="100728"/>
                  </a:lnTo>
                  <a:lnTo>
                    <a:pt x="0" y="147280"/>
                  </a:lnTo>
                  <a:lnTo>
                    <a:pt x="7508" y="193832"/>
                  </a:lnTo>
                  <a:lnTo>
                    <a:pt x="28416" y="234262"/>
                  </a:lnTo>
                  <a:lnTo>
                    <a:pt x="60298" y="266144"/>
                  </a:lnTo>
                  <a:lnTo>
                    <a:pt x="100728" y="287052"/>
                  </a:lnTo>
                  <a:lnTo>
                    <a:pt x="147280" y="294561"/>
                  </a:lnTo>
                  <a:lnTo>
                    <a:pt x="193833" y="287052"/>
                  </a:lnTo>
                  <a:lnTo>
                    <a:pt x="234263" y="266144"/>
                  </a:lnTo>
                  <a:lnTo>
                    <a:pt x="266144" y="234262"/>
                  </a:lnTo>
                  <a:lnTo>
                    <a:pt x="287052" y="193832"/>
                  </a:lnTo>
                  <a:lnTo>
                    <a:pt x="294561" y="147280"/>
                  </a:lnTo>
                  <a:lnTo>
                    <a:pt x="287052" y="100728"/>
                  </a:lnTo>
                  <a:lnTo>
                    <a:pt x="266144" y="60298"/>
                  </a:lnTo>
                  <a:lnTo>
                    <a:pt x="234263" y="28416"/>
                  </a:lnTo>
                  <a:lnTo>
                    <a:pt x="193833" y="7508"/>
                  </a:lnTo>
                  <a:lnTo>
                    <a:pt x="147280" y="0"/>
                  </a:lnTo>
                  <a:close/>
                </a:path>
              </a:pathLst>
            </a:custGeom>
            <a:solidFill>
              <a:srgbClr val="F2E5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765757" y="746972"/>
              <a:ext cx="294640" cy="294640"/>
            </a:xfrm>
            <a:custGeom>
              <a:avLst/>
              <a:gdLst/>
              <a:ahLst/>
              <a:cxnLst/>
              <a:rect l="l" t="t" r="r" b="b"/>
              <a:pathLst>
                <a:path w="294639" h="294640">
                  <a:moveTo>
                    <a:pt x="294561" y="147280"/>
                  </a:moveTo>
                  <a:lnTo>
                    <a:pt x="287052" y="100728"/>
                  </a:lnTo>
                  <a:lnTo>
                    <a:pt x="266144" y="60298"/>
                  </a:lnTo>
                  <a:lnTo>
                    <a:pt x="234263" y="28416"/>
                  </a:lnTo>
                  <a:lnTo>
                    <a:pt x="193833" y="7508"/>
                  </a:lnTo>
                  <a:lnTo>
                    <a:pt x="147280" y="0"/>
                  </a:lnTo>
                  <a:lnTo>
                    <a:pt x="100728" y="7508"/>
                  </a:lnTo>
                  <a:lnTo>
                    <a:pt x="60298" y="28416"/>
                  </a:lnTo>
                  <a:lnTo>
                    <a:pt x="28416" y="60298"/>
                  </a:lnTo>
                  <a:lnTo>
                    <a:pt x="7508" y="100728"/>
                  </a:lnTo>
                  <a:lnTo>
                    <a:pt x="0" y="147280"/>
                  </a:lnTo>
                  <a:lnTo>
                    <a:pt x="7508" y="193832"/>
                  </a:lnTo>
                  <a:lnTo>
                    <a:pt x="28416" y="234262"/>
                  </a:lnTo>
                  <a:lnTo>
                    <a:pt x="60298" y="266144"/>
                  </a:lnTo>
                  <a:lnTo>
                    <a:pt x="100728" y="287052"/>
                  </a:lnTo>
                  <a:lnTo>
                    <a:pt x="147280" y="294561"/>
                  </a:lnTo>
                  <a:lnTo>
                    <a:pt x="193833" y="287052"/>
                  </a:lnTo>
                  <a:lnTo>
                    <a:pt x="234263" y="266144"/>
                  </a:lnTo>
                  <a:lnTo>
                    <a:pt x="266144" y="234262"/>
                  </a:lnTo>
                  <a:lnTo>
                    <a:pt x="287052" y="193832"/>
                  </a:lnTo>
                  <a:lnTo>
                    <a:pt x="294561" y="147280"/>
                  </a:lnTo>
                  <a:close/>
                </a:path>
              </a:pathLst>
            </a:custGeom>
            <a:ln w="35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7467070" y="2155594"/>
            <a:ext cx="514172" cy="235781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60423">
              <a:spcBef>
                <a:spcPts val="159"/>
              </a:spcBef>
            </a:pPr>
            <a:r>
              <a:rPr lang="en-US" sz="1400" dirty="0">
                <a:latin typeface="Arial"/>
                <a:cs typeface="Arial"/>
              </a:rPr>
              <a:t>W</a:t>
            </a:r>
            <a:r>
              <a:rPr lang="en-US" sz="1400" baseline="30000" dirty="0">
                <a:latin typeface="Arial"/>
                <a:cs typeface="Arial"/>
              </a:rPr>
              <a:t>[1]</a:t>
            </a:r>
            <a:endParaRPr sz="1400" dirty="0">
              <a:latin typeface="Lucida Sans Unicode"/>
              <a:cs typeface="Lucida Sans Unicode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8035084" y="2019960"/>
            <a:ext cx="589123" cy="508559"/>
          </a:xfrm>
          <a:custGeom>
            <a:avLst/>
            <a:gdLst/>
            <a:ahLst/>
            <a:cxnLst/>
            <a:rect l="l" t="t" r="r" b="b"/>
            <a:pathLst>
              <a:path w="371475" h="320675">
                <a:moveTo>
                  <a:pt x="370884" y="0"/>
                </a:moveTo>
                <a:lnTo>
                  <a:pt x="0" y="0"/>
                </a:lnTo>
                <a:lnTo>
                  <a:pt x="0" y="320612"/>
                </a:lnTo>
                <a:lnTo>
                  <a:pt x="370884" y="320612"/>
                </a:lnTo>
                <a:lnTo>
                  <a:pt x="370884" y="0"/>
                </a:lnTo>
                <a:close/>
              </a:path>
            </a:pathLst>
          </a:custGeom>
          <a:solidFill>
            <a:srgbClr val="F2E5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8174580" y="2041249"/>
            <a:ext cx="329305" cy="203337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>
              <a:spcBef>
                <a:spcPts val="159"/>
              </a:spcBef>
            </a:pPr>
            <a:r>
              <a:rPr sz="1189" dirty="0">
                <a:latin typeface="Microsoft Sans Serif"/>
                <a:cs typeface="Microsoft Sans Serif"/>
              </a:rPr>
              <a:t>4  </a:t>
            </a:r>
            <a:r>
              <a:rPr sz="1189" spc="16" dirty="0">
                <a:latin typeface="Microsoft Sans Serif"/>
                <a:cs typeface="Microsoft Sans Serif"/>
              </a:rPr>
              <a:t> </a:t>
            </a:r>
            <a:r>
              <a:rPr lang="en-US" sz="1189" spc="16" dirty="0">
                <a:latin typeface="Microsoft Sans Serif"/>
                <a:cs typeface="Microsoft Sans Serif"/>
              </a:rPr>
              <a:t>3</a:t>
            </a:r>
            <a:endParaRPr sz="1189" dirty="0">
              <a:latin typeface="Microsoft Sans Serif"/>
              <a:cs typeface="Microsoft Sans Serif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8174580" y="2244918"/>
            <a:ext cx="329305" cy="203337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>
              <a:spcBef>
                <a:spcPts val="159"/>
              </a:spcBef>
            </a:pPr>
            <a:r>
              <a:rPr lang="en-US" sz="1189" dirty="0">
                <a:latin typeface="Microsoft Sans Serif"/>
                <a:cs typeface="Microsoft Sans Serif"/>
              </a:rPr>
              <a:t>5</a:t>
            </a:r>
            <a:r>
              <a:rPr sz="1189" dirty="0">
                <a:latin typeface="Microsoft Sans Serif"/>
                <a:cs typeface="Microsoft Sans Serif"/>
              </a:rPr>
              <a:t>  </a:t>
            </a:r>
            <a:r>
              <a:rPr sz="1189" spc="16" dirty="0">
                <a:latin typeface="Microsoft Sans Serif"/>
                <a:cs typeface="Microsoft Sans Serif"/>
              </a:rPr>
              <a:t> </a:t>
            </a:r>
            <a:r>
              <a:rPr sz="1189" dirty="0">
                <a:latin typeface="Microsoft Sans Serif"/>
                <a:cs typeface="Microsoft Sans Serif"/>
              </a:rPr>
              <a:t>6</a:t>
            </a:r>
          </a:p>
        </p:txBody>
      </p:sp>
      <p:sp>
        <p:nvSpPr>
          <p:cNvPr id="83" name="object 83"/>
          <p:cNvSpPr txBox="1"/>
          <p:nvPr/>
        </p:nvSpPr>
        <p:spPr>
          <a:xfrm>
            <a:off x="8085614" y="1889961"/>
            <a:ext cx="507552" cy="385467"/>
          </a:xfrm>
          <a:prstGeom prst="rect">
            <a:avLst/>
          </a:prstGeom>
        </p:spPr>
        <p:txBody>
          <a:bodyPr vert="horz" wrap="square" lIns="0" tIns="188318" rIns="0" bIns="0" rtlCol="0">
            <a:spAutoFit/>
          </a:bodyPr>
          <a:lstStyle/>
          <a:p>
            <a:pPr>
              <a:spcBef>
                <a:spcPts val="1483"/>
              </a:spcBef>
              <a:tabLst>
                <a:tab pos="397783" algn="l"/>
              </a:tabLst>
            </a:pPr>
            <a:r>
              <a:rPr sz="1269" spc="403" dirty="0">
                <a:latin typeface="Sitka Banner"/>
                <a:cs typeface="Sitka Banner"/>
              </a:rPr>
              <a:t> </a:t>
            </a:r>
            <a:r>
              <a:rPr lang="en-US" sz="1269" spc="403" dirty="0">
                <a:latin typeface="Sitka Banner"/>
                <a:cs typeface="Sitka Banner"/>
              </a:rPr>
              <a:t>3</a:t>
            </a:r>
            <a:r>
              <a:rPr sz="1269" spc="403" dirty="0">
                <a:latin typeface="Sitka Banner"/>
                <a:cs typeface="Sitka Banner"/>
              </a:rPr>
              <a:t> </a:t>
            </a:r>
            <a:endParaRPr sz="1269" dirty="0">
              <a:latin typeface="Sitka Banner"/>
              <a:cs typeface="Sitka Banner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6135836" y="2700287"/>
            <a:ext cx="1121852" cy="229884"/>
          </a:xfrm>
          <a:prstGeom prst="rect">
            <a:avLst/>
          </a:prstGeom>
          <a:solidFill>
            <a:srgbClr val="7F7FFF"/>
          </a:solidFill>
        </p:spPr>
        <p:txBody>
          <a:bodyPr vert="horz" wrap="square" lIns="0" tIns="34240" rIns="0" bIns="0" rtlCol="0">
            <a:spAutoFit/>
          </a:bodyPr>
          <a:lstStyle/>
          <a:p>
            <a:pPr marL="50352">
              <a:spcBef>
                <a:spcPts val="270"/>
              </a:spcBef>
            </a:pPr>
            <a:r>
              <a:rPr sz="1189" i="1" dirty="0">
                <a:solidFill>
                  <a:srgbClr val="FFFFFF"/>
                </a:solidFill>
                <a:latin typeface="Arial"/>
                <a:cs typeface="Arial"/>
              </a:rPr>
              <a:t>prod</a:t>
            </a:r>
            <a:r>
              <a:rPr sz="1189" i="1" spc="15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69" spc="79" dirty="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sz="1269" spc="-3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89" i="1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1189" i="1" spc="-17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8" spc="-24" baseline="30303" dirty="0">
                <a:solidFill>
                  <a:srgbClr val="FFFFFF"/>
                </a:solidFill>
                <a:latin typeface="Lucida Sans Unicode"/>
                <a:cs typeface="Lucida Sans Unicode"/>
              </a:rPr>
              <a:t>[</a:t>
            </a:r>
            <a:r>
              <a:rPr sz="1189" baseline="33333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r>
              <a:rPr sz="1308" spc="-24" baseline="30303" dirty="0">
                <a:solidFill>
                  <a:srgbClr val="FFFFFF"/>
                </a:solidFill>
                <a:latin typeface="Lucida Sans Unicode"/>
                <a:cs typeface="Lucida Sans Unicode"/>
              </a:rPr>
              <a:t>]</a:t>
            </a:r>
            <a:r>
              <a:rPr sz="1308" spc="344" baseline="30303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1189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endParaRPr sz="1189" dirty="0">
              <a:latin typeface="Arial"/>
              <a:cs typeface="Arial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7688925" y="2633070"/>
            <a:ext cx="412890" cy="412890"/>
            <a:chOff x="3887328" y="1120547"/>
            <a:chExt cx="260350" cy="260350"/>
          </a:xfrm>
        </p:grpSpPr>
        <p:sp>
          <p:nvSpPr>
            <p:cNvPr id="86" name="object 86"/>
            <p:cNvSpPr/>
            <p:nvPr/>
          </p:nvSpPr>
          <p:spPr>
            <a:xfrm>
              <a:off x="3889233" y="1122452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39" h="256540">
                  <a:moveTo>
                    <a:pt x="128187" y="0"/>
                  </a:moveTo>
                  <a:lnTo>
                    <a:pt x="78290" y="10073"/>
                  </a:lnTo>
                  <a:lnTo>
                    <a:pt x="37544" y="37544"/>
                  </a:lnTo>
                  <a:lnTo>
                    <a:pt x="10073" y="78290"/>
                  </a:lnTo>
                  <a:lnTo>
                    <a:pt x="0" y="128187"/>
                  </a:lnTo>
                  <a:lnTo>
                    <a:pt x="10073" y="178083"/>
                  </a:lnTo>
                  <a:lnTo>
                    <a:pt x="37544" y="218829"/>
                  </a:lnTo>
                  <a:lnTo>
                    <a:pt x="78290" y="246300"/>
                  </a:lnTo>
                  <a:lnTo>
                    <a:pt x="128187" y="256374"/>
                  </a:lnTo>
                  <a:lnTo>
                    <a:pt x="178083" y="246300"/>
                  </a:lnTo>
                  <a:lnTo>
                    <a:pt x="218829" y="218829"/>
                  </a:lnTo>
                  <a:lnTo>
                    <a:pt x="246300" y="178083"/>
                  </a:lnTo>
                  <a:lnTo>
                    <a:pt x="256374" y="128187"/>
                  </a:lnTo>
                  <a:lnTo>
                    <a:pt x="246300" y="78290"/>
                  </a:lnTo>
                  <a:lnTo>
                    <a:pt x="218829" y="37544"/>
                  </a:lnTo>
                  <a:lnTo>
                    <a:pt x="178083" y="10073"/>
                  </a:lnTo>
                  <a:lnTo>
                    <a:pt x="128187" y="0"/>
                  </a:lnTo>
                  <a:close/>
                </a:path>
              </a:pathLst>
            </a:custGeom>
            <a:solidFill>
              <a:srgbClr val="F2E5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889233" y="1122452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39" h="256540">
                  <a:moveTo>
                    <a:pt x="256374" y="128187"/>
                  </a:moveTo>
                  <a:lnTo>
                    <a:pt x="246300" y="78290"/>
                  </a:lnTo>
                  <a:lnTo>
                    <a:pt x="218829" y="37544"/>
                  </a:lnTo>
                  <a:lnTo>
                    <a:pt x="178083" y="10073"/>
                  </a:lnTo>
                  <a:lnTo>
                    <a:pt x="128187" y="0"/>
                  </a:lnTo>
                  <a:lnTo>
                    <a:pt x="78290" y="10073"/>
                  </a:lnTo>
                  <a:lnTo>
                    <a:pt x="37544" y="37544"/>
                  </a:lnTo>
                  <a:lnTo>
                    <a:pt x="10073" y="78290"/>
                  </a:lnTo>
                  <a:lnTo>
                    <a:pt x="0" y="128187"/>
                  </a:lnTo>
                  <a:lnTo>
                    <a:pt x="10073" y="178083"/>
                  </a:lnTo>
                  <a:lnTo>
                    <a:pt x="37544" y="218829"/>
                  </a:lnTo>
                  <a:lnTo>
                    <a:pt x="78290" y="246300"/>
                  </a:lnTo>
                  <a:lnTo>
                    <a:pt x="128187" y="256374"/>
                  </a:lnTo>
                  <a:lnTo>
                    <a:pt x="178083" y="246300"/>
                  </a:lnTo>
                  <a:lnTo>
                    <a:pt x="218829" y="218829"/>
                  </a:lnTo>
                  <a:lnTo>
                    <a:pt x="246300" y="178083"/>
                  </a:lnTo>
                  <a:lnTo>
                    <a:pt x="256374" y="128187"/>
                  </a:lnTo>
                  <a:close/>
                </a:path>
              </a:pathLst>
            </a:custGeom>
            <a:ln w="35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7724156" y="2677832"/>
            <a:ext cx="335346" cy="203401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60423">
              <a:spcBef>
                <a:spcPts val="159"/>
              </a:spcBef>
            </a:pPr>
            <a:r>
              <a:rPr sz="1784" i="1" baseline="-22222" dirty="0">
                <a:latin typeface="Arial"/>
                <a:cs typeface="Arial"/>
              </a:rPr>
              <a:t>b</a:t>
            </a:r>
            <a:r>
              <a:rPr sz="872" dirty="0">
                <a:latin typeface="Lucida Sans Unicode"/>
                <a:cs typeface="Lucida Sans Unicode"/>
              </a:rPr>
              <a:t>[</a:t>
            </a:r>
            <a:r>
              <a:rPr sz="793" dirty="0">
                <a:latin typeface="Microsoft Sans Serif"/>
                <a:cs typeface="Microsoft Sans Serif"/>
              </a:rPr>
              <a:t>1</a:t>
            </a:r>
            <a:r>
              <a:rPr sz="872" dirty="0">
                <a:latin typeface="Lucida Sans Unicode"/>
                <a:cs typeface="Lucida Sans Unicode"/>
              </a:rPr>
              <a:t>]</a:t>
            </a:r>
            <a:endParaRPr sz="872">
              <a:latin typeface="Lucida Sans Unicode"/>
              <a:cs typeface="Lucida Sans Unicode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6618915" y="3265481"/>
            <a:ext cx="1286001" cy="229884"/>
          </a:xfrm>
          <a:prstGeom prst="rect">
            <a:avLst/>
          </a:prstGeom>
          <a:solidFill>
            <a:srgbClr val="7F7FFF"/>
          </a:solidFill>
        </p:spPr>
        <p:txBody>
          <a:bodyPr vert="horz" wrap="square" lIns="0" tIns="34240" rIns="0" bIns="0" rtlCol="0">
            <a:spAutoFit/>
          </a:bodyPr>
          <a:lstStyle/>
          <a:p>
            <a:pPr marL="50352">
              <a:spcBef>
                <a:spcPts val="270"/>
              </a:spcBef>
            </a:pPr>
            <a:r>
              <a:rPr sz="1189" i="1" spc="79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308" spc="-24" baseline="30303" dirty="0">
                <a:solidFill>
                  <a:srgbClr val="FFFFFF"/>
                </a:solidFill>
                <a:latin typeface="Lucida Sans Unicode"/>
                <a:cs typeface="Lucida Sans Unicode"/>
              </a:rPr>
              <a:t>[</a:t>
            </a:r>
            <a:r>
              <a:rPr sz="1189" baseline="33333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r>
              <a:rPr sz="1308" spc="-24" baseline="30303" dirty="0">
                <a:solidFill>
                  <a:srgbClr val="FFFFFF"/>
                </a:solidFill>
                <a:latin typeface="Lucida Sans Unicode"/>
                <a:cs typeface="Lucida Sans Unicode"/>
              </a:rPr>
              <a:t>]</a:t>
            </a:r>
            <a:r>
              <a:rPr sz="1308" baseline="30303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08" spc="-201" baseline="30303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69" spc="79" dirty="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sz="1269" spc="-3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89" i="1" dirty="0">
                <a:solidFill>
                  <a:srgbClr val="FFFFFF"/>
                </a:solidFill>
                <a:latin typeface="Arial"/>
                <a:cs typeface="Arial"/>
              </a:rPr>
              <a:t>prod</a:t>
            </a:r>
            <a:r>
              <a:rPr sz="1189" i="1" spc="7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69" spc="79" dirty="0">
                <a:solidFill>
                  <a:srgbClr val="FFFFFF"/>
                </a:solidFill>
                <a:latin typeface="Tahoma"/>
                <a:cs typeface="Tahoma"/>
              </a:rPr>
              <a:t>+</a:t>
            </a:r>
            <a:r>
              <a:rPr sz="1269" spc="-10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89" i="1" spc="32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1308" spc="-24" baseline="30303" dirty="0">
                <a:solidFill>
                  <a:srgbClr val="FFFFFF"/>
                </a:solidFill>
                <a:latin typeface="Lucida Sans Unicode"/>
                <a:cs typeface="Lucida Sans Unicode"/>
              </a:rPr>
              <a:t>[</a:t>
            </a:r>
            <a:r>
              <a:rPr sz="1189" baseline="33333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r>
              <a:rPr sz="1308" spc="-24" baseline="30303" dirty="0">
                <a:solidFill>
                  <a:srgbClr val="FFFFFF"/>
                </a:solidFill>
                <a:latin typeface="Lucida Sans Unicode"/>
                <a:cs typeface="Lucida Sans Unicode"/>
              </a:rPr>
              <a:t>]</a:t>
            </a:r>
            <a:endParaRPr sz="1308" baseline="30303">
              <a:latin typeface="Lucida Sans Unicode"/>
              <a:cs typeface="Lucida Sans Unicode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8247477" y="2585156"/>
            <a:ext cx="495468" cy="508559"/>
          </a:xfrm>
          <a:custGeom>
            <a:avLst/>
            <a:gdLst/>
            <a:ahLst/>
            <a:cxnLst/>
            <a:rect l="l" t="t" r="r" b="b"/>
            <a:pathLst>
              <a:path w="312420" h="320675">
                <a:moveTo>
                  <a:pt x="311797" y="0"/>
                </a:moveTo>
                <a:lnTo>
                  <a:pt x="0" y="0"/>
                </a:lnTo>
                <a:lnTo>
                  <a:pt x="0" y="320612"/>
                </a:lnTo>
                <a:lnTo>
                  <a:pt x="311797" y="320612"/>
                </a:lnTo>
                <a:lnTo>
                  <a:pt x="311797" y="0"/>
                </a:lnTo>
                <a:close/>
              </a:path>
            </a:pathLst>
          </a:custGeom>
          <a:solidFill>
            <a:srgbClr val="F2E5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8386976" y="2589580"/>
            <a:ext cx="235649" cy="222765"/>
          </a:xfrm>
          <a:prstGeom prst="rect">
            <a:avLst/>
          </a:prstGeom>
        </p:spPr>
        <p:txBody>
          <a:bodyPr vert="horz" wrap="square" lIns="0" tIns="27190" rIns="0" bIns="0" rtlCol="0">
            <a:spAutoFit/>
          </a:bodyPr>
          <a:lstStyle/>
          <a:p>
            <a:pPr>
              <a:spcBef>
                <a:spcPts val="214"/>
              </a:spcBef>
            </a:pPr>
            <a:r>
              <a:rPr sz="1269" spc="-95" dirty="0">
                <a:latin typeface="Lucida Sans Unicode"/>
                <a:cs typeface="Lucida Sans Unicode"/>
              </a:rPr>
              <a:t>−</a:t>
            </a:r>
            <a:r>
              <a:rPr sz="1189" spc="-95" dirty="0">
                <a:latin typeface="Microsoft Sans Serif"/>
                <a:cs typeface="Microsoft Sans Serif"/>
              </a:rPr>
              <a:t>1</a:t>
            </a:r>
            <a:endParaRPr sz="1189">
              <a:latin typeface="Microsoft Sans Serif"/>
              <a:cs typeface="Microsoft Sans Serif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8386976" y="2793250"/>
            <a:ext cx="235649" cy="222765"/>
          </a:xfrm>
          <a:prstGeom prst="rect">
            <a:avLst/>
          </a:prstGeom>
        </p:spPr>
        <p:txBody>
          <a:bodyPr vert="horz" wrap="square" lIns="0" tIns="27190" rIns="0" bIns="0" rtlCol="0">
            <a:spAutoFit/>
          </a:bodyPr>
          <a:lstStyle/>
          <a:p>
            <a:pPr>
              <a:spcBef>
                <a:spcPts val="214"/>
              </a:spcBef>
            </a:pPr>
            <a:r>
              <a:rPr sz="1269" spc="-95" dirty="0">
                <a:latin typeface="Lucida Sans Unicode"/>
                <a:cs typeface="Lucida Sans Unicode"/>
              </a:rPr>
              <a:t>−</a:t>
            </a:r>
            <a:r>
              <a:rPr sz="1189" spc="-95" dirty="0">
                <a:latin typeface="Microsoft Sans Serif"/>
                <a:cs typeface="Microsoft Sans Serif"/>
              </a:rPr>
              <a:t>2</a:t>
            </a:r>
            <a:endParaRPr sz="1189">
              <a:latin typeface="Microsoft Sans Serif"/>
              <a:cs typeface="Microsoft Sans Serif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8298012" y="2455148"/>
            <a:ext cx="413897" cy="385467"/>
          </a:xfrm>
          <a:prstGeom prst="rect">
            <a:avLst/>
          </a:prstGeom>
        </p:spPr>
        <p:txBody>
          <a:bodyPr vert="horz" wrap="square" lIns="0" tIns="188318" rIns="0" bIns="0" rtlCol="0">
            <a:spAutoFit/>
          </a:bodyPr>
          <a:lstStyle/>
          <a:p>
            <a:pPr>
              <a:spcBef>
                <a:spcPts val="1483"/>
              </a:spcBef>
              <a:tabLst>
                <a:tab pos="304128" algn="l"/>
              </a:tabLst>
            </a:pPr>
            <a:r>
              <a:rPr sz="1269" spc="403" dirty="0">
                <a:latin typeface="Sitka Banner"/>
                <a:cs typeface="Sitka Banner"/>
              </a:rPr>
              <a:t> 	 </a:t>
            </a:r>
            <a:endParaRPr sz="1269">
              <a:latin typeface="Sitka Banner"/>
              <a:cs typeface="Sitka Banner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6767392" y="3659880"/>
            <a:ext cx="988922" cy="166712"/>
          </a:xfrm>
          <a:prstGeom prst="rect">
            <a:avLst/>
          </a:prstGeom>
          <a:solidFill>
            <a:srgbClr val="7F7FFF"/>
          </a:solidFill>
        </p:spPr>
        <p:txBody>
          <a:bodyPr vert="horz" wrap="square" lIns="0" tIns="0" rIns="0" bIns="0" rtlCol="0">
            <a:spAutoFit/>
          </a:bodyPr>
          <a:lstStyle/>
          <a:p>
            <a:pPr marL="50352">
              <a:lnSpc>
                <a:spcPts val="1316"/>
              </a:lnSpc>
            </a:pPr>
            <a:r>
              <a:rPr sz="1784" i="1" spc="-11" baseline="-22222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872" spc="-8" dirty="0">
                <a:solidFill>
                  <a:srgbClr val="FFFFFF"/>
                </a:solidFill>
                <a:latin typeface="Lucida Sans Unicode"/>
                <a:cs typeface="Lucida Sans Unicode"/>
              </a:rPr>
              <a:t>[</a:t>
            </a:r>
            <a:r>
              <a:rPr sz="793" spc="-8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r>
              <a:rPr sz="872" spc="-8" dirty="0">
                <a:solidFill>
                  <a:srgbClr val="FFFFFF"/>
                </a:solidFill>
                <a:latin typeface="Lucida Sans Unicode"/>
                <a:cs typeface="Lucida Sans Unicode"/>
              </a:rPr>
              <a:t>]</a:t>
            </a:r>
            <a:r>
              <a:rPr sz="872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3" spc="119" baseline="-20833" dirty="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sz="1903" spc="-95" baseline="-208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903" i="1" spc="24" baseline="-20833" dirty="0">
                <a:solidFill>
                  <a:srgbClr val="FFFFFF"/>
                </a:solidFill>
                <a:latin typeface="Verdana"/>
                <a:cs typeface="Verdana"/>
              </a:rPr>
              <a:t>σ</a:t>
            </a:r>
            <a:r>
              <a:rPr sz="1903" spc="24" baseline="-20833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1784" i="1" spc="24" baseline="-22222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872" spc="16" dirty="0">
                <a:solidFill>
                  <a:srgbClr val="FFFFFF"/>
                </a:solidFill>
                <a:latin typeface="Lucida Sans Unicode"/>
                <a:cs typeface="Lucida Sans Unicode"/>
              </a:rPr>
              <a:t>[</a:t>
            </a:r>
            <a:r>
              <a:rPr sz="793" spc="16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r>
              <a:rPr sz="872" spc="16" dirty="0">
                <a:solidFill>
                  <a:srgbClr val="FFFFFF"/>
                </a:solidFill>
                <a:latin typeface="Lucida Sans Unicode"/>
                <a:cs typeface="Lucida Sans Unicode"/>
              </a:rPr>
              <a:t>]</a:t>
            </a:r>
            <a:r>
              <a:rPr sz="1903" spc="24" baseline="-20833" dirty="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endParaRPr sz="1903" baseline="-20833">
              <a:latin typeface="Tahoma"/>
              <a:cs typeface="Tahoma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8223840" y="3567637"/>
            <a:ext cx="473313" cy="473313"/>
            <a:chOff x="4224621" y="1709843"/>
            <a:chExt cx="298450" cy="298450"/>
          </a:xfrm>
        </p:grpSpPr>
        <p:sp>
          <p:nvSpPr>
            <p:cNvPr id="96" name="object 96"/>
            <p:cNvSpPr/>
            <p:nvPr/>
          </p:nvSpPr>
          <p:spPr>
            <a:xfrm>
              <a:off x="4226526" y="1711748"/>
              <a:ext cx="294640" cy="294640"/>
            </a:xfrm>
            <a:custGeom>
              <a:avLst/>
              <a:gdLst/>
              <a:ahLst/>
              <a:cxnLst/>
              <a:rect l="l" t="t" r="r" b="b"/>
              <a:pathLst>
                <a:path w="294639" h="294639">
                  <a:moveTo>
                    <a:pt x="147280" y="0"/>
                  </a:moveTo>
                  <a:lnTo>
                    <a:pt x="100728" y="7508"/>
                  </a:lnTo>
                  <a:lnTo>
                    <a:pt x="60298" y="28416"/>
                  </a:lnTo>
                  <a:lnTo>
                    <a:pt x="28416" y="60298"/>
                  </a:lnTo>
                  <a:lnTo>
                    <a:pt x="7508" y="100728"/>
                  </a:lnTo>
                  <a:lnTo>
                    <a:pt x="0" y="147280"/>
                  </a:lnTo>
                  <a:lnTo>
                    <a:pt x="7508" y="193833"/>
                  </a:lnTo>
                  <a:lnTo>
                    <a:pt x="28416" y="234263"/>
                  </a:lnTo>
                  <a:lnTo>
                    <a:pt x="60298" y="266144"/>
                  </a:lnTo>
                  <a:lnTo>
                    <a:pt x="100728" y="287052"/>
                  </a:lnTo>
                  <a:lnTo>
                    <a:pt x="147280" y="294561"/>
                  </a:lnTo>
                  <a:lnTo>
                    <a:pt x="193833" y="287052"/>
                  </a:lnTo>
                  <a:lnTo>
                    <a:pt x="234263" y="266144"/>
                  </a:lnTo>
                  <a:lnTo>
                    <a:pt x="266144" y="234263"/>
                  </a:lnTo>
                  <a:lnTo>
                    <a:pt x="287052" y="193833"/>
                  </a:lnTo>
                  <a:lnTo>
                    <a:pt x="294561" y="147280"/>
                  </a:lnTo>
                  <a:lnTo>
                    <a:pt x="287052" y="100728"/>
                  </a:lnTo>
                  <a:lnTo>
                    <a:pt x="266144" y="60298"/>
                  </a:lnTo>
                  <a:lnTo>
                    <a:pt x="234263" y="28416"/>
                  </a:lnTo>
                  <a:lnTo>
                    <a:pt x="193833" y="7508"/>
                  </a:lnTo>
                  <a:lnTo>
                    <a:pt x="147280" y="0"/>
                  </a:lnTo>
                  <a:close/>
                </a:path>
              </a:pathLst>
            </a:custGeom>
            <a:solidFill>
              <a:srgbClr val="F2E5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4226526" y="1711748"/>
              <a:ext cx="294640" cy="294640"/>
            </a:xfrm>
            <a:custGeom>
              <a:avLst/>
              <a:gdLst/>
              <a:ahLst/>
              <a:cxnLst/>
              <a:rect l="l" t="t" r="r" b="b"/>
              <a:pathLst>
                <a:path w="294639" h="294639">
                  <a:moveTo>
                    <a:pt x="294561" y="147280"/>
                  </a:moveTo>
                  <a:lnTo>
                    <a:pt x="287052" y="100728"/>
                  </a:lnTo>
                  <a:lnTo>
                    <a:pt x="266144" y="60298"/>
                  </a:lnTo>
                  <a:lnTo>
                    <a:pt x="234263" y="28416"/>
                  </a:lnTo>
                  <a:lnTo>
                    <a:pt x="193833" y="7508"/>
                  </a:lnTo>
                  <a:lnTo>
                    <a:pt x="147280" y="0"/>
                  </a:lnTo>
                  <a:lnTo>
                    <a:pt x="100728" y="7508"/>
                  </a:lnTo>
                  <a:lnTo>
                    <a:pt x="60298" y="28416"/>
                  </a:lnTo>
                  <a:lnTo>
                    <a:pt x="28416" y="60298"/>
                  </a:lnTo>
                  <a:lnTo>
                    <a:pt x="7508" y="100728"/>
                  </a:lnTo>
                  <a:lnTo>
                    <a:pt x="0" y="147280"/>
                  </a:lnTo>
                  <a:lnTo>
                    <a:pt x="7508" y="193833"/>
                  </a:lnTo>
                  <a:lnTo>
                    <a:pt x="28416" y="234263"/>
                  </a:lnTo>
                  <a:lnTo>
                    <a:pt x="60298" y="266144"/>
                  </a:lnTo>
                  <a:lnTo>
                    <a:pt x="100728" y="287052"/>
                  </a:lnTo>
                  <a:lnTo>
                    <a:pt x="147280" y="294561"/>
                  </a:lnTo>
                  <a:lnTo>
                    <a:pt x="193833" y="287052"/>
                  </a:lnTo>
                  <a:lnTo>
                    <a:pt x="234263" y="266144"/>
                  </a:lnTo>
                  <a:lnTo>
                    <a:pt x="266144" y="234263"/>
                  </a:lnTo>
                  <a:lnTo>
                    <a:pt x="287052" y="193833"/>
                  </a:lnTo>
                  <a:lnTo>
                    <a:pt x="294561" y="147280"/>
                  </a:lnTo>
                  <a:close/>
                </a:path>
              </a:pathLst>
            </a:custGeom>
            <a:ln w="35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8251646" y="3643930"/>
            <a:ext cx="410874" cy="203401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60423">
              <a:spcBef>
                <a:spcPts val="159"/>
              </a:spcBef>
            </a:pPr>
            <a:r>
              <a:rPr sz="1784" i="1" baseline="-22222" dirty="0">
                <a:latin typeface="Arial"/>
                <a:cs typeface="Arial"/>
              </a:rPr>
              <a:t>W</a:t>
            </a:r>
            <a:r>
              <a:rPr sz="1784" i="1" spc="-262" baseline="-22222" dirty="0">
                <a:latin typeface="Arial"/>
                <a:cs typeface="Arial"/>
              </a:rPr>
              <a:t> </a:t>
            </a:r>
            <a:r>
              <a:rPr sz="872" spc="-16" dirty="0">
                <a:latin typeface="Lucida Sans Unicode"/>
                <a:cs typeface="Lucida Sans Unicode"/>
              </a:rPr>
              <a:t>[</a:t>
            </a:r>
            <a:r>
              <a:rPr sz="793" dirty="0">
                <a:latin typeface="Microsoft Sans Serif"/>
                <a:cs typeface="Microsoft Sans Serif"/>
              </a:rPr>
              <a:t>2</a:t>
            </a:r>
            <a:r>
              <a:rPr sz="872" spc="-16" dirty="0">
                <a:latin typeface="Lucida Sans Unicode"/>
                <a:cs typeface="Lucida Sans Unicode"/>
              </a:rPr>
              <a:t>]</a:t>
            </a:r>
            <a:endParaRPr sz="872">
              <a:latin typeface="Lucida Sans Unicode"/>
              <a:cs typeface="Lucida Sans Unicode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8853276" y="3651836"/>
            <a:ext cx="813695" cy="305136"/>
          </a:xfrm>
          <a:custGeom>
            <a:avLst/>
            <a:gdLst/>
            <a:ahLst/>
            <a:cxnLst/>
            <a:rect l="l" t="t" r="r" b="b"/>
            <a:pathLst>
              <a:path w="513079" h="192405">
                <a:moveTo>
                  <a:pt x="512595" y="0"/>
                </a:moveTo>
                <a:lnTo>
                  <a:pt x="0" y="0"/>
                </a:lnTo>
                <a:lnTo>
                  <a:pt x="0" y="192186"/>
                </a:lnTo>
                <a:lnTo>
                  <a:pt x="512595" y="192186"/>
                </a:lnTo>
                <a:lnTo>
                  <a:pt x="512595" y="0"/>
                </a:lnTo>
                <a:close/>
              </a:path>
            </a:pathLst>
          </a:custGeom>
          <a:solidFill>
            <a:srgbClr val="F2E5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8883664" y="3521121"/>
            <a:ext cx="110775" cy="222765"/>
          </a:xfrm>
          <a:prstGeom prst="rect">
            <a:avLst/>
          </a:prstGeom>
        </p:spPr>
        <p:txBody>
          <a:bodyPr vert="horz" wrap="square" lIns="0" tIns="27190" rIns="0" bIns="0" rtlCol="0">
            <a:spAutoFit/>
          </a:bodyPr>
          <a:lstStyle/>
          <a:p>
            <a:pPr marL="20141">
              <a:spcBef>
                <a:spcPts val="214"/>
              </a:spcBef>
            </a:pPr>
            <a:r>
              <a:rPr sz="1269" spc="262" dirty="0">
                <a:latin typeface="Sitka Banner"/>
                <a:cs typeface="Sitka Banner"/>
              </a:rPr>
              <a:t> </a:t>
            </a:r>
            <a:endParaRPr sz="1269">
              <a:latin typeface="Sitka Banner"/>
              <a:cs typeface="Sitka Banner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8953889" y="3656243"/>
            <a:ext cx="612285" cy="222765"/>
          </a:xfrm>
          <a:prstGeom prst="rect">
            <a:avLst/>
          </a:prstGeom>
        </p:spPr>
        <p:txBody>
          <a:bodyPr vert="horz" wrap="square" lIns="0" tIns="27190" rIns="0" bIns="0" rtlCol="0">
            <a:spAutoFit/>
          </a:bodyPr>
          <a:lstStyle/>
          <a:p>
            <a:pPr marL="20141">
              <a:spcBef>
                <a:spcPts val="214"/>
              </a:spcBef>
            </a:pPr>
            <a:r>
              <a:rPr sz="1269" spc="-95" dirty="0">
                <a:latin typeface="Lucida Sans Unicode"/>
                <a:cs typeface="Lucida Sans Unicode"/>
              </a:rPr>
              <a:t>−</a:t>
            </a:r>
            <a:r>
              <a:rPr sz="1189" spc="-95" dirty="0">
                <a:latin typeface="Microsoft Sans Serif"/>
                <a:cs typeface="Microsoft Sans Serif"/>
              </a:rPr>
              <a:t>3</a:t>
            </a:r>
            <a:r>
              <a:rPr sz="1189" spc="460" dirty="0">
                <a:latin typeface="Microsoft Sans Serif"/>
                <a:cs typeface="Microsoft Sans Serif"/>
              </a:rPr>
              <a:t> </a:t>
            </a:r>
            <a:r>
              <a:rPr sz="1269" spc="-95" dirty="0">
                <a:latin typeface="Lucida Sans Unicode"/>
                <a:cs typeface="Lucida Sans Unicode"/>
              </a:rPr>
              <a:t>−</a:t>
            </a:r>
            <a:r>
              <a:rPr sz="1189" spc="-95" dirty="0">
                <a:latin typeface="Microsoft Sans Serif"/>
                <a:cs typeface="Microsoft Sans Serif"/>
              </a:rPr>
              <a:t>2</a:t>
            </a:r>
            <a:endParaRPr sz="1189">
              <a:latin typeface="Microsoft Sans Serif"/>
              <a:cs typeface="Microsoft Sans Serif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9525225" y="3521121"/>
            <a:ext cx="110775" cy="222765"/>
          </a:xfrm>
          <a:prstGeom prst="rect">
            <a:avLst/>
          </a:prstGeom>
        </p:spPr>
        <p:txBody>
          <a:bodyPr vert="horz" wrap="square" lIns="0" tIns="27190" rIns="0" bIns="0" rtlCol="0">
            <a:spAutoFit/>
          </a:bodyPr>
          <a:lstStyle/>
          <a:p>
            <a:pPr marL="20141">
              <a:spcBef>
                <a:spcPts val="214"/>
              </a:spcBef>
            </a:pPr>
            <a:r>
              <a:rPr sz="1269" spc="262" dirty="0">
                <a:latin typeface="Sitka Banner"/>
                <a:cs typeface="Sitka Banner"/>
              </a:rPr>
              <a:t> </a:t>
            </a:r>
            <a:endParaRPr sz="1269">
              <a:latin typeface="Sitka Banner"/>
              <a:cs typeface="Sitka Banner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7202531" y="4230329"/>
            <a:ext cx="1248740" cy="166712"/>
          </a:xfrm>
          <a:prstGeom prst="rect">
            <a:avLst/>
          </a:prstGeom>
          <a:solidFill>
            <a:srgbClr val="7F7FFF"/>
          </a:solidFill>
        </p:spPr>
        <p:txBody>
          <a:bodyPr vert="horz" wrap="square" lIns="0" tIns="0" rIns="0" bIns="0" rtlCol="0">
            <a:spAutoFit/>
          </a:bodyPr>
          <a:lstStyle/>
          <a:p>
            <a:pPr marL="50352">
              <a:lnSpc>
                <a:spcPts val="1316"/>
              </a:lnSpc>
            </a:pPr>
            <a:r>
              <a:rPr sz="1784" i="1" baseline="-22222" dirty="0">
                <a:solidFill>
                  <a:srgbClr val="FFFFFF"/>
                </a:solidFill>
                <a:latin typeface="Arial"/>
                <a:cs typeface="Arial"/>
              </a:rPr>
              <a:t>prod</a:t>
            </a:r>
            <a:r>
              <a:rPr sz="1784" i="1" spc="225" baseline="-22222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3" spc="119" baseline="-20833" dirty="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sz="1903" spc="-48" baseline="-208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84" i="1" baseline="-22222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1784" i="1" spc="-262" baseline="-22222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72" spc="-16" dirty="0">
                <a:solidFill>
                  <a:srgbClr val="FFFFFF"/>
                </a:solidFill>
                <a:latin typeface="Lucida Sans Unicode"/>
                <a:cs typeface="Lucida Sans Unicode"/>
              </a:rPr>
              <a:t>[</a:t>
            </a:r>
            <a:r>
              <a:rPr sz="793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r>
              <a:rPr sz="872" spc="-16" dirty="0">
                <a:solidFill>
                  <a:srgbClr val="FFFFFF"/>
                </a:solidFill>
                <a:latin typeface="Lucida Sans Unicode"/>
                <a:cs typeface="Lucida Sans Unicode"/>
              </a:rPr>
              <a:t>]</a:t>
            </a:r>
            <a:r>
              <a:rPr sz="872" spc="230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1784" i="1" baseline="-22222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872" spc="-16" dirty="0">
                <a:solidFill>
                  <a:srgbClr val="FFFFFF"/>
                </a:solidFill>
                <a:latin typeface="Lucida Sans Unicode"/>
                <a:cs typeface="Lucida Sans Unicode"/>
              </a:rPr>
              <a:t>[</a:t>
            </a:r>
            <a:r>
              <a:rPr sz="793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r>
              <a:rPr sz="872" spc="-16" dirty="0">
                <a:solidFill>
                  <a:srgbClr val="FFFFFF"/>
                </a:solidFill>
                <a:latin typeface="Lucida Sans Unicode"/>
                <a:cs typeface="Lucida Sans Unicode"/>
              </a:rPr>
              <a:t>]</a:t>
            </a:r>
            <a:endParaRPr sz="872">
              <a:latin typeface="Lucida Sans Unicode"/>
              <a:cs typeface="Lucida Sans Unicode"/>
            </a:endParaRPr>
          </a:p>
        </p:txBody>
      </p:sp>
      <p:grpSp>
        <p:nvGrpSpPr>
          <p:cNvPr id="104" name="object 104"/>
          <p:cNvGrpSpPr/>
          <p:nvPr/>
        </p:nvGrpSpPr>
        <p:grpSpPr>
          <a:xfrm>
            <a:off x="8819314" y="4163111"/>
            <a:ext cx="412890" cy="412890"/>
            <a:chOff x="4600101" y="2085323"/>
            <a:chExt cx="260350" cy="260350"/>
          </a:xfrm>
        </p:grpSpPr>
        <p:sp>
          <p:nvSpPr>
            <p:cNvPr id="105" name="object 105"/>
            <p:cNvSpPr/>
            <p:nvPr/>
          </p:nvSpPr>
          <p:spPr>
            <a:xfrm>
              <a:off x="4602006" y="2087228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39" h="256539">
                  <a:moveTo>
                    <a:pt x="128187" y="0"/>
                  </a:moveTo>
                  <a:lnTo>
                    <a:pt x="78290" y="10073"/>
                  </a:lnTo>
                  <a:lnTo>
                    <a:pt x="37544" y="37544"/>
                  </a:lnTo>
                  <a:lnTo>
                    <a:pt x="10073" y="78290"/>
                  </a:lnTo>
                  <a:lnTo>
                    <a:pt x="0" y="128187"/>
                  </a:lnTo>
                  <a:lnTo>
                    <a:pt x="10073" y="178083"/>
                  </a:lnTo>
                  <a:lnTo>
                    <a:pt x="37544" y="218829"/>
                  </a:lnTo>
                  <a:lnTo>
                    <a:pt x="78290" y="246300"/>
                  </a:lnTo>
                  <a:lnTo>
                    <a:pt x="128187" y="256374"/>
                  </a:lnTo>
                  <a:lnTo>
                    <a:pt x="178083" y="246300"/>
                  </a:lnTo>
                  <a:lnTo>
                    <a:pt x="218829" y="218829"/>
                  </a:lnTo>
                  <a:lnTo>
                    <a:pt x="246300" y="178083"/>
                  </a:lnTo>
                  <a:lnTo>
                    <a:pt x="256374" y="128187"/>
                  </a:lnTo>
                  <a:lnTo>
                    <a:pt x="246300" y="78290"/>
                  </a:lnTo>
                  <a:lnTo>
                    <a:pt x="218829" y="37544"/>
                  </a:lnTo>
                  <a:lnTo>
                    <a:pt x="178083" y="10073"/>
                  </a:lnTo>
                  <a:lnTo>
                    <a:pt x="128187" y="0"/>
                  </a:lnTo>
                  <a:close/>
                </a:path>
              </a:pathLst>
            </a:custGeom>
            <a:solidFill>
              <a:srgbClr val="F2E5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4602006" y="2087228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39" h="256539">
                  <a:moveTo>
                    <a:pt x="256374" y="128187"/>
                  </a:moveTo>
                  <a:lnTo>
                    <a:pt x="246300" y="78290"/>
                  </a:lnTo>
                  <a:lnTo>
                    <a:pt x="218829" y="37544"/>
                  </a:lnTo>
                  <a:lnTo>
                    <a:pt x="178083" y="10073"/>
                  </a:lnTo>
                  <a:lnTo>
                    <a:pt x="128187" y="0"/>
                  </a:lnTo>
                  <a:lnTo>
                    <a:pt x="78290" y="10073"/>
                  </a:lnTo>
                  <a:lnTo>
                    <a:pt x="37544" y="37544"/>
                  </a:lnTo>
                  <a:lnTo>
                    <a:pt x="10073" y="78290"/>
                  </a:lnTo>
                  <a:lnTo>
                    <a:pt x="0" y="128187"/>
                  </a:lnTo>
                  <a:lnTo>
                    <a:pt x="10073" y="178083"/>
                  </a:lnTo>
                  <a:lnTo>
                    <a:pt x="37544" y="218829"/>
                  </a:lnTo>
                  <a:lnTo>
                    <a:pt x="78290" y="246300"/>
                  </a:lnTo>
                  <a:lnTo>
                    <a:pt x="128187" y="256374"/>
                  </a:lnTo>
                  <a:lnTo>
                    <a:pt x="178083" y="246300"/>
                  </a:lnTo>
                  <a:lnTo>
                    <a:pt x="218829" y="218829"/>
                  </a:lnTo>
                  <a:lnTo>
                    <a:pt x="246300" y="178083"/>
                  </a:lnTo>
                  <a:lnTo>
                    <a:pt x="256374" y="128187"/>
                  </a:lnTo>
                  <a:close/>
                </a:path>
              </a:pathLst>
            </a:custGeom>
            <a:ln w="35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7" name="object 107"/>
          <p:cNvSpPr txBox="1"/>
          <p:nvPr/>
        </p:nvSpPr>
        <p:spPr>
          <a:xfrm>
            <a:off x="8854532" y="4207863"/>
            <a:ext cx="335346" cy="203401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60423">
              <a:spcBef>
                <a:spcPts val="159"/>
              </a:spcBef>
            </a:pPr>
            <a:r>
              <a:rPr sz="1784" i="1" baseline="-22222" dirty="0">
                <a:latin typeface="Arial"/>
                <a:cs typeface="Arial"/>
              </a:rPr>
              <a:t>b</a:t>
            </a:r>
            <a:r>
              <a:rPr sz="872" dirty="0">
                <a:latin typeface="Lucida Sans Unicode"/>
                <a:cs typeface="Lucida Sans Unicode"/>
              </a:rPr>
              <a:t>[</a:t>
            </a:r>
            <a:r>
              <a:rPr sz="793" dirty="0">
                <a:latin typeface="Microsoft Sans Serif"/>
                <a:cs typeface="Microsoft Sans Serif"/>
              </a:rPr>
              <a:t>2</a:t>
            </a:r>
            <a:r>
              <a:rPr sz="872" dirty="0">
                <a:latin typeface="Lucida Sans Unicode"/>
                <a:cs typeface="Lucida Sans Unicode"/>
              </a:rPr>
              <a:t>]</a:t>
            </a:r>
            <a:endParaRPr sz="872">
              <a:latin typeface="Lucida Sans Unicode"/>
              <a:cs typeface="Lucida Sans Unicode"/>
            </a:endParaRPr>
          </a:p>
        </p:txBody>
      </p:sp>
      <p:grpSp>
        <p:nvGrpSpPr>
          <p:cNvPr id="108" name="object 108"/>
          <p:cNvGrpSpPr/>
          <p:nvPr/>
        </p:nvGrpSpPr>
        <p:grpSpPr>
          <a:xfrm>
            <a:off x="7749306" y="4217031"/>
            <a:ext cx="2039273" cy="856998"/>
            <a:chOff x="3925400" y="2119322"/>
            <a:chExt cx="1285875" cy="540385"/>
          </a:xfrm>
        </p:grpSpPr>
        <p:sp>
          <p:nvSpPr>
            <p:cNvPr id="109" name="object 109"/>
            <p:cNvSpPr/>
            <p:nvPr/>
          </p:nvSpPr>
          <p:spPr>
            <a:xfrm>
              <a:off x="5005441" y="2119322"/>
              <a:ext cx="205740" cy="192405"/>
            </a:xfrm>
            <a:custGeom>
              <a:avLst/>
              <a:gdLst/>
              <a:ahLst/>
              <a:cxnLst/>
              <a:rect l="l" t="t" r="r" b="b"/>
              <a:pathLst>
                <a:path w="205739" h="192405">
                  <a:moveTo>
                    <a:pt x="205514" y="0"/>
                  </a:moveTo>
                  <a:lnTo>
                    <a:pt x="0" y="0"/>
                  </a:lnTo>
                  <a:lnTo>
                    <a:pt x="0" y="192186"/>
                  </a:lnTo>
                  <a:lnTo>
                    <a:pt x="205514" y="192186"/>
                  </a:lnTo>
                  <a:lnTo>
                    <a:pt x="205514" y="0"/>
                  </a:lnTo>
                  <a:close/>
                </a:path>
              </a:pathLst>
            </a:custGeom>
            <a:solidFill>
              <a:srgbClr val="F2E5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925400" y="2484094"/>
              <a:ext cx="810895" cy="175895"/>
            </a:xfrm>
            <a:custGeom>
              <a:avLst/>
              <a:gdLst/>
              <a:ahLst/>
              <a:cxnLst/>
              <a:rect l="l" t="t" r="r" b="b"/>
              <a:pathLst>
                <a:path w="810895" h="175894">
                  <a:moveTo>
                    <a:pt x="810341" y="0"/>
                  </a:moveTo>
                  <a:lnTo>
                    <a:pt x="0" y="0"/>
                  </a:lnTo>
                  <a:lnTo>
                    <a:pt x="0" y="175416"/>
                  </a:lnTo>
                  <a:lnTo>
                    <a:pt x="810341" y="175416"/>
                  </a:lnTo>
                  <a:lnTo>
                    <a:pt x="810341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1" name="object 111"/>
          <p:cNvSpPr txBox="1"/>
          <p:nvPr/>
        </p:nvSpPr>
        <p:spPr>
          <a:xfrm>
            <a:off x="7709023" y="4802791"/>
            <a:ext cx="1366563" cy="222765"/>
          </a:xfrm>
          <a:prstGeom prst="rect">
            <a:avLst/>
          </a:prstGeom>
        </p:spPr>
        <p:txBody>
          <a:bodyPr vert="horz" wrap="square" lIns="0" tIns="27190" rIns="0" bIns="0" rtlCol="0">
            <a:spAutoFit/>
          </a:bodyPr>
          <a:lstStyle/>
          <a:p>
            <a:pPr marL="90634">
              <a:spcBef>
                <a:spcPts val="214"/>
              </a:spcBef>
            </a:pPr>
            <a:r>
              <a:rPr sz="1189" i="1" spc="79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308" spc="-24" baseline="30303" dirty="0">
                <a:solidFill>
                  <a:srgbClr val="FFFFFF"/>
                </a:solidFill>
                <a:latin typeface="Lucida Sans Unicode"/>
                <a:cs typeface="Lucida Sans Unicode"/>
              </a:rPr>
              <a:t>[</a:t>
            </a:r>
            <a:r>
              <a:rPr sz="1189" baseline="33333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r>
              <a:rPr sz="1308" spc="-24" baseline="30303" dirty="0">
                <a:solidFill>
                  <a:srgbClr val="FFFFFF"/>
                </a:solidFill>
                <a:latin typeface="Lucida Sans Unicode"/>
                <a:cs typeface="Lucida Sans Unicode"/>
              </a:rPr>
              <a:t>]</a:t>
            </a:r>
            <a:r>
              <a:rPr sz="1308" baseline="30303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08" spc="-201" baseline="30303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69" spc="79" dirty="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sz="1269" spc="-3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89" i="1" dirty="0">
                <a:solidFill>
                  <a:srgbClr val="FFFFFF"/>
                </a:solidFill>
                <a:latin typeface="Arial"/>
                <a:cs typeface="Arial"/>
              </a:rPr>
              <a:t>prod</a:t>
            </a:r>
            <a:r>
              <a:rPr sz="1189" i="1" spc="7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69" spc="79" dirty="0">
                <a:solidFill>
                  <a:srgbClr val="FFFFFF"/>
                </a:solidFill>
                <a:latin typeface="Tahoma"/>
                <a:cs typeface="Tahoma"/>
              </a:rPr>
              <a:t>+</a:t>
            </a:r>
            <a:r>
              <a:rPr sz="1269" spc="-10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89" i="1" spc="32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1308" spc="-24" baseline="30303" dirty="0">
                <a:solidFill>
                  <a:srgbClr val="FFFFFF"/>
                </a:solidFill>
                <a:latin typeface="Lucida Sans Unicode"/>
                <a:cs typeface="Lucida Sans Unicode"/>
              </a:rPr>
              <a:t>[</a:t>
            </a:r>
            <a:r>
              <a:rPr sz="1189" baseline="33333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r>
              <a:rPr sz="1308" spc="-24" baseline="30303" dirty="0">
                <a:solidFill>
                  <a:srgbClr val="FFFFFF"/>
                </a:solidFill>
                <a:latin typeface="Lucida Sans Unicode"/>
                <a:cs typeface="Lucida Sans Unicode"/>
              </a:rPr>
              <a:t>]</a:t>
            </a:r>
            <a:endParaRPr sz="1308" baseline="30303">
              <a:latin typeface="Lucida Sans Unicode"/>
              <a:cs typeface="Lucida Sans Unicode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7897782" y="5189921"/>
            <a:ext cx="988922" cy="166712"/>
          </a:xfrm>
          <a:prstGeom prst="rect">
            <a:avLst/>
          </a:prstGeom>
          <a:solidFill>
            <a:srgbClr val="7F7FFF"/>
          </a:solidFill>
        </p:spPr>
        <p:txBody>
          <a:bodyPr vert="horz" wrap="square" lIns="0" tIns="0" rIns="0" bIns="0" rtlCol="0">
            <a:spAutoFit/>
          </a:bodyPr>
          <a:lstStyle/>
          <a:p>
            <a:pPr marL="50352">
              <a:lnSpc>
                <a:spcPts val="1316"/>
              </a:lnSpc>
            </a:pPr>
            <a:r>
              <a:rPr sz="1784" i="1" spc="-11" baseline="-22222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872" spc="-8" dirty="0">
                <a:solidFill>
                  <a:srgbClr val="FFFFFF"/>
                </a:solidFill>
                <a:latin typeface="Lucida Sans Unicode"/>
                <a:cs typeface="Lucida Sans Unicode"/>
              </a:rPr>
              <a:t>[</a:t>
            </a:r>
            <a:r>
              <a:rPr sz="793" spc="-8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r>
              <a:rPr sz="872" spc="-8" dirty="0">
                <a:solidFill>
                  <a:srgbClr val="FFFFFF"/>
                </a:solidFill>
                <a:latin typeface="Lucida Sans Unicode"/>
                <a:cs typeface="Lucida Sans Unicode"/>
              </a:rPr>
              <a:t>]</a:t>
            </a:r>
            <a:r>
              <a:rPr sz="872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3" spc="119" baseline="-20833" dirty="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sz="1903" spc="-95" baseline="-208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903" i="1" spc="24" baseline="-20833" dirty="0">
                <a:solidFill>
                  <a:srgbClr val="FFFFFF"/>
                </a:solidFill>
                <a:latin typeface="Verdana"/>
                <a:cs typeface="Verdana"/>
              </a:rPr>
              <a:t>σ</a:t>
            </a:r>
            <a:r>
              <a:rPr sz="1903" spc="24" baseline="-20833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1784" i="1" spc="24" baseline="-22222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872" spc="16" dirty="0">
                <a:solidFill>
                  <a:srgbClr val="FFFFFF"/>
                </a:solidFill>
                <a:latin typeface="Lucida Sans Unicode"/>
                <a:cs typeface="Lucida Sans Unicode"/>
              </a:rPr>
              <a:t>[</a:t>
            </a:r>
            <a:r>
              <a:rPr sz="793" spc="16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r>
              <a:rPr sz="872" spc="16" dirty="0">
                <a:solidFill>
                  <a:srgbClr val="FFFFFF"/>
                </a:solidFill>
                <a:latin typeface="Lucida Sans Unicode"/>
                <a:cs typeface="Lucida Sans Unicode"/>
              </a:rPr>
              <a:t>]</a:t>
            </a:r>
            <a:r>
              <a:rPr sz="1903" spc="24" baseline="-20833" dirty="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endParaRPr sz="1903" baseline="-20833">
              <a:latin typeface="Tahoma"/>
              <a:cs typeface="Tahoma"/>
            </a:endParaRPr>
          </a:p>
        </p:txBody>
      </p:sp>
      <p:pic>
        <p:nvPicPr>
          <p:cNvPr id="113" name="object 1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28997" y="5172447"/>
            <a:ext cx="323653" cy="323653"/>
          </a:xfrm>
          <a:prstGeom prst="rect">
            <a:avLst/>
          </a:prstGeom>
        </p:spPr>
      </p:pic>
      <p:sp>
        <p:nvSpPr>
          <p:cNvPr id="114" name="object 114"/>
          <p:cNvSpPr txBox="1"/>
          <p:nvPr/>
        </p:nvSpPr>
        <p:spPr>
          <a:xfrm>
            <a:off x="9452246" y="4086309"/>
            <a:ext cx="346425" cy="1306818"/>
          </a:xfrm>
          <a:prstGeom prst="rect">
            <a:avLst/>
          </a:prstGeom>
        </p:spPr>
        <p:txBody>
          <a:bodyPr vert="horz" wrap="square" lIns="0" tIns="37261" rIns="0" bIns="0" rtlCol="0">
            <a:spAutoFit/>
          </a:bodyPr>
          <a:lstStyle/>
          <a:p>
            <a:pPr marL="60423">
              <a:spcBef>
                <a:spcPts val="293"/>
              </a:spcBef>
            </a:pPr>
            <a:r>
              <a:rPr sz="1269" spc="262" dirty="0">
                <a:latin typeface="Sitka Banner"/>
                <a:cs typeface="Sitka Banner"/>
              </a:rPr>
              <a:t> </a:t>
            </a:r>
            <a:r>
              <a:rPr sz="1784" baseline="-48148" dirty="0">
                <a:latin typeface="Microsoft Sans Serif"/>
                <a:cs typeface="Microsoft Sans Serif"/>
              </a:rPr>
              <a:t>7</a:t>
            </a:r>
            <a:r>
              <a:rPr sz="1269" spc="262" dirty="0">
                <a:latin typeface="Sitka Banner"/>
                <a:cs typeface="Sitka Banner"/>
              </a:rPr>
              <a:t> </a:t>
            </a:r>
            <a:endParaRPr sz="1269">
              <a:latin typeface="Sitka Banner"/>
              <a:cs typeface="Sitka Banner"/>
            </a:endParaRPr>
          </a:p>
          <a:p>
            <a:pPr>
              <a:spcBef>
                <a:spcPts val="48"/>
              </a:spcBef>
            </a:pPr>
            <a:endParaRPr sz="5709">
              <a:latin typeface="Sitka Banner"/>
              <a:cs typeface="Sitka Banner"/>
            </a:endParaRPr>
          </a:p>
          <a:p>
            <a:pPr marL="92647"/>
            <a:r>
              <a:rPr sz="1189" i="1" spc="-309" dirty="0">
                <a:latin typeface="Arial"/>
                <a:cs typeface="Arial"/>
              </a:rPr>
              <a:t>y</a:t>
            </a:r>
            <a:r>
              <a:rPr sz="1269" spc="-309" dirty="0">
                <a:latin typeface="Tahoma"/>
                <a:cs typeface="Tahoma"/>
              </a:rPr>
              <a:t>ˆ</a:t>
            </a:r>
            <a:endParaRPr sz="1269">
              <a:latin typeface="Tahoma"/>
              <a:cs typeface="Tahoma"/>
            </a:endParaRPr>
          </a:p>
        </p:txBody>
      </p:sp>
      <p:grpSp>
        <p:nvGrpSpPr>
          <p:cNvPr id="115" name="object 115"/>
          <p:cNvGrpSpPr/>
          <p:nvPr/>
        </p:nvGrpSpPr>
        <p:grpSpPr>
          <a:xfrm>
            <a:off x="6234727" y="2377812"/>
            <a:ext cx="3190583" cy="2986661"/>
            <a:chOff x="2970375" y="959592"/>
            <a:chExt cx="2011840" cy="1883256"/>
          </a:xfrm>
        </p:grpSpPr>
        <p:pic>
          <p:nvPicPr>
            <p:cNvPr id="116" name="object 1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70375" y="959592"/>
              <a:ext cx="203238" cy="203213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3430464" y="965762"/>
              <a:ext cx="352425" cy="192405"/>
            </a:xfrm>
            <a:custGeom>
              <a:avLst/>
              <a:gdLst/>
              <a:ahLst/>
              <a:cxnLst/>
              <a:rect l="l" t="t" r="r" b="b"/>
              <a:pathLst>
                <a:path w="352425" h="192405">
                  <a:moveTo>
                    <a:pt x="351805" y="0"/>
                  </a:moveTo>
                  <a:lnTo>
                    <a:pt x="0" y="192380"/>
                  </a:lnTo>
                </a:path>
              </a:pathLst>
            </a:custGeom>
            <a:ln w="7085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3427434" y="1135352"/>
              <a:ext cx="24130" cy="32384"/>
            </a:xfrm>
            <a:custGeom>
              <a:avLst/>
              <a:gdLst/>
              <a:ahLst/>
              <a:cxnLst/>
              <a:rect l="l" t="t" r="r" b="b"/>
              <a:pathLst>
                <a:path w="24129" h="32384">
                  <a:moveTo>
                    <a:pt x="23990" y="32324"/>
                  </a:moveTo>
                  <a:lnTo>
                    <a:pt x="19665" y="26815"/>
                  </a:lnTo>
                  <a:lnTo>
                    <a:pt x="3582" y="23800"/>
                  </a:lnTo>
                  <a:lnTo>
                    <a:pt x="0" y="24447"/>
                  </a:lnTo>
                  <a:lnTo>
                    <a:pt x="2477" y="21780"/>
                  </a:lnTo>
                  <a:lnTo>
                    <a:pt x="8617" y="6613"/>
                  </a:lnTo>
                  <a:lnTo>
                    <a:pt x="6313" y="0"/>
                  </a:lnTo>
                </a:path>
              </a:pathLst>
            </a:custGeom>
            <a:ln w="5667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9" name="object 1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47331" y="1336575"/>
              <a:ext cx="182666" cy="182618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17370" y="1333583"/>
              <a:ext cx="206601" cy="187166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3617797" y="1696505"/>
              <a:ext cx="0" cy="63500"/>
            </a:xfrm>
            <a:custGeom>
              <a:avLst/>
              <a:gdLst/>
              <a:ahLst/>
              <a:cxnLst/>
              <a:rect l="l" t="t" r="r" b="b"/>
              <a:pathLst>
                <a:path h="63500">
                  <a:moveTo>
                    <a:pt x="0" y="0"/>
                  </a:moveTo>
                  <a:lnTo>
                    <a:pt x="0" y="63442"/>
                  </a:lnTo>
                </a:path>
              </a:pathLst>
            </a:custGeom>
            <a:ln w="7085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3599376" y="1746130"/>
              <a:ext cx="37465" cy="17780"/>
            </a:xfrm>
            <a:custGeom>
              <a:avLst/>
              <a:gdLst/>
              <a:ahLst/>
              <a:cxnLst/>
              <a:rect l="l" t="t" r="r" b="b"/>
              <a:pathLst>
                <a:path w="37464" h="17780">
                  <a:moveTo>
                    <a:pt x="36843" y="0"/>
                  </a:moveTo>
                  <a:lnTo>
                    <a:pt x="29935" y="1151"/>
                  </a:lnTo>
                  <a:lnTo>
                    <a:pt x="19573" y="13816"/>
                  </a:lnTo>
                  <a:lnTo>
                    <a:pt x="18421" y="17270"/>
                  </a:lnTo>
                  <a:lnTo>
                    <a:pt x="17270" y="13816"/>
                  </a:lnTo>
                  <a:lnTo>
                    <a:pt x="6908" y="1151"/>
                  </a:lnTo>
                  <a:lnTo>
                    <a:pt x="0" y="0"/>
                  </a:lnTo>
                </a:path>
              </a:pathLst>
            </a:custGeom>
            <a:ln w="5668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3" name="object 1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07031" y="1948279"/>
              <a:ext cx="179352" cy="179305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73757" y="1954679"/>
              <a:ext cx="192351" cy="174459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60104" y="2301352"/>
              <a:ext cx="182666" cy="182618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30144" y="2298359"/>
              <a:ext cx="206601" cy="187166"/>
            </a:xfrm>
            <a:prstGeom prst="rect">
              <a:avLst/>
            </a:prstGeom>
          </p:spPr>
        </p:pic>
        <p:sp>
          <p:nvSpPr>
            <p:cNvPr id="127" name="object 127"/>
            <p:cNvSpPr/>
            <p:nvPr/>
          </p:nvSpPr>
          <p:spPr>
            <a:xfrm>
              <a:off x="4330570" y="2661281"/>
              <a:ext cx="0" cy="63500"/>
            </a:xfrm>
            <a:custGeom>
              <a:avLst/>
              <a:gdLst/>
              <a:ahLst/>
              <a:cxnLst/>
              <a:rect l="l" t="t" r="r" b="b"/>
              <a:pathLst>
                <a:path h="63500">
                  <a:moveTo>
                    <a:pt x="0" y="0"/>
                  </a:moveTo>
                  <a:lnTo>
                    <a:pt x="0" y="63442"/>
                  </a:lnTo>
                </a:path>
              </a:pathLst>
            </a:custGeom>
            <a:ln w="7085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4312149" y="2710907"/>
              <a:ext cx="37465" cy="17780"/>
            </a:xfrm>
            <a:custGeom>
              <a:avLst/>
              <a:gdLst/>
              <a:ahLst/>
              <a:cxnLst/>
              <a:rect l="l" t="t" r="r" b="b"/>
              <a:pathLst>
                <a:path w="37464" h="17780">
                  <a:moveTo>
                    <a:pt x="36843" y="0"/>
                  </a:moveTo>
                  <a:lnTo>
                    <a:pt x="29935" y="1151"/>
                  </a:lnTo>
                  <a:lnTo>
                    <a:pt x="19573" y="13816"/>
                  </a:lnTo>
                  <a:lnTo>
                    <a:pt x="18421" y="17270"/>
                  </a:lnTo>
                  <a:lnTo>
                    <a:pt x="17270" y="13816"/>
                  </a:lnTo>
                  <a:lnTo>
                    <a:pt x="6908" y="1151"/>
                  </a:lnTo>
                  <a:lnTo>
                    <a:pt x="0" y="0"/>
                  </a:lnTo>
                </a:path>
              </a:pathLst>
            </a:custGeom>
            <a:ln w="5668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4643889" y="2823805"/>
              <a:ext cx="334645" cy="0"/>
            </a:xfrm>
            <a:custGeom>
              <a:avLst/>
              <a:gdLst/>
              <a:ahLst/>
              <a:cxnLst/>
              <a:rect l="l" t="t" r="r" b="b"/>
              <a:pathLst>
                <a:path w="334645">
                  <a:moveTo>
                    <a:pt x="0" y="0"/>
                  </a:moveTo>
                  <a:lnTo>
                    <a:pt x="334362" y="0"/>
                  </a:lnTo>
                </a:path>
              </a:pathLst>
            </a:custGeom>
            <a:ln w="7085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4964435" y="2805383"/>
              <a:ext cx="17780" cy="37465"/>
            </a:xfrm>
            <a:custGeom>
              <a:avLst/>
              <a:gdLst/>
              <a:ahLst/>
              <a:cxnLst/>
              <a:rect l="l" t="t" r="r" b="b"/>
              <a:pathLst>
                <a:path w="17779" h="37464">
                  <a:moveTo>
                    <a:pt x="0" y="0"/>
                  </a:moveTo>
                  <a:lnTo>
                    <a:pt x="1151" y="6908"/>
                  </a:lnTo>
                  <a:lnTo>
                    <a:pt x="13816" y="17270"/>
                  </a:lnTo>
                  <a:lnTo>
                    <a:pt x="17270" y="18421"/>
                  </a:lnTo>
                  <a:lnTo>
                    <a:pt x="13816" y="19573"/>
                  </a:lnTo>
                  <a:lnTo>
                    <a:pt x="1151" y="29935"/>
                  </a:lnTo>
                  <a:lnTo>
                    <a:pt x="0" y="36843"/>
                  </a:lnTo>
                </a:path>
              </a:pathLst>
            </a:custGeom>
            <a:ln w="5668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xmlns="" id="{0152897E-85B0-2F4D-83C3-DC2ED7184171}"/>
                  </a:ext>
                </a:extLst>
              </p:cNvPr>
              <p:cNvSpPr/>
              <p:nvPr/>
            </p:nvSpPr>
            <p:spPr>
              <a:xfrm>
                <a:off x="8247478" y="1141920"/>
                <a:ext cx="2246577" cy="8267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x-non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[1]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x-non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[1]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x-non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[1]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x-non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[1]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x-none" dirty="0"/>
              </a:p>
            </p:txBody>
          </p:sp>
        </mc:Choice>
        <mc:Fallback xmlns=""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152897E-85B0-2F4D-83C3-DC2ED71841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477" y="1141919"/>
                <a:ext cx="2246577" cy="826701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33" name="Ink 132"/>
              <p14:cNvContentPartPr/>
              <p14:nvPr/>
            </p14:nvContentPartPr>
            <p14:xfrm>
              <a:off x="1842960" y="781920"/>
              <a:ext cx="8737920" cy="4763160"/>
            </p14:xfrm>
          </p:contentPart>
        </mc:Choice>
        <mc:Fallback>
          <p:pic>
            <p:nvPicPr>
              <p:cNvPr id="133" name="Ink 132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828200" y="767160"/>
                <a:ext cx="8763840" cy="47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34" name="Ink 133"/>
              <p14:cNvContentPartPr/>
              <p14:nvPr/>
            </p14:nvContentPartPr>
            <p14:xfrm>
              <a:off x="3450000" y="1253160"/>
              <a:ext cx="6447960" cy="2782800"/>
            </p14:xfrm>
          </p:contentPart>
        </mc:Choice>
        <mc:Fallback>
          <p:pic>
            <p:nvPicPr>
              <p:cNvPr id="134" name="Ink 133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442800" y="1242000"/>
                <a:ext cx="6463800" cy="280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111464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6929" y="324743"/>
            <a:ext cx="8697913" cy="412203"/>
          </a:xfrm>
          <a:prstGeom prst="rect">
            <a:avLst/>
          </a:prstGeom>
        </p:spPr>
        <p:txBody>
          <a:bodyPr vert="horz" wrap="square" lIns="0" tIns="24169" rIns="0" bIns="0" rtlCol="0" anchor="ctr">
            <a:spAutoFit/>
          </a:bodyPr>
          <a:lstStyle/>
          <a:p>
            <a:pPr marL="20141">
              <a:spcBef>
                <a:spcPts val="190"/>
              </a:spcBef>
            </a:pPr>
            <a:r>
              <a:rPr sz="2800" dirty="0"/>
              <a:t>Computation  Graph  for  Forward  Pass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5429" y="2061358"/>
            <a:ext cx="309013" cy="30901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84734" y="2083506"/>
            <a:ext cx="116818" cy="203337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20141">
              <a:spcBef>
                <a:spcPts val="159"/>
              </a:spcBef>
            </a:pPr>
            <a:r>
              <a:rPr sz="1189" i="1" dirty="0">
                <a:latin typeface="Arial"/>
                <a:cs typeface="Arial"/>
              </a:rPr>
              <a:t>x</a:t>
            </a:r>
            <a:endParaRPr sz="1189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668592" y="1961636"/>
            <a:ext cx="2017118" cy="508559"/>
            <a:chOff x="1352284" y="697169"/>
            <a:chExt cx="1271905" cy="320675"/>
          </a:xfrm>
        </p:grpSpPr>
        <p:sp>
          <p:nvSpPr>
            <p:cNvPr id="6" name="object 6"/>
            <p:cNvSpPr/>
            <p:nvPr/>
          </p:nvSpPr>
          <p:spPr>
            <a:xfrm>
              <a:off x="1352284" y="697169"/>
              <a:ext cx="229235" cy="320675"/>
            </a:xfrm>
            <a:custGeom>
              <a:avLst/>
              <a:gdLst/>
              <a:ahLst/>
              <a:cxnLst/>
              <a:rect l="l" t="t" r="r" b="b"/>
              <a:pathLst>
                <a:path w="229234" h="320675">
                  <a:moveTo>
                    <a:pt x="229132" y="0"/>
                  </a:moveTo>
                  <a:lnTo>
                    <a:pt x="0" y="0"/>
                  </a:lnTo>
                  <a:lnTo>
                    <a:pt x="0" y="320612"/>
                  </a:lnTo>
                  <a:lnTo>
                    <a:pt x="229132" y="320612"/>
                  </a:lnTo>
                  <a:lnTo>
                    <a:pt x="229132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27582" y="710195"/>
              <a:ext cx="294640" cy="294640"/>
            </a:xfrm>
            <a:custGeom>
              <a:avLst/>
              <a:gdLst/>
              <a:ahLst/>
              <a:cxnLst/>
              <a:rect l="l" t="t" r="r" b="b"/>
              <a:pathLst>
                <a:path w="294639" h="294640">
                  <a:moveTo>
                    <a:pt x="147280" y="0"/>
                  </a:moveTo>
                  <a:lnTo>
                    <a:pt x="100728" y="7508"/>
                  </a:lnTo>
                  <a:lnTo>
                    <a:pt x="60298" y="28416"/>
                  </a:lnTo>
                  <a:lnTo>
                    <a:pt x="28416" y="60298"/>
                  </a:lnTo>
                  <a:lnTo>
                    <a:pt x="7508" y="100728"/>
                  </a:lnTo>
                  <a:lnTo>
                    <a:pt x="0" y="147280"/>
                  </a:lnTo>
                  <a:lnTo>
                    <a:pt x="7508" y="193832"/>
                  </a:lnTo>
                  <a:lnTo>
                    <a:pt x="28416" y="234262"/>
                  </a:lnTo>
                  <a:lnTo>
                    <a:pt x="60298" y="266144"/>
                  </a:lnTo>
                  <a:lnTo>
                    <a:pt x="100728" y="287052"/>
                  </a:lnTo>
                  <a:lnTo>
                    <a:pt x="147280" y="294561"/>
                  </a:lnTo>
                  <a:lnTo>
                    <a:pt x="193832" y="287052"/>
                  </a:lnTo>
                  <a:lnTo>
                    <a:pt x="234262" y="266144"/>
                  </a:lnTo>
                  <a:lnTo>
                    <a:pt x="266144" y="234262"/>
                  </a:lnTo>
                  <a:lnTo>
                    <a:pt x="287052" y="193832"/>
                  </a:lnTo>
                  <a:lnTo>
                    <a:pt x="294561" y="147280"/>
                  </a:lnTo>
                  <a:lnTo>
                    <a:pt x="287052" y="100728"/>
                  </a:lnTo>
                  <a:lnTo>
                    <a:pt x="266144" y="60298"/>
                  </a:lnTo>
                  <a:lnTo>
                    <a:pt x="234262" y="28416"/>
                  </a:lnTo>
                  <a:lnTo>
                    <a:pt x="193832" y="7508"/>
                  </a:lnTo>
                  <a:lnTo>
                    <a:pt x="147280" y="0"/>
                  </a:lnTo>
                  <a:close/>
                </a:path>
              </a:pathLst>
            </a:custGeom>
            <a:solidFill>
              <a:srgbClr val="F2E5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27582" y="710195"/>
              <a:ext cx="294640" cy="294640"/>
            </a:xfrm>
            <a:custGeom>
              <a:avLst/>
              <a:gdLst/>
              <a:ahLst/>
              <a:cxnLst/>
              <a:rect l="l" t="t" r="r" b="b"/>
              <a:pathLst>
                <a:path w="294639" h="294640">
                  <a:moveTo>
                    <a:pt x="294561" y="147280"/>
                  </a:moveTo>
                  <a:lnTo>
                    <a:pt x="287052" y="100728"/>
                  </a:lnTo>
                  <a:lnTo>
                    <a:pt x="266144" y="60298"/>
                  </a:lnTo>
                  <a:lnTo>
                    <a:pt x="234262" y="28416"/>
                  </a:lnTo>
                  <a:lnTo>
                    <a:pt x="193832" y="7508"/>
                  </a:lnTo>
                  <a:lnTo>
                    <a:pt x="147280" y="0"/>
                  </a:lnTo>
                  <a:lnTo>
                    <a:pt x="100728" y="7508"/>
                  </a:lnTo>
                  <a:lnTo>
                    <a:pt x="60298" y="28416"/>
                  </a:lnTo>
                  <a:lnTo>
                    <a:pt x="28416" y="60298"/>
                  </a:lnTo>
                  <a:lnTo>
                    <a:pt x="7508" y="100728"/>
                  </a:lnTo>
                  <a:lnTo>
                    <a:pt x="0" y="147280"/>
                  </a:lnTo>
                  <a:lnTo>
                    <a:pt x="7508" y="193832"/>
                  </a:lnTo>
                  <a:lnTo>
                    <a:pt x="28416" y="234262"/>
                  </a:lnTo>
                  <a:lnTo>
                    <a:pt x="60298" y="266144"/>
                  </a:lnTo>
                  <a:lnTo>
                    <a:pt x="100728" y="287052"/>
                  </a:lnTo>
                  <a:lnTo>
                    <a:pt x="147280" y="294561"/>
                  </a:lnTo>
                  <a:lnTo>
                    <a:pt x="193832" y="287052"/>
                  </a:lnTo>
                  <a:lnTo>
                    <a:pt x="234262" y="266144"/>
                  </a:lnTo>
                  <a:lnTo>
                    <a:pt x="266144" y="234262"/>
                  </a:lnTo>
                  <a:lnTo>
                    <a:pt x="287052" y="193832"/>
                  </a:lnTo>
                  <a:lnTo>
                    <a:pt x="294561" y="147280"/>
                  </a:lnTo>
                  <a:close/>
                </a:path>
              </a:pathLst>
            </a:custGeom>
            <a:ln w="35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240103" y="2055576"/>
            <a:ext cx="410874" cy="203401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60423">
              <a:spcBef>
                <a:spcPts val="159"/>
              </a:spcBef>
            </a:pPr>
            <a:r>
              <a:rPr sz="1784" i="1" baseline="-22222" dirty="0">
                <a:latin typeface="Arial"/>
                <a:cs typeface="Arial"/>
              </a:rPr>
              <a:t>W</a:t>
            </a:r>
            <a:r>
              <a:rPr sz="1784" i="1" spc="-262" baseline="-22222" dirty="0">
                <a:latin typeface="Arial"/>
                <a:cs typeface="Arial"/>
              </a:rPr>
              <a:t> </a:t>
            </a:r>
            <a:r>
              <a:rPr sz="872" spc="-16" dirty="0">
                <a:latin typeface="Lucida Sans Unicode"/>
                <a:cs typeface="Lucida Sans Unicode"/>
              </a:rPr>
              <a:t>[</a:t>
            </a:r>
            <a:r>
              <a:rPr sz="793" dirty="0">
                <a:latin typeface="Microsoft Sans Serif"/>
                <a:cs typeface="Microsoft Sans Serif"/>
              </a:rPr>
              <a:t>1</a:t>
            </a:r>
            <a:r>
              <a:rPr sz="872" spc="-16" dirty="0">
                <a:latin typeface="Lucida Sans Unicode"/>
                <a:cs typeface="Lucida Sans Unicode"/>
              </a:rPr>
              <a:t>]</a:t>
            </a:r>
            <a:endParaRPr sz="872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54280" y="1961636"/>
            <a:ext cx="589123" cy="508559"/>
          </a:xfrm>
          <a:custGeom>
            <a:avLst/>
            <a:gdLst/>
            <a:ahLst/>
            <a:cxnLst/>
            <a:rect l="l" t="t" r="r" b="b"/>
            <a:pathLst>
              <a:path w="371475" h="320675">
                <a:moveTo>
                  <a:pt x="370884" y="0"/>
                </a:moveTo>
                <a:lnTo>
                  <a:pt x="0" y="0"/>
                </a:lnTo>
                <a:lnTo>
                  <a:pt x="0" y="320612"/>
                </a:lnTo>
                <a:lnTo>
                  <a:pt x="370884" y="320612"/>
                </a:lnTo>
                <a:lnTo>
                  <a:pt x="370884" y="0"/>
                </a:lnTo>
                <a:close/>
              </a:path>
            </a:pathLst>
          </a:custGeom>
          <a:solidFill>
            <a:srgbClr val="F2E5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787970" y="1982924"/>
            <a:ext cx="2436050" cy="203337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20141">
              <a:spcBef>
                <a:spcPts val="159"/>
              </a:spcBef>
              <a:tabLst>
                <a:tab pos="2104727" algn="l"/>
              </a:tabLst>
            </a:pPr>
            <a:r>
              <a:rPr sz="1189" dirty="0">
                <a:latin typeface="Microsoft Sans Serif"/>
                <a:cs typeface="Microsoft Sans Serif"/>
              </a:rPr>
              <a:t>1	4  </a:t>
            </a:r>
            <a:r>
              <a:rPr sz="1189" spc="24" dirty="0">
                <a:latin typeface="Microsoft Sans Serif"/>
                <a:cs typeface="Microsoft Sans Serif"/>
              </a:rPr>
              <a:t> </a:t>
            </a:r>
            <a:r>
              <a:rPr lang="en-US" sz="1189" dirty="0">
                <a:latin typeface="Microsoft Sans Serif"/>
                <a:cs typeface="Microsoft Sans Serif"/>
              </a:rPr>
              <a:t>3</a:t>
            </a:r>
            <a:endParaRPr sz="1189" dirty="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87970" y="2186593"/>
            <a:ext cx="2436050" cy="203337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20141">
              <a:spcBef>
                <a:spcPts val="159"/>
              </a:spcBef>
              <a:tabLst>
                <a:tab pos="2104727" algn="l"/>
              </a:tabLst>
            </a:pPr>
            <a:r>
              <a:rPr sz="1189" dirty="0">
                <a:latin typeface="Microsoft Sans Serif"/>
                <a:cs typeface="Microsoft Sans Serif"/>
              </a:rPr>
              <a:t>0	</a:t>
            </a:r>
            <a:r>
              <a:rPr lang="en-US" sz="1189" dirty="0">
                <a:latin typeface="Microsoft Sans Serif"/>
                <a:cs typeface="Microsoft Sans Serif"/>
              </a:rPr>
              <a:t>5</a:t>
            </a:r>
            <a:r>
              <a:rPr sz="1189" dirty="0">
                <a:latin typeface="Microsoft Sans Serif"/>
                <a:cs typeface="Microsoft Sans Serif"/>
              </a:rPr>
              <a:t>  </a:t>
            </a:r>
            <a:r>
              <a:rPr sz="1189" spc="24" dirty="0">
                <a:latin typeface="Microsoft Sans Serif"/>
                <a:cs typeface="Microsoft Sans Serif"/>
              </a:rPr>
              <a:t> </a:t>
            </a:r>
            <a:r>
              <a:rPr sz="1189" dirty="0">
                <a:latin typeface="Microsoft Sans Serif"/>
                <a:cs typeface="Microsoft Sans Serif"/>
              </a:rPr>
              <a:t>6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699007" y="1831651"/>
            <a:ext cx="2613291" cy="385467"/>
          </a:xfrm>
          <a:prstGeom prst="rect">
            <a:avLst/>
          </a:prstGeom>
        </p:spPr>
        <p:txBody>
          <a:bodyPr vert="horz" wrap="square" lIns="0" tIns="188318" rIns="0" bIns="0" rtlCol="0">
            <a:spAutoFit/>
          </a:bodyPr>
          <a:lstStyle/>
          <a:p>
            <a:pPr marL="20141">
              <a:spcBef>
                <a:spcPts val="1483"/>
              </a:spcBef>
              <a:tabLst>
                <a:tab pos="2104727" algn="l"/>
                <a:tab pos="2503518" algn="l"/>
              </a:tabLst>
            </a:pPr>
            <a:r>
              <a:rPr sz="1269" spc="403" dirty="0">
                <a:latin typeface="Sitka Banner"/>
                <a:cs typeface="Sitka Banner"/>
              </a:rPr>
              <a:t>  </a:t>
            </a:r>
            <a:r>
              <a:rPr sz="1269" spc="87" dirty="0">
                <a:latin typeface="Sitka Banner"/>
                <a:cs typeface="Sitka Banner"/>
              </a:rPr>
              <a:t> </a:t>
            </a:r>
            <a:r>
              <a:rPr sz="1269" spc="403" dirty="0">
                <a:latin typeface="Sitka Banner"/>
                <a:cs typeface="Sitka Banner"/>
              </a:rPr>
              <a:t> </a:t>
            </a:r>
            <a:r>
              <a:rPr sz="1269" dirty="0">
                <a:latin typeface="Sitka Banner"/>
                <a:cs typeface="Sitka Banner"/>
              </a:rPr>
              <a:t>	</a:t>
            </a:r>
            <a:r>
              <a:rPr sz="1269" spc="403" dirty="0">
                <a:latin typeface="Sitka Banner"/>
                <a:cs typeface="Sitka Banner"/>
              </a:rPr>
              <a:t> </a:t>
            </a:r>
            <a:r>
              <a:rPr lang="en-US" sz="1269" dirty="0">
                <a:latin typeface="Sitka Banner"/>
                <a:cs typeface="Sitka Banner"/>
              </a:rPr>
              <a:t>3</a:t>
            </a:r>
            <a:r>
              <a:rPr sz="1269" spc="403" dirty="0">
                <a:latin typeface="Sitka Banner"/>
                <a:cs typeface="Sitka Banner"/>
              </a:rPr>
              <a:t> </a:t>
            </a:r>
            <a:endParaRPr sz="1269" dirty="0">
              <a:latin typeface="Sitka Banner"/>
              <a:cs typeface="Sitka Banner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54684" y="2641962"/>
            <a:ext cx="1121852" cy="229884"/>
          </a:xfrm>
          <a:prstGeom prst="rect">
            <a:avLst/>
          </a:prstGeom>
          <a:solidFill>
            <a:srgbClr val="7F7FFF"/>
          </a:solidFill>
        </p:spPr>
        <p:txBody>
          <a:bodyPr vert="horz" wrap="square" lIns="0" tIns="34240" rIns="0" bIns="0" rtlCol="0">
            <a:spAutoFit/>
          </a:bodyPr>
          <a:lstStyle/>
          <a:p>
            <a:pPr marL="50352">
              <a:spcBef>
                <a:spcPts val="270"/>
              </a:spcBef>
            </a:pPr>
            <a:r>
              <a:rPr sz="1189" i="1" dirty="0">
                <a:solidFill>
                  <a:srgbClr val="FFFFFF"/>
                </a:solidFill>
                <a:latin typeface="Arial"/>
                <a:cs typeface="Arial"/>
              </a:rPr>
              <a:t>prod</a:t>
            </a:r>
            <a:r>
              <a:rPr sz="1189" i="1" spc="15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69" spc="79" dirty="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sz="1269" spc="-3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89" i="1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1189" i="1" spc="-17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8" spc="-24" baseline="30303" dirty="0">
                <a:solidFill>
                  <a:srgbClr val="FFFFFF"/>
                </a:solidFill>
                <a:latin typeface="Lucida Sans Unicode"/>
                <a:cs typeface="Lucida Sans Unicode"/>
              </a:rPr>
              <a:t>[</a:t>
            </a:r>
            <a:r>
              <a:rPr sz="1189" baseline="33333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r>
              <a:rPr sz="1308" spc="-24" baseline="30303" dirty="0">
                <a:solidFill>
                  <a:srgbClr val="FFFFFF"/>
                </a:solidFill>
                <a:latin typeface="Lucida Sans Unicode"/>
                <a:cs typeface="Lucida Sans Unicode"/>
              </a:rPr>
              <a:t>]</a:t>
            </a:r>
            <a:r>
              <a:rPr sz="1308" spc="344" baseline="30303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1189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endParaRPr sz="1189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53516" y="2548114"/>
            <a:ext cx="124874" cy="203337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20141">
              <a:spcBef>
                <a:spcPts val="159"/>
              </a:spcBef>
            </a:pPr>
            <a:r>
              <a:rPr sz="1189" dirty="0">
                <a:solidFill>
                  <a:srgbClr val="0000FF"/>
                </a:solidFill>
                <a:latin typeface="Microsoft Sans Serif"/>
                <a:cs typeface="Microsoft Sans Serif"/>
              </a:rPr>
              <a:t>4</a:t>
            </a:r>
            <a:endParaRPr sz="1189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53516" y="2751783"/>
            <a:ext cx="124874" cy="203337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20141">
              <a:spcBef>
                <a:spcPts val="159"/>
              </a:spcBef>
            </a:pPr>
            <a:r>
              <a:rPr sz="1189" dirty="0">
                <a:solidFill>
                  <a:srgbClr val="0000FF"/>
                </a:solidFill>
                <a:latin typeface="Microsoft Sans Serif"/>
                <a:cs typeface="Microsoft Sans Serif"/>
              </a:rPr>
              <a:t>3</a:t>
            </a:r>
            <a:endParaRPr sz="1189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64554" y="2396840"/>
            <a:ext cx="303122" cy="385467"/>
          </a:xfrm>
          <a:prstGeom prst="rect">
            <a:avLst/>
          </a:prstGeom>
        </p:spPr>
        <p:txBody>
          <a:bodyPr vert="horz" wrap="square" lIns="0" tIns="188318" rIns="0" bIns="0" rtlCol="0">
            <a:spAutoFit/>
          </a:bodyPr>
          <a:lstStyle/>
          <a:p>
            <a:pPr marL="20141">
              <a:spcBef>
                <a:spcPts val="1483"/>
              </a:spcBef>
            </a:pPr>
            <a:r>
              <a:rPr sz="1269" spc="403" dirty="0">
                <a:solidFill>
                  <a:srgbClr val="0000FF"/>
                </a:solidFill>
                <a:latin typeface="Sitka Banner"/>
                <a:cs typeface="Sitka Banner"/>
              </a:rPr>
              <a:t>  </a:t>
            </a:r>
            <a:r>
              <a:rPr sz="1269" spc="87" dirty="0">
                <a:solidFill>
                  <a:srgbClr val="0000FF"/>
                </a:solidFill>
                <a:latin typeface="Sitka Banner"/>
                <a:cs typeface="Sitka Banner"/>
              </a:rPr>
              <a:t> </a:t>
            </a:r>
            <a:r>
              <a:rPr sz="1269" spc="403" dirty="0">
                <a:solidFill>
                  <a:srgbClr val="0000FF"/>
                </a:solidFill>
                <a:latin typeface="Sitka Banner"/>
                <a:cs typeface="Sitka Banner"/>
              </a:rPr>
              <a:t> </a:t>
            </a:r>
            <a:endParaRPr sz="1269">
              <a:latin typeface="Sitka Banner"/>
              <a:cs typeface="Sitka Banner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807773" y="2574745"/>
            <a:ext cx="412890" cy="412890"/>
            <a:chOff x="2701157" y="1083770"/>
            <a:chExt cx="260350" cy="260350"/>
          </a:xfrm>
        </p:grpSpPr>
        <p:sp>
          <p:nvSpPr>
            <p:cNvPr id="19" name="object 19"/>
            <p:cNvSpPr/>
            <p:nvPr/>
          </p:nvSpPr>
          <p:spPr>
            <a:xfrm>
              <a:off x="2703062" y="1085675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39" h="256540">
                  <a:moveTo>
                    <a:pt x="128187" y="0"/>
                  </a:moveTo>
                  <a:lnTo>
                    <a:pt x="78290" y="10073"/>
                  </a:lnTo>
                  <a:lnTo>
                    <a:pt x="37544" y="37544"/>
                  </a:lnTo>
                  <a:lnTo>
                    <a:pt x="10073" y="78290"/>
                  </a:lnTo>
                  <a:lnTo>
                    <a:pt x="0" y="128187"/>
                  </a:lnTo>
                  <a:lnTo>
                    <a:pt x="10073" y="178083"/>
                  </a:lnTo>
                  <a:lnTo>
                    <a:pt x="37544" y="218829"/>
                  </a:lnTo>
                  <a:lnTo>
                    <a:pt x="78290" y="246300"/>
                  </a:lnTo>
                  <a:lnTo>
                    <a:pt x="128187" y="256374"/>
                  </a:lnTo>
                  <a:lnTo>
                    <a:pt x="178083" y="246300"/>
                  </a:lnTo>
                  <a:lnTo>
                    <a:pt x="218829" y="218829"/>
                  </a:lnTo>
                  <a:lnTo>
                    <a:pt x="246300" y="178083"/>
                  </a:lnTo>
                  <a:lnTo>
                    <a:pt x="256374" y="128187"/>
                  </a:lnTo>
                  <a:lnTo>
                    <a:pt x="246300" y="78290"/>
                  </a:lnTo>
                  <a:lnTo>
                    <a:pt x="218829" y="37544"/>
                  </a:lnTo>
                  <a:lnTo>
                    <a:pt x="178083" y="10073"/>
                  </a:lnTo>
                  <a:lnTo>
                    <a:pt x="128187" y="0"/>
                  </a:lnTo>
                  <a:close/>
                </a:path>
              </a:pathLst>
            </a:custGeom>
            <a:solidFill>
              <a:srgbClr val="F2E5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03062" y="1085675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39" h="256540">
                  <a:moveTo>
                    <a:pt x="256374" y="128187"/>
                  </a:moveTo>
                  <a:lnTo>
                    <a:pt x="246300" y="78290"/>
                  </a:lnTo>
                  <a:lnTo>
                    <a:pt x="218829" y="37544"/>
                  </a:lnTo>
                  <a:lnTo>
                    <a:pt x="178083" y="10073"/>
                  </a:lnTo>
                  <a:lnTo>
                    <a:pt x="128187" y="0"/>
                  </a:lnTo>
                  <a:lnTo>
                    <a:pt x="78290" y="10073"/>
                  </a:lnTo>
                  <a:lnTo>
                    <a:pt x="37544" y="37544"/>
                  </a:lnTo>
                  <a:lnTo>
                    <a:pt x="10073" y="78290"/>
                  </a:lnTo>
                  <a:lnTo>
                    <a:pt x="0" y="128187"/>
                  </a:lnTo>
                  <a:lnTo>
                    <a:pt x="10073" y="178083"/>
                  </a:lnTo>
                  <a:lnTo>
                    <a:pt x="37544" y="218829"/>
                  </a:lnTo>
                  <a:lnTo>
                    <a:pt x="78290" y="246300"/>
                  </a:lnTo>
                  <a:lnTo>
                    <a:pt x="128187" y="256374"/>
                  </a:lnTo>
                  <a:lnTo>
                    <a:pt x="178083" y="246300"/>
                  </a:lnTo>
                  <a:lnTo>
                    <a:pt x="218829" y="218829"/>
                  </a:lnTo>
                  <a:lnTo>
                    <a:pt x="246300" y="178083"/>
                  </a:lnTo>
                  <a:lnTo>
                    <a:pt x="256374" y="128187"/>
                  </a:lnTo>
                  <a:close/>
                </a:path>
              </a:pathLst>
            </a:custGeom>
            <a:ln w="35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842990" y="2619523"/>
            <a:ext cx="335346" cy="203401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60423">
              <a:spcBef>
                <a:spcPts val="159"/>
              </a:spcBef>
            </a:pPr>
            <a:r>
              <a:rPr sz="1784" i="1" baseline="-22222" dirty="0">
                <a:latin typeface="Arial"/>
                <a:cs typeface="Arial"/>
              </a:rPr>
              <a:t>b</a:t>
            </a:r>
            <a:r>
              <a:rPr sz="872" dirty="0">
                <a:latin typeface="Lucida Sans Unicode"/>
                <a:cs typeface="Lucida Sans Unicode"/>
              </a:rPr>
              <a:t>[</a:t>
            </a:r>
            <a:r>
              <a:rPr sz="793" dirty="0">
                <a:latin typeface="Microsoft Sans Serif"/>
                <a:cs typeface="Microsoft Sans Serif"/>
              </a:rPr>
              <a:t>1</a:t>
            </a:r>
            <a:r>
              <a:rPr sz="872" dirty="0">
                <a:latin typeface="Lucida Sans Unicode"/>
                <a:cs typeface="Lucida Sans Unicode"/>
              </a:rPr>
              <a:t>]</a:t>
            </a:r>
            <a:endParaRPr sz="872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366325" y="2526831"/>
            <a:ext cx="495468" cy="508559"/>
          </a:xfrm>
          <a:custGeom>
            <a:avLst/>
            <a:gdLst/>
            <a:ahLst/>
            <a:cxnLst/>
            <a:rect l="l" t="t" r="r" b="b"/>
            <a:pathLst>
              <a:path w="312420" h="320675">
                <a:moveTo>
                  <a:pt x="311797" y="0"/>
                </a:moveTo>
                <a:lnTo>
                  <a:pt x="0" y="0"/>
                </a:lnTo>
                <a:lnTo>
                  <a:pt x="0" y="320612"/>
                </a:lnTo>
                <a:lnTo>
                  <a:pt x="311797" y="320612"/>
                </a:lnTo>
                <a:lnTo>
                  <a:pt x="311797" y="0"/>
                </a:lnTo>
                <a:close/>
              </a:path>
            </a:pathLst>
          </a:custGeom>
          <a:solidFill>
            <a:srgbClr val="F2E5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505808" y="2531257"/>
            <a:ext cx="235649" cy="222765"/>
          </a:xfrm>
          <a:prstGeom prst="rect">
            <a:avLst/>
          </a:prstGeom>
        </p:spPr>
        <p:txBody>
          <a:bodyPr vert="horz" wrap="square" lIns="0" tIns="27190" rIns="0" bIns="0" rtlCol="0">
            <a:spAutoFit/>
          </a:bodyPr>
          <a:lstStyle/>
          <a:p>
            <a:pPr>
              <a:spcBef>
                <a:spcPts val="214"/>
              </a:spcBef>
            </a:pPr>
            <a:r>
              <a:rPr sz="1269" spc="-95" dirty="0">
                <a:latin typeface="Lucida Sans Unicode"/>
                <a:cs typeface="Lucida Sans Unicode"/>
              </a:rPr>
              <a:t>−</a:t>
            </a:r>
            <a:r>
              <a:rPr sz="1189" spc="-95" dirty="0">
                <a:latin typeface="Microsoft Sans Serif"/>
                <a:cs typeface="Microsoft Sans Serif"/>
              </a:rPr>
              <a:t>1</a:t>
            </a:r>
            <a:endParaRPr sz="1189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05808" y="2734926"/>
            <a:ext cx="235649" cy="222765"/>
          </a:xfrm>
          <a:prstGeom prst="rect">
            <a:avLst/>
          </a:prstGeom>
        </p:spPr>
        <p:txBody>
          <a:bodyPr vert="horz" wrap="square" lIns="0" tIns="27190" rIns="0" bIns="0" rtlCol="0">
            <a:spAutoFit/>
          </a:bodyPr>
          <a:lstStyle/>
          <a:p>
            <a:pPr>
              <a:spcBef>
                <a:spcPts val="214"/>
              </a:spcBef>
            </a:pPr>
            <a:r>
              <a:rPr sz="1269" spc="-95" dirty="0">
                <a:latin typeface="Lucida Sans Unicode"/>
                <a:cs typeface="Lucida Sans Unicode"/>
              </a:rPr>
              <a:t>−</a:t>
            </a:r>
            <a:r>
              <a:rPr sz="1189" spc="-95" dirty="0">
                <a:latin typeface="Microsoft Sans Serif"/>
                <a:cs typeface="Microsoft Sans Serif"/>
              </a:rPr>
              <a:t>2</a:t>
            </a:r>
            <a:endParaRPr sz="1189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16860" y="2396840"/>
            <a:ext cx="413897" cy="385467"/>
          </a:xfrm>
          <a:prstGeom prst="rect">
            <a:avLst/>
          </a:prstGeom>
        </p:spPr>
        <p:txBody>
          <a:bodyPr vert="horz" wrap="square" lIns="0" tIns="188318" rIns="0" bIns="0" rtlCol="0">
            <a:spAutoFit/>
          </a:bodyPr>
          <a:lstStyle/>
          <a:p>
            <a:pPr>
              <a:spcBef>
                <a:spcPts val="1483"/>
              </a:spcBef>
              <a:tabLst>
                <a:tab pos="304128" algn="l"/>
              </a:tabLst>
            </a:pPr>
            <a:r>
              <a:rPr sz="1269" spc="403" dirty="0">
                <a:latin typeface="Sitka Banner"/>
                <a:cs typeface="Sitka Banner"/>
              </a:rPr>
              <a:t> 	 </a:t>
            </a:r>
            <a:endParaRPr sz="1269">
              <a:latin typeface="Sitka Banner"/>
              <a:cs typeface="Sitka Banner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37763" y="3207158"/>
            <a:ext cx="1286001" cy="229884"/>
          </a:xfrm>
          <a:prstGeom prst="rect">
            <a:avLst/>
          </a:prstGeom>
          <a:solidFill>
            <a:srgbClr val="7F7FFF"/>
          </a:solidFill>
        </p:spPr>
        <p:txBody>
          <a:bodyPr vert="horz" wrap="square" lIns="0" tIns="34240" rIns="0" bIns="0" rtlCol="0">
            <a:spAutoFit/>
          </a:bodyPr>
          <a:lstStyle/>
          <a:p>
            <a:pPr marL="50352">
              <a:spcBef>
                <a:spcPts val="270"/>
              </a:spcBef>
            </a:pPr>
            <a:r>
              <a:rPr sz="1189" i="1" spc="79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308" spc="-24" baseline="30303" dirty="0">
                <a:solidFill>
                  <a:srgbClr val="FFFFFF"/>
                </a:solidFill>
                <a:latin typeface="Lucida Sans Unicode"/>
                <a:cs typeface="Lucida Sans Unicode"/>
              </a:rPr>
              <a:t>[</a:t>
            </a:r>
            <a:r>
              <a:rPr sz="1189" baseline="33333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r>
              <a:rPr sz="1308" spc="-24" baseline="30303" dirty="0">
                <a:solidFill>
                  <a:srgbClr val="FFFFFF"/>
                </a:solidFill>
                <a:latin typeface="Lucida Sans Unicode"/>
                <a:cs typeface="Lucida Sans Unicode"/>
              </a:rPr>
              <a:t>]</a:t>
            </a:r>
            <a:r>
              <a:rPr sz="1308" baseline="30303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08" spc="-201" baseline="30303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69" spc="79" dirty="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sz="1269" spc="-3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89" i="1" dirty="0">
                <a:solidFill>
                  <a:srgbClr val="FFFFFF"/>
                </a:solidFill>
                <a:latin typeface="Arial"/>
                <a:cs typeface="Arial"/>
              </a:rPr>
              <a:t>prod</a:t>
            </a:r>
            <a:r>
              <a:rPr sz="1189" i="1" spc="7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69" spc="79" dirty="0">
                <a:solidFill>
                  <a:srgbClr val="FFFFFF"/>
                </a:solidFill>
                <a:latin typeface="Tahoma"/>
                <a:cs typeface="Tahoma"/>
              </a:rPr>
              <a:t>+</a:t>
            </a:r>
            <a:r>
              <a:rPr sz="1269" spc="-10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89" i="1" spc="32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1308" spc="-24" baseline="30303" dirty="0">
                <a:solidFill>
                  <a:srgbClr val="FFFFFF"/>
                </a:solidFill>
                <a:latin typeface="Lucida Sans Unicode"/>
                <a:cs typeface="Lucida Sans Unicode"/>
              </a:rPr>
              <a:t>[</a:t>
            </a:r>
            <a:r>
              <a:rPr sz="1189" baseline="33333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r>
              <a:rPr sz="1308" spc="-24" baseline="30303" dirty="0">
                <a:solidFill>
                  <a:srgbClr val="FFFFFF"/>
                </a:solidFill>
                <a:latin typeface="Lucida Sans Unicode"/>
                <a:cs typeface="Lucida Sans Unicode"/>
              </a:rPr>
              <a:t>]</a:t>
            </a:r>
            <a:endParaRPr sz="1308" baseline="30303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19227" y="3113301"/>
            <a:ext cx="124874" cy="203337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20141">
              <a:spcBef>
                <a:spcPts val="159"/>
              </a:spcBef>
            </a:pPr>
            <a:r>
              <a:rPr sz="1189" dirty="0">
                <a:solidFill>
                  <a:srgbClr val="0000FF"/>
                </a:solidFill>
                <a:latin typeface="Microsoft Sans Serif"/>
                <a:cs typeface="Microsoft Sans Serif"/>
              </a:rPr>
              <a:t>3</a:t>
            </a:r>
            <a:endParaRPr sz="1189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19227" y="3316971"/>
            <a:ext cx="124874" cy="203337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20141">
              <a:spcBef>
                <a:spcPts val="159"/>
              </a:spcBef>
            </a:pPr>
            <a:r>
              <a:rPr sz="1189" dirty="0">
                <a:solidFill>
                  <a:srgbClr val="0000FF"/>
                </a:solidFill>
                <a:latin typeface="Microsoft Sans Serif"/>
                <a:cs typeface="Microsoft Sans Serif"/>
              </a:rPr>
              <a:t>1</a:t>
            </a:r>
            <a:endParaRPr sz="1189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30265" y="2962027"/>
            <a:ext cx="303122" cy="385467"/>
          </a:xfrm>
          <a:prstGeom prst="rect">
            <a:avLst/>
          </a:prstGeom>
        </p:spPr>
        <p:txBody>
          <a:bodyPr vert="horz" wrap="square" lIns="0" tIns="188318" rIns="0" bIns="0" rtlCol="0">
            <a:spAutoFit/>
          </a:bodyPr>
          <a:lstStyle/>
          <a:p>
            <a:pPr marL="20141">
              <a:spcBef>
                <a:spcPts val="1483"/>
              </a:spcBef>
            </a:pPr>
            <a:r>
              <a:rPr sz="1269" spc="403" dirty="0">
                <a:solidFill>
                  <a:srgbClr val="0000FF"/>
                </a:solidFill>
                <a:latin typeface="Sitka Banner"/>
                <a:cs typeface="Sitka Banner"/>
              </a:rPr>
              <a:t>  </a:t>
            </a:r>
            <a:r>
              <a:rPr sz="1269" spc="87" dirty="0">
                <a:solidFill>
                  <a:srgbClr val="0000FF"/>
                </a:solidFill>
                <a:latin typeface="Sitka Banner"/>
                <a:cs typeface="Sitka Banner"/>
              </a:rPr>
              <a:t> </a:t>
            </a:r>
            <a:r>
              <a:rPr sz="1269" spc="403" dirty="0">
                <a:solidFill>
                  <a:srgbClr val="0000FF"/>
                </a:solidFill>
                <a:latin typeface="Sitka Banner"/>
                <a:cs typeface="Sitka Banner"/>
              </a:rPr>
              <a:t> </a:t>
            </a:r>
            <a:endParaRPr sz="1269">
              <a:latin typeface="Sitka Banner"/>
              <a:cs typeface="Sitka Banner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886240" y="3801382"/>
            <a:ext cx="988922" cy="166712"/>
          </a:xfrm>
          <a:prstGeom prst="rect">
            <a:avLst/>
          </a:prstGeom>
          <a:solidFill>
            <a:srgbClr val="7F7FFF"/>
          </a:solidFill>
        </p:spPr>
        <p:txBody>
          <a:bodyPr vert="horz" wrap="square" lIns="0" tIns="0" rIns="0" bIns="0" rtlCol="0">
            <a:spAutoFit/>
          </a:bodyPr>
          <a:lstStyle/>
          <a:p>
            <a:pPr marL="50352">
              <a:lnSpc>
                <a:spcPts val="1316"/>
              </a:lnSpc>
            </a:pPr>
            <a:r>
              <a:rPr sz="1784" i="1" spc="-11" baseline="-22222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872" spc="-8" dirty="0">
                <a:solidFill>
                  <a:srgbClr val="FFFFFF"/>
                </a:solidFill>
                <a:latin typeface="Lucida Sans Unicode"/>
                <a:cs typeface="Lucida Sans Unicode"/>
              </a:rPr>
              <a:t>[</a:t>
            </a:r>
            <a:r>
              <a:rPr sz="793" spc="-8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r>
              <a:rPr sz="872" spc="-8" dirty="0">
                <a:solidFill>
                  <a:srgbClr val="FFFFFF"/>
                </a:solidFill>
                <a:latin typeface="Lucida Sans Unicode"/>
                <a:cs typeface="Lucida Sans Unicode"/>
              </a:rPr>
              <a:t>]</a:t>
            </a:r>
            <a:r>
              <a:rPr sz="872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3" spc="119" baseline="-20833" dirty="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sz="1903" spc="-95" baseline="-208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903" i="1" spc="24" baseline="-20833" dirty="0">
                <a:solidFill>
                  <a:srgbClr val="FFFFFF"/>
                </a:solidFill>
                <a:latin typeface="Verdana"/>
                <a:cs typeface="Verdana"/>
              </a:rPr>
              <a:t>σ</a:t>
            </a:r>
            <a:r>
              <a:rPr sz="1903" spc="24" baseline="-20833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1784" i="1" spc="24" baseline="-22222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872" spc="16" dirty="0">
                <a:solidFill>
                  <a:srgbClr val="FFFFFF"/>
                </a:solidFill>
                <a:latin typeface="Lucida Sans Unicode"/>
                <a:cs typeface="Lucida Sans Unicode"/>
              </a:rPr>
              <a:t>[</a:t>
            </a:r>
            <a:r>
              <a:rPr sz="793" spc="16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r>
              <a:rPr sz="872" spc="16" dirty="0">
                <a:solidFill>
                  <a:srgbClr val="FFFFFF"/>
                </a:solidFill>
                <a:latin typeface="Lucida Sans Unicode"/>
                <a:cs typeface="Lucida Sans Unicode"/>
              </a:rPr>
              <a:t>]</a:t>
            </a:r>
            <a:r>
              <a:rPr sz="1903" spc="24" baseline="-20833" dirty="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endParaRPr sz="1903" baseline="-20833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11788" y="3695920"/>
            <a:ext cx="339375" cy="222765"/>
          </a:xfrm>
          <a:prstGeom prst="rect">
            <a:avLst/>
          </a:prstGeom>
        </p:spPr>
        <p:txBody>
          <a:bodyPr vert="horz" wrap="square" lIns="0" tIns="27190" rIns="0" bIns="0" rtlCol="0">
            <a:spAutoFit/>
          </a:bodyPr>
          <a:lstStyle/>
          <a:p>
            <a:pPr marL="20141">
              <a:spcBef>
                <a:spcPts val="214"/>
              </a:spcBef>
            </a:pPr>
            <a:r>
              <a:rPr sz="1189" dirty="0">
                <a:solidFill>
                  <a:srgbClr val="0000FF"/>
                </a:solidFill>
                <a:latin typeface="Microsoft Sans Serif"/>
                <a:cs typeface="Microsoft Sans Serif"/>
              </a:rPr>
              <a:t>0</a:t>
            </a:r>
            <a:r>
              <a:rPr sz="1269" i="1" spc="-103" dirty="0">
                <a:solidFill>
                  <a:srgbClr val="0000FF"/>
                </a:solidFill>
                <a:latin typeface="Verdana"/>
                <a:cs typeface="Verdana"/>
              </a:rPr>
              <a:t>.</a:t>
            </a:r>
            <a:r>
              <a:rPr sz="1189" dirty="0">
                <a:solidFill>
                  <a:srgbClr val="0000FF"/>
                </a:solidFill>
                <a:latin typeface="Microsoft Sans Serif"/>
                <a:cs typeface="Microsoft Sans Serif"/>
              </a:rPr>
              <a:t>95</a:t>
            </a:r>
            <a:endParaRPr sz="1189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011788" y="3899575"/>
            <a:ext cx="339375" cy="222765"/>
          </a:xfrm>
          <a:prstGeom prst="rect">
            <a:avLst/>
          </a:prstGeom>
        </p:spPr>
        <p:txBody>
          <a:bodyPr vert="horz" wrap="square" lIns="0" tIns="27190" rIns="0" bIns="0" rtlCol="0">
            <a:spAutoFit/>
          </a:bodyPr>
          <a:lstStyle/>
          <a:p>
            <a:pPr marL="20141">
              <a:spcBef>
                <a:spcPts val="214"/>
              </a:spcBef>
            </a:pPr>
            <a:r>
              <a:rPr sz="1189" dirty="0">
                <a:solidFill>
                  <a:srgbClr val="0000FF"/>
                </a:solidFill>
                <a:latin typeface="Microsoft Sans Serif"/>
                <a:cs typeface="Microsoft Sans Serif"/>
              </a:rPr>
              <a:t>0</a:t>
            </a:r>
            <a:r>
              <a:rPr sz="1269" i="1" spc="-103" dirty="0">
                <a:solidFill>
                  <a:srgbClr val="0000FF"/>
                </a:solidFill>
                <a:latin typeface="Verdana"/>
                <a:cs typeface="Verdana"/>
              </a:rPr>
              <a:t>.</a:t>
            </a:r>
            <a:r>
              <a:rPr sz="1189" dirty="0">
                <a:solidFill>
                  <a:srgbClr val="0000FF"/>
                </a:solidFill>
                <a:latin typeface="Microsoft Sans Serif"/>
                <a:cs typeface="Microsoft Sans Serif"/>
              </a:rPr>
              <a:t>73</a:t>
            </a:r>
            <a:endParaRPr sz="1189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922824" y="3561489"/>
            <a:ext cx="517623" cy="385467"/>
          </a:xfrm>
          <a:prstGeom prst="rect">
            <a:avLst/>
          </a:prstGeom>
        </p:spPr>
        <p:txBody>
          <a:bodyPr vert="horz" wrap="square" lIns="0" tIns="188318" rIns="0" bIns="0" rtlCol="0">
            <a:spAutoFit/>
          </a:bodyPr>
          <a:lstStyle/>
          <a:p>
            <a:pPr marL="20141">
              <a:spcBef>
                <a:spcPts val="1483"/>
              </a:spcBef>
              <a:tabLst>
                <a:tab pos="407854" algn="l"/>
              </a:tabLst>
            </a:pPr>
            <a:r>
              <a:rPr sz="1269" spc="403" dirty="0">
                <a:solidFill>
                  <a:srgbClr val="0000FF"/>
                </a:solidFill>
                <a:latin typeface="Sitka Banner"/>
                <a:cs typeface="Sitka Banner"/>
              </a:rPr>
              <a:t> 	 </a:t>
            </a:r>
            <a:endParaRPr sz="1269">
              <a:latin typeface="Sitka Banner"/>
              <a:cs typeface="Sitka Banner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342688" y="3709140"/>
            <a:ext cx="473313" cy="473313"/>
            <a:chOff x="3038450" y="1799068"/>
            <a:chExt cx="298450" cy="298450"/>
          </a:xfrm>
        </p:grpSpPr>
        <p:sp>
          <p:nvSpPr>
            <p:cNvPr id="35" name="object 35"/>
            <p:cNvSpPr/>
            <p:nvPr/>
          </p:nvSpPr>
          <p:spPr>
            <a:xfrm>
              <a:off x="3040355" y="1800973"/>
              <a:ext cx="294640" cy="294640"/>
            </a:xfrm>
            <a:custGeom>
              <a:avLst/>
              <a:gdLst/>
              <a:ahLst/>
              <a:cxnLst/>
              <a:rect l="l" t="t" r="r" b="b"/>
              <a:pathLst>
                <a:path w="294639" h="294639">
                  <a:moveTo>
                    <a:pt x="147280" y="0"/>
                  </a:moveTo>
                  <a:lnTo>
                    <a:pt x="100728" y="7508"/>
                  </a:lnTo>
                  <a:lnTo>
                    <a:pt x="60298" y="28416"/>
                  </a:lnTo>
                  <a:lnTo>
                    <a:pt x="28416" y="60298"/>
                  </a:lnTo>
                  <a:lnTo>
                    <a:pt x="7508" y="100728"/>
                  </a:lnTo>
                  <a:lnTo>
                    <a:pt x="0" y="147280"/>
                  </a:lnTo>
                  <a:lnTo>
                    <a:pt x="7508" y="193833"/>
                  </a:lnTo>
                  <a:lnTo>
                    <a:pt x="28416" y="234263"/>
                  </a:lnTo>
                  <a:lnTo>
                    <a:pt x="60298" y="266144"/>
                  </a:lnTo>
                  <a:lnTo>
                    <a:pt x="100728" y="287052"/>
                  </a:lnTo>
                  <a:lnTo>
                    <a:pt x="147280" y="294561"/>
                  </a:lnTo>
                  <a:lnTo>
                    <a:pt x="193833" y="287052"/>
                  </a:lnTo>
                  <a:lnTo>
                    <a:pt x="234263" y="266144"/>
                  </a:lnTo>
                  <a:lnTo>
                    <a:pt x="266144" y="234263"/>
                  </a:lnTo>
                  <a:lnTo>
                    <a:pt x="287052" y="193833"/>
                  </a:lnTo>
                  <a:lnTo>
                    <a:pt x="294561" y="147280"/>
                  </a:lnTo>
                  <a:lnTo>
                    <a:pt x="287052" y="100728"/>
                  </a:lnTo>
                  <a:lnTo>
                    <a:pt x="266144" y="60298"/>
                  </a:lnTo>
                  <a:lnTo>
                    <a:pt x="234263" y="28416"/>
                  </a:lnTo>
                  <a:lnTo>
                    <a:pt x="193833" y="7508"/>
                  </a:lnTo>
                  <a:lnTo>
                    <a:pt x="147280" y="0"/>
                  </a:lnTo>
                  <a:close/>
                </a:path>
              </a:pathLst>
            </a:custGeom>
            <a:solidFill>
              <a:srgbClr val="F2E5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040355" y="1800973"/>
              <a:ext cx="294640" cy="294640"/>
            </a:xfrm>
            <a:custGeom>
              <a:avLst/>
              <a:gdLst/>
              <a:ahLst/>
              <a:cxnLst/>
              <a:rect l="l" t="t" r="r" b="b"/>
              <a:pathLst>
                <a:path w="294639" h="294639">
                  <a:moveTo>
                    <a:pt x="294561" y="147280"/>
                  </a:moveTo>
                  <a:lnTo>
                    <a:pt x="287052" y="100728"/>
                  </a:lnTo>
                  <a:lnTo>
                    <a:pt x="266144" y="60298"/>
                  </a:lnTo>
                  <a:lnTo>
                    <a:pt x="234263" y="28416"/>
                  </a:lnTo>
                  <a:lnTo>
                    <a:pt x="193833" y="7508"/>
                  </a:lnTo>
                  <a:lnTo>
                    <a:pt x="147280" y="0"/>
                  </a:lnTo>
                  <a:lnTo>
                    <a:pt x="100728" y="7508"/>
                  </a:lnTo>
                  <a:lnTo>
                    <a:pt x="60298" y="28416"/>
                  </a:lnTo>
                  <a:lnTo>
                    <a:pt x="28416" y="60298"/>
                  </a:lnTo>
                  <a:lnTo>
                    <a:pt x="7508" y="100728"/>
                  </a:lnTo>
                  <a:lnTo>
                    <a:pt x="0" y="147280"/>
                  </a:lnTo>
                  <a:lnTo>
                    <a:pt x="7508" y="193833"/>
                  </a:lnTo>
                  <a:lnTo>
                    <a:pt x="28416" y="234263"/>
                  </a:lnTo>
                  <a:lnTo>
                    <a:pt x="60298" y="266144"/>
                  </a:lnTo>
                  <a:lnTo>
                    <a:pt x="100728" y="287052"/>
                  </a:lnTo>
                  <a:lnTo>
                    <a:pt x="147280" y="294561"/>
                  </a:lnTo>
                  <a:lnTo>
                    <a:pt x="193833" y="287052"/>
                  </a:lnTo>
                  <a:lnTo>
                    <a:pt x="234263" y="266144"/>
                  </a:lnTo>
                  <a:lnTo>
                    <a:pt x="266144" y="234263"/>
                  </a:lnTo>
                  <a:lnTo>
                    <a:pt x="287052" y="193833"/>
                  </a:lnTo>
                  <a:lnTo>
                    <a:pt x="294561" y="147280"/>
                  </a:lnTo>
                  <a:close/>
                </a:path>
              </a:pathLst>
            </a:custGeom>
            <a:ln w="35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370479" y="3785426"/>
            <a:ext cx="410874" cy="203401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60423">
              <a:spcBef>
                <a:spcPts val="159"/>
              </a:spcBef>
            </a:pPr>
            <a:r>
              <a:rPr sz="1784" i="1" baseline="-22222" dirty="0">
                <a:latin typeface="Arial"/>
                <a:cs typeface="Arial"/>
              </a:rPr>
              <a:t>W</a:t>
            </a:r>
            <a:r>
              <a:rPr sz="1784" i="1" spc="-262" baseline="-22222" dirty="0">
                <a:latin typeface="Arial"/>
                <a:cs typeface="Arial"/>
              </a:rPr>
              <a:t> </a:t>
            </a:r>
            <a:r>
              <a:rPr sz="872" spc="-16" dirty="0">
                <a:latin typeface="Lucida Sans Unicode"/>
                <a:cs typeface="Lucida Sans Unicode"/>
              </a:rPr>
              <a:t>[</a:t>
            </a:r>
            <a:r>
              <a:rPr sz="793" dirty="0">
                <a:latin typeface="Microsoft Sans Serif"/>
                <a:cs typeface="Microsoft Sans Serif"/>
              </a:rPr>
              <a:t>2</a:t>
            </a:r>
            <a:r>
              <a:rPr sz="872" spc="-16" dirty="0">
                <a:latin typeface="Lucida Sans Unicode"/>
                <a:cs typeface="Lucida Sans Unicode"/>
              </a:rPr>
              <a:t>]</a:t>
            </a:r>
            <a:endParaRPr sz="872">
              <a:latin typeface="Lucida Sans Unicode"/>
              <a:cs typeface="Lucida Sans Unicode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972124" y="3793338"/>
            <a:ext cx="813695" cy="305136"/>
          </a:xfrm>
          <a:custGeom>
            <a:avLst/>
            <a:gdLst/>
            <a:ahLst/>
            <a:cxnLst/>
            <a:rect l="l" t="t" r="r" b="b"/>
            <a:pathLst>
              <a:path w="513079" h="192405">
                <a:moveTo>
                  <a:pt x="512595" y="0"/>
                </a:moveTo>
                <a:lnTo>
                  <a:pt x="0" y="0"/>
                </a:lnTo>
                <a:lnTo>
                  <a:pt x="0" y="192186"/>
                </a:lnTo>
                <a:lnTo>
                  <a:pt x="512595" y="192186"/>
                </a:lnTo>
                <a:lnTo>
                  <a:pt x="512595" y="0"/>
                </a:lnTo>
                <a:close/>
              </a:path>
            </a:pathLst>
          </a:custGeom>
          <a:solidFill>
            <a:srgbClr val="F2E5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6962216" y="3797753"/>
            <a:ext cx="832829" cy="222765"/>
          </a:xfrm>
          <a:prstGeom prst="rect">
            <a:avLst/>
          </a:prstGeom>
        </p:spPr>
        <p:txBody>
          <a:bodyPr vert="horz" wrap="square" lIns="0" tIns="27190" rIns="0" bIns="0" rtlCol="0">
            <a:spAutoFit/>
          </a:bodyPr>
          <a:lstStyle/>
          <a:p>
            <a:pPr marL="60423">
              <a:spcBef>
                <a:spcPts val="214"/>
              </a:spcBef>
            </a:pPr>
            <a:r>
              <a:rPr sz="1903" spc="392" baseline="45138" dirty="0">
                <a:latin typeface="Sitka Banner"/>
                <a:cs typeface="Sitka Banner"/>
              </a:rPr>
              <a:t> </a:t>
            </a:r>
            <a:r>
              <a:rPr sz="1269" spc="-95" dirty="0">
                <a:latin typeface="Lucida Sans Unicode"/>
                <a:cs typeface="Lucida Sans Unicode"/>
              </a:rPr>
              <a:t>−</a:t>
            </a:r>
            <a:r>
              <a:rPr sz="1189" spc="-95" dirty="0">
                <a:latin typeface="Microsoft Sans Serif"/>
                <a:cs typeface="Microsoft Sans Serif"/>
              </a:rPr>
              <a:t>3</a:t>
            </a:r>
            <a:r>
              <a:rPr sz="1189" spc="460" dirty="0">
                <a:latin typeface="Microsoft Sans Serif"/>
                <a:cs typeface="Microsoft Sans Serif"/>
              </a:rPr>
              <a:t> </a:t>
            </a:r>
            <a:r>
              <a:rPr sz="1269" spc="-95" dirty="0">
                <a:latin typeface="Lucida Sans Unicode"/>
                <a:cs typeface="Lucida Sans Unicode"/>
              </a:rPr>
              <a:t>−</a:t>
            </a:r>
            <a:r>
              <a:rPr sz="1189" spc="-95" dirty="0">
                <a:latin typeface="Microsoft Sans Serif"/>
                <a:cs typeface="Microsoft Sans Serif"/>
              </a:rPr>
              <a:t>2</a:t>
            </a:r>
            <a:r>
              <a:rPr sz="1903" spc="249" baseline="45138" dirty="0">
                <a:latin typeface="Sitka Banner"/>
                <a:cs typeface="Sitka Banner"/>
              </a:rPr>
              <a:t> </a:t>
            </a:r>
            <a:endParaRPr sz="1903" baseline="45138">
              <a:latin typeface="Sitka Banner"/>
              <a:cs typeface="Sitka Banner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321377" y="4371831"/>
            <a:ext cx="1248740" cy="166712"/>
          </a:xfrm>
          <a:prstGeom prst="rect">
            <a:avLst/>
          </a:prstGeom>
          <a:solidFill>
            <a:srgbClr val="7F7FFF"/>
          </a:solidFill>
        </p:spPr>
        <p:txBody>
          <a:bodyPr vert="horz" wrap="square" lIns="0" tIns="0" rIns="0" bIns="0" rtlCol="0">
            <a:spAutoFit/>
          </a:bodyPr>
          <a:lstStyle/>
          <a:p>
            <a:pPr marL="50352">
              <a:lnSpc>
                <a:spcPts val="1316"/>
              </a:lnSpc>
            </a:pPr>
            <a:r>
              <a:rPr sz="1784" i="1" baseline="-22222" dirty="0">
                <a:solidFill>
                  <a:srgbClr val="FFFFFF"/>
                </a:solidFill>
                <a:latin typeface="Arial"/>
                <a:cs typeface="Arial"/>
              </a:rPr>
              <a:t>prod</a:t>
            </a:r>
            <a:r>
              <a:rPr sz="1784" i="1" spc="225" baseline="-22222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3" spc="119" baseline="-20833" dirty="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sz="1903" spc="-48" baseline="-208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84" i="1" baseline="-22222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1784" i="1" spc="-262" baseline="-22222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72" spc="-16" dirty="0">
                <a:solidFill>
                  <a:srgbClr val="FFFFFF"/>
                </a:solidFill>
                <a:latin typeface="Lucida Sans Unicode"/>
                <a:cs typeface="Lucida Sans Unicode"/>
              </a:rPr>
              <a:t>[</a:t>
            </a:r>
            <a:r>
              <a:rPr sz="793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r>
              <a:rPr sz="872" spc="-16" dirty="0">
                <a:solidFill>
                  <a:srgbClr val="FFFFFF"/>
                </a:solidFill>
                <a:latin typeface="Lucida Sans Unicode"/>
                <a:cs typeface="Lucida Sans Unicode"/>
              </a:rPr>
              <a:t>]</a:t>
            </a:r>
            <a:r>
              <a:rPr sz="872" spc="230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1784" i="1" baseline="-22222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872" spc="-16" dirty="0">
                <a:solidFill>
                  <a:srgbClr val="FFFFFF"/>
                </a:solidFill>
                <a:latin typeface="Lucida Sans Unicode"/>
                <a:cs typeface="Lucida Sans Unicode"/>
              </a:rPr>
              <a:t>[</a:t>
            </a:r>
            <a:r>
              <a:rPr sz="793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r>
              <a:rPr sz="872" spc="-16" dirty="0">
                <a:solidFill>
                  <a:srgbClr val="FFFFFF"/>
                </a:solidFill>
                <a:latin typeface="Lucida Sans Unicode"/>
                <a:cs typeface="Lucida Sans Unicode"/>
              </a:rPr>
              <a:t>]</a:t>
            </a:r>
            <a:endParaRPr sz="872">
              <a:latin typeface="Lucida Sans Unicode"/>
              <a:cs typeface="Lucida Sans Unicode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801447" y="4362943"/>
            <a:ext cx="691842" cy="222765"/>
          </a:xfrm>
          <a:prstGeom prst="rect">
            <a:avLst/>
          </a:prstGeom>
        </p:spPr>
        <p:txBody>
          <a:bodyPr vert="horz" wrap="square" lIns="0" tIns="27190" rIns="0" bIns="0" rtlCol="0">
            <a:spAutoFit/>
          </a:bodyPr>
          <a:lstStyle/>
          <a:p>
            <a:pPr marL="60423">
              <a:spcBef>
                <a:spcPts val="214"/>
              </a:spcBef>
            </a:pPr>
            <a:r>
              <a:rPr sz="1903" spc="392" baseline="45138" dirty="0">
                <a:solidFill>
                  <a:srgbClr val="0000FF"/>
                </a:solidFill>
                <a:latin typeface="Sitka Banner"/>
                <a:cs typeface="Sitka Banner"/>
              </a:rPr>
              <a:t> </a:t>
            </a:r>
            <a:r>
              <a:rPr sz="1269" spc="-63" dirty="0">
                <a:solidFill>
                  <a:srgbClr val="0000FF"/>
                </a:solidFill>
                <a:latin typeface="Lucida Sans Unicode"/>
                <a:cs typeface="Lucida Sans Unicode"/>
              </a:rPr>
              <a:t>−</a:t>
            </a:r>
            <a:r>
              <a:rPr sz="1189" spc="-63" dirty="0">
                <a:solidFill>
                  <a:srgbClr val="0000FF"/>
                </a:solidFill>
                <a:latin typeface="Microsoft Sans Serif"/>
                <a:cs typeface="Microsoft Sans Serif"/>
              </a:rPr>
              <a:t>4</a:t>
            </a:r>
            <a:r>
              <a:rPr sz="1269" i="1" spc="-63" dirty="0">
                <a:solidFill>
                  <a:srgbClr val="0000FF"/>
                </a:solidFill>
                <a:latin typeface="Verdana"/>
                <a:cs typeface="Verdana"/>
              </a:rPr>
              <a:t>.</a:t>
            </a:r>
            <a:r>
              <a:rPr sz="1189" spc="-63" dirty="0">
                <a:solidFill>
                  <a:srgbClr val="0000FF"/>
                </a:solidFill>
                <a:latin typeface="Microsoft Sans Serif"/>
                <a:cs typeface="Microsoft Sans Serif"/>
              </a:rPr>
              <a:t>31</a:t>
            </a:r>
            <a:r>
              <a:rPr sz="1903" spc="297" baseline="45138" dirty="0">
                <a:solidFill>
                  <a:srgbClr val="0000FF"/>
                </a:solidFill>
                <a:latin typeface="Sitka Banner"/>
                <a:cs typeface="Sitka Banner"/>
              </a:rPr>
              <a:t> </a:t>
            </a:r>
            <a:endParaRPr sz="1903" baseline="45138">
              <a:latin typeface="Sitka Banner"/>
              <a:cs typeface="Sitka Banner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938162" y="4304614"/>
            <a:ext cx="412890" cy="412890"/>
            <a:chOff x="3413930" y="2174548"/>
            <a:chExt cx="260350" cy="260350"/>
          </a:xfrm>
        </p:grpSpPr>
        <p:sp>
          <p:nvSpPr>
            <p:cNvPr id="43" name="object 43"/>
            <p:cNvSpPr/>
            <p:nvPr/>
          </p:nvSpPr>
          <p:spPr>
            <a:xfrm>
              <a:off x="3415835" y="2176453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39" h="256539">
                  <a:moveTo>
                    <a:pt x="128187" y="0"/>
                  </a:moveTo>
                  <a:lnTo>
                    <a:pt x="78290" y="10073"/>
                  </a:lnTo>
                  <a:lnTo>
                    <a:pt x="37544" y="37544"/>
                  </a:lnTo>
                  <a:lnTo>
                    <a:pt x="10073" y="78290"/>
                  </a:lnTo>
                  <a:lnTo>
                    <a:pt x="0" y="128187"/>
                  </a:lnTo>
                  <a:lnTo>
                    <a:pt x="10073" y="178083"/>
                  </a:lnTo>
                  <a:lnTo>
                    <a:pt x="37544" y="218829"/>
                  </a:lnTo>
                  <a:lnTo>
                    <a:pt x="78290" y="246300"/>
                  </a:lnTo>
                  <a:lnTo>
                    <a:pt x="128187" y="256374"/>
                  </a:lnTo>
                  <a:lnTo>
                    <a:pt x="178083" y="246300"/>
                  </a:lnTo>
                  <a:lnTo>
                    <a:pt x="218829" y="218829"/>
                  </a:lnTo>
                  <a:lnTo>
                    <a:pt x="246300" y="178083"/>
                  </a:lnTo>
                  <a:lnTo>
                    <a:pt x="256374" y="128187"/>
                  </a:lnTo>
                  <a:lnTo>
                    <a:pt x="246300" y="78290"/>
                  </a:lnTo>
                  <a:lnTo>
                    <a:pt x="218829" y="37544"/>
                  </a:lnTo>
                  <a:lnTo>
                    <a:pt x="178083" y="10073"/>
                  </a:lnTo>
                  <a:lnTo>
                    <a:pt x="128187" y="0"/>
                  </a:lnTo>
                  <a:close/>
                </a:path>
              </a:pathLst>
            </a:custGeom>
            <a:solidFill>
              <a:srgbClr val="F2E5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415835" y="2176453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39" h="256539">
                  <a:moveTo>
                    <a:pt x="256374" y="128187"/>
                  </a:moveTo>
                  <a:lnTo>
                    <a:pt x="246300" y="78290"/>
                  </a:lnTo>
                  <a:lnTo>
                    <a:pt x="218829" y="37544"/>
                  </a:lnTo>
                  <a:lnTo>
                    <a:pt x="178083" y="10073"/>
                  </a:lnTo>
                  <a:lnTo>
                    <a:pt x="128187" y="0"/>
                  </a:lnTo>
                  <a:lnTo>
                    <a:pt x="78290" y="10073"/>
                  </a:lnTo>
                  <a:lnTo>
                    <a:pt x="37544" y="37544"/>
                  </a:lnTo>
                  <a:lnTo>
                    <a:pt x="10073" y="78290"/>
                  </a:lnTo>
                  <a:lnTo>
                    <a:pt x="0" y="128187"/>
                  </a:lnTo>
                  <a:lnTo>
                    <a:pt x="10073" y="178083"/>
                  </a:lnTo>
                  <a:lnTo>
                    <a:pt x="37544" y="218829"/>
                  </a:lnTo>
                  <a:lnTo>
                    <a:pt x="78290" y="246300"/>
                  </a:lnTo>
                  <a:lnTo>
                    <a:pt x="128187" y="256374"/>
                  </a:lnTo>
                  <a:lnTo>
                    <a:pt x="178083" y="246300"/>
                  </a:lnTo>
                  <a:lnTo>
                    <a:pt x="218829" y="218829"/>
                  </a:lnTo>
                  <a:lnTo>
                    <a:pt x="246300" y="178083"/>
                  </a:lnTo>
                  <a:lnTo>
                    <a:pt x="256374" y="128187"/>
                  </a:lnTo>
                  <a:close/>
                </a:path>
              </a:pathLst>
            </a:custGeom>
            <a:ln w="35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6973366" y="4349359"/>
            <a:ext cx="335346" cy="203401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60423">
              <a:spcBef>
                <a:spcPts val="159"/>
              </a:spcBef>
            </a:pPr>
            <a:r>
              <a:rPr sz="1784" i="1" baseline="-22222" dirty="0">
                <a:latin typeface="Arial"/>
                <a:cs typeface="Arial"/>
              </a:rPr>
              <a:t>b</a:t>
            </a:r>
            <a:r>
              <a:rPr sz="872" dirty="0">
                <a:latin typeface="Lucida Sans Unicode"/>
                <a:cs typeface="Lucida Sans Unicode"/>
              </a:rPr>
              <a:t>[</a:t>
            </a:r>
            <a:r>
              <a:rPr sz="793" dirty="0">
                <a:latin typeface="Microsoft Sans Serif"/>
                <a:cs typeface="Microsoft Sans Serif"/>
              </a:rPr>
              <a:t>2</a:t>
            </a:r>
            <a:r>
              <a:rPr sz="872" dirty="0">
                <a:latin typeface="Lucida Sans Unicode"/>
                <a:cs typeface="Lucida Sans Unicode"/>
              </a:rPr>
              <a:t>]</a:t>
            </a:r>
            <a:endParaRPr sz="872">
              <a:latin typeface="Lucida Sans Unicode"/>
              <a:cs typeface="Lucida Sans Unicode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580992" y="4358533"/>
            <a:ext cx="326284" cy="305136"/>
          </a:xfrm>
          <a:custGeom>
            <a:avLst/>
            <a:gdLst/>
            <a:ahLst/>
            <a:cxnLst/>
            <a:rect l="l" t="t" r="r" b="b"/>
            <a:pathLst>
              <a:path w="205739" h="192405">
                <a:moveTo>
                  <a:pt x="205514" y="0"/>
                </a:moveTo>
                <a:lnTo>
                  <a:pt x="0" y="0"/>
                </a:lnTo>
                <a:lnTo>
                  <a:pt x="0" y="192186"/>
                </a:lnTo>
                <a:lnTo>
                  <a:pt x="205514" y="192186"/>
                </a:lnTo>
                <a:lnTo>
                  <a:pt x="205514" y="0"/>
                </a:lnTo>
                <a:close/>
              </a:path>
            </a:pathLst>
          </a:custGeom>
          <a:solidFill>
            <a:srgbClr val="F2E5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5868153" y="4951716"/>
            <a:ext cx="1286001" cy="229884"/>
          </a:xfrm>
          <a:prstGeom prst="rect">
            <a:avLst/>
          </a:prstGeom>
          <a:solidFill>
            <a:srgbClr val="7F7FFF"/>
          </a:solidFill>
        </p:spPr>
        <p:txBody>
          <a:bodyPr vert="horz" wrap="square" lIns="0" tIns="34240" rIns="0" bIns="0" rtlCol="0">
            <a:spAutoFit/>
          </a:bodyPr>
          <a:lstStyle/>
          <a:p>
            <a:pPr marL="50352">
              <a:spcBef>
                <a:spcPts val="270"/>
              </a:spcBef>
            </a:pPr>
            <a:r>
              <a:rPr sz="1189" i="1" spc="79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308" spc="-24" baseline="30303" dirty="0">
                <a:solidFill>
                  <a:srgbClr val="FFFFFF"/>
                </a:solidFill>
                <a:latin typeface="Lucida Sans Unicode"/>
                <a:cs typeface="Lucida Sans Unicode"/>
              </a:rPr>
              <a:t>[</a:t>
            </a:r>
            <a:r>
              <a:rPr sz="1189" baseline="33333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r>
              <a:rPr sz="1308" spc="-24" baseline="30303" dirty="0">
                <a:solidFill>
                  <a:srgbClr val="FFFFFF"/>
                </a:solidFill>
                <a:latin typeface="Lucida Sans Unicode"/>
                <a:cs typeface="Lucida Sans Unicode"/>
              </a:rPr>
              <a:t>]</a:t>
            </a:r>
            <a:r>
              <a:rPr sz="1308" baseline="30303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08" spc="-201" baseline="30303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69" spc="79" dirty="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sz="1269" spc="-3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89" i="1" dirty="0">
                <a:solidFill>
                  <a:srgbClr val="FFFFFF"/>
                </a:solidFill>
                <a:latin typeface="Arial"/>
                <a:cs typeface="Arial"/>
              </a:rPr>
              <a:t>prod</a:t>
            </a:r>
            <a:r>
              <a:rPr sz="1189" i="1" spc="7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69" spc="79" dirty="0">
                <a:solidFill>
                  <a:srgbClr val="FFFFFF"/>
                </a:solidFill>
                <a:latin typeface="Tahoma"/>
                <a:cs typeface="Tahoma"/>
              </a:rPr>
              <a:t>+</a:t>
            </a:r>
            <a:r>
              <a:rPr sz="1269" spc="-10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89" i="1" spc="32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1308" spc="-24" baseline="30303" dirty="0">
                <a:solidFill>
                  <a:srgbClr val="FFFFFF"/>
                </a:solidFill>
                <a:latin typeface="Lucida Sans Unicode"/>
                <a:cs typeface="Lucida Sans Unicode"/>
              </a:rPr>
              <a:t>[</a:t>
            </a:r>
            <a:r>
              <a:rPr sz="1189" baseline="33333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r>
              <a:rPr sz="1308" spc="-24" baseline="30303" dirty="0">
                <a:solidFill>
                  <a:srgbClr val="FFFFFF"/>
                </a:solidFill>
                <a:latin typeface="Lucida Sans Unicode"/>
                <a:cs typeface="Lucida Sans Unicode"/>
              </a:rPr>
              <a:t>]</a:t>
            </a:r>
            <a:endParaRPr sz="1308" baseline="30303">
              <a:latin typeface="Lucida Sans Unicode"/>
              <a:cs typeface="Lucida Sans Unicode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032538" y="4928116"/>
            <a:ext cx="560926" cy="222765"/>
          </a:xfrm>
          <a:prstGeom prst="rect">
            <a:avLst/>
          </a:prstGeom>
        </p:spPr>
        <p:txBody>
          <a:bodyPr vert="horz" wrap="square" lIns="0" tIns="27190" rIns="0" bIns="0" rtlCol="0">
            <a:spAutoFit/>
          </a:bodyPr>
          <a:lstStyle/>
          <a:p>
            <a:pPr marL="60423">
              <a:spcBef>
                <a:spcPts val="214"/>
              </a:spcBef>
            </a:pPr>
            <a:r>
              <a:rPr sz="1903" spc="392" baseline="45138" dirty="0">
                <a:solidFill>
                  <a:srgbClr val="0000FF"/>
                </a:solidFill>
                <a:latin typeface="Sitka Banner"/>
                <a:cs typeface="Sitka Banner"/>
              </a:rPr>
              <a:t> </a:t>
            </a:r>
            <a:r>
              <a:rPr sz="1189" spc="-24" dirty="0">
                <a:solidFill>
                  <a:srgbClr val="0000FF"/>
                </a:solidFill>
                <a:latin typeface="Microsoft Sans Serif"/>
                <a:cs typeface="Microsoft Sans Serif"/>
              </a:rPr>
              <a:t>2</a:t>
            </a:r>
            <a:r>
              <a:rPr sz="1269" i="1" spc="-24" dirty="0">
                <a:solidFill>
                  <a:srgbClr val="0000FF"/>
                </a:solidFill>
                <a:latin typeface="Verdana"/>
                <a:cs typeface="Verdana"/>
              </a:rPr>
              <a:t>.</a:t>
            </a:r>
            <a:r>
              <a:rPr sz="1189" spc="-24" dirty="0">
                <a:solidFill>
                  <a:srgbClr val="0000FF"/>
                </a:solidFill>
                <a:latin typeface="Microsoft Sans Serif"/>
                <a:cs typeface="Microsoft Sans Serif"/>
              </a:rPr>
              <a:t>69</a:t>
            </a:r>
            <a:r>
              <a:rPr sz="1903" spc="357" baseline="45138" dirty="0">
                <a:solidFill>
                  <a:srgbClr val="0000FF"/>
                </a:solidFill>
                <a:latin typeface="Sitka Banner"/>
                <a:cs typeface="Sitka Banner"/>
              </a:rPr>
              <a:t> </a:t>
            </a:r>
            <a:endParaRPr sz="1903" baseline="45138">
              <a:latin typeface="Sitka Banner"/>
              <a:cs typeface="Sitka Banner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016629" y="5331423"/>
            <a:ext cx="988922" cy="166712"/>
          </a:xfrm>
          <a:prstGeom prst="rect">
            <a:avLst/>
          </a:prstGeom>
          <a:solidFill>
            <a:srgbClr val="7F7FFF"/>
          </a:solidFill>
        </p:spPr>
        <p:txBody>
          <a:bodyPr vert="horz" wrap="square" lIns="0" tIns="0" rIns="0" bIns="0" rtlCol="0">
            <a:spAutoFit/>
          </a:bodyPr>
          <a:lstStyle/>
          <a:p>
            <a:pPr marL="50352">
              <a:lnSpc>
                <a:spcPts val="1316"/>
              </a:lnSpc>
            </a:pPr>
            <a:r>
              <a:rPr sz="1784" i="1" spc="-11" baseline="-22222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872" spc="-8" dirty="0">
                <a:solidFill>
                  <a:srgbClr val="FFFFFF"/>
                </a:solidFill>
                <a:latin typeface="Lucida Sans Unicode"/>
                <a:cs typeface="Lucida Sans Unicode"/>
              </a:rPr>
              <a:t>[</a:t>
            </a:r>
            <a:r>
              <a:rPr sz="793" spc="-8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r>
              <a:rPr sz="872" spc="-8" dirty="0">
                <a:solidFill>
                  <a:srgbClr val="FFFFFF"/>
                </a:solidFill>
                <a:latin typeface="Lucida Sans Unicode"/>
                <a:cs typeface="Lucida Sans Unicode"/>
              </a:rPr>
              <a:t>]</a:t>
            </a:r>
            <a:r>
              <a:rPr sz="872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3" spc="119" baseline="-20833" dirty="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sz="1903" spc="-95" baseline="-208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903" i="1" spc="24" baseline="-20833" dirty="0">
                <a:solidFill>
                  <a:srgbClr val="FFFFFF"/>
                </a:solidFill>
                <a:latin typeface="Verdana"/>
                <a:cs typeface="Verdana"/>
              </a:rPr>
              <a:t>σ</a:t>
            </a:r>
            <a:r>
              <a:rPr sz="1903" spc="24" baseline="-20833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1784" i="1" spc="24" baseline="-22222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872" spc="16" dirty="0">
                <a:solidFill>
                  <a:srgbClr val="FFFFFF"/>
                </a:solidFill>
                <a:latin typeface="Lucida Sans Unicode"/>
                <a:cs typeface="Lucida Sans Unicode"/>
              </a:rPr>
              <a:t>[</a:t>
            </a:r>
            <a:r>
              <a:rPr sz="793" spc="16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r>
              <a:rPr sz="872" spc="16" dirty="0">
                <a:solidFill>
                  <a:srgbClr val="FFFFFF"/>
                </a:solidFill>
                <a:latin typeface="Lucida Sans Unicode"/>
                <a:cs typeface="Lucida Sans Unicode"/>
              </a:rPr>
              <a:t>]</a:t>
            </a:r>
            <a:r>
              <a:rPr sz="1903" spc="24" baseline="-20833" dirty="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endParaRPr sz="1903" baseline="-20833">
              <a:latin typeface="Tahoma"/>
              <a:cs typeface="Tahom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032538" y="5327771"/>
            <a:ext cx="560926" cy="222765"/>
          </a:xfrm>
          <a:prstGeom prst="rect">
            <a:avLst/>
          </a:prstGeom>
        </p:spPr>
        <p:txBody>
          <a:bodyPr vert="horz" wrap="square" lIns="0" tIns="27190" rIns="0" bIns="0" rtlCol="0">
            <a:spAutoFit/>
          </a:bodyPr>
          <a:lstStyle/>
          <a:p>
            <a:pPr marL="60423">
              <a:spcBef>
                <a:spcPts val="214"/>
              </a:spcBef>
            </a:pPr>
            <a:r>
              <a:rPr sz="1903" spc="392" baseline="45138" dirty="0">
                <a:solidFill>
                  <a:srgbClr val="0000FF"/>
                </a:solidFill>
                <a:latin typeface="Sitka Banner"/>
                <a:cs typeface="Sitka Banner"/>
              </a:rPr>
              <a:t> </a:t>
            </a:r>
            <a:r>
              <a:rPr sz="1189" spc="-24" dirty="0">
                <a:solidFill>
                  <a:srgbClr val="0000FF"/>
                </a:solidFill>
                <a:latin typeface="Microsoft Sans Serif"/>
                <a:cs typeface="Microsoft Sans Serif"/>
              </a:rPr>
              <a:t>0</a:t>
            </a:r>
            <a:r>
              <a:rPr sz="1269" i="1" spc="-24" dirty="0">
                <a:solidFill>
                  <a:srgbClr val="0000FF"/>
                </a:solidFill>
                <a:latin typeface="Verdana"/>
                <a:cs typeface="Verdana"/>
              </a:rPr>
              <a:t>.</a:t>
            </a:r>
            <a:r>
              <a:rPr sz="1189" spc="-24" dirty="0">
                <a:solidFill>
                  <a:srgbClr val="0000FF"/>
                </a:solidFill>
                <a:latin typeface="Microsoft Sans Serif"/>
                <a:cs typeface="Microsoft Sans Serif"/>
              </a:rPr>
              <a:t>94</a:t>
            </a:r>
            <a:r>
              <a:rPr sz="1903" spc="357" baseline="45138" dirty="0">
                <a:solidFill>
                  <a:srgbClr val="0000FF"/>
                </a:solidFill>
                <a:latin typeface="Sitka Banner"/>
                <a:cs typeface="Sitka Banner"/>
              </a:rPr>
              <a:t> </a:t>
            </a:r>
            <a:endParaRPr sz="1903" baseline="45138">
              <a:latin typeface="Sitka Banner"/>
              <a:cs typeface="Sitka Banner"/>
            </a:endParaRPr>
          </a:p>
        </p:txBody>
      </p:sp>
      <p:pic>
        <p:nvPicPr>
          <p:cNvPr id="51" name="object 5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47845" y="5313949"/>
            <a:ext cx="323653" cy="323653"/>
          </a:xfrm>
          <a:prstGeom prst="rect">
            <a:avLst/>
          </a:prstGeom>
        </p:spPr>
      </p:pic>
      <p:sp>
        <p:nvSpPr>
          <p:cNvPr id="52" name="object 52"/>
          <p:cNvSpPr txBox="1"/>
          <p:nvPr/>
        </p:nvSpPr>
        <p:spPr>
          <a:xfrm>
            <a:off x="7571079" y="4227805"/>
            <a:ext cx="346425" cy="1306818"/>
          </a:xfrm>
          <a:prstGeom prst="rect">
            <a:avLst/>
          </a:prstGeom>
        </p:spPr>
        <p:txBody>
          <a:bodyPr vert="horz" wrap="square" lIns="0" tIns="37261" rIns="0" bIns="0" rtlCol="0">
            <a:spAutoFit/>
          </a:bodyPr>
          <a:lstStyle/>
          <a:p>
            <a:pPr marL="60423">
              <a:spcBef>
                <a:spcPts val="293"/>
              </a:spcBef>
            </a:pPr>
            <a:r>
              <a:rPr sz="1269" spc="262" dirty="0">
                <a:latin typeface="Sitka Banner"/>
                <a:cs typeface="Sitka Banner"/>
              </a:rPr>
              <a:t> </a:t>
            </a:r>
            <a:r>
              <a:rPr sz="1784" baseline="-48148" dirty="0">
                <a:latin typeface="Microsoft Sans Serif"/>
                <a:cs typeface="Microsoft Sans Serif"/>
              </a:rPr>
              <a:t>7</a:t>
            </a:r>
            <a:r>
              <a:rPr sz="1269" spc="262" dirty="0">
                <a:latin typeface="Sitka Banner"/>
                <a:cs typeface="Sitka Banner"/>
              </a:rPr>
              <a:t> </a:t>
            </a:r>
            <a:endParaRPr sz="1269">
              <a:latin typeface="Sitka Banner"/>
              <a:cs typeface="Sitka Banner"/>
            </a:endParaRPr>
          </a:p>
          <a:p>
            <a:pPr>
              <a:spcBef>
                <a:spcPts val="48"/>
              </a:spcBef>
            </a:pPr>
            <a:endParaRPr sz="5709">
              <a:latin typeface="Sitka Banner"/>
              <a:cs typeface="Sitka Banner"/>
            </a:endParaRPr>
          </a:p>
          <a:p>
            <a:pPr marL="92647"/>
            <a:r>
              <a:rPr sz="1189" i="1" spc="-309" dirty="0">
                <a:latin typeface="Arial"/>
                <a:cs typeface="Arial"/>
              </a:rPr>
              <a:t>y</a:t>
            </a:r>
            <a:r>
              <a:rPr sz="1269" spc="-309" dirty="0">
                <a:latin typeface="Tahoma"/>
                <a:cs typeface="Tahoma"/>
              </a:rPr>
              <a:t>ˆ</a:t>
            </a:r>
            <a:endParaRPr sz="1269">
              <a:latin typeface="Tahoma"/>
              <a:cs typeface="Tahoma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8146187" y="5323379"/>
            <a:ext cx="326284" cy="305136"/>
          </a:xfrm>
          <a:custGeom>
            <a:avLst/>
            <a:gdLst/>
            <a:ahLst/>
            <a:cxnLst/>
            <a:rect l="l" t="t" r="r" b="b"/>
            <a:pathLst>
              <a:path w="205739" h="192405">
                <a:moveTo>
                  <a:pt x="205514" y="0"/>
                </a:moveTo>
                <a:lnTo>
                  <a:pt x="0" y="0"/>
                </a:lnTo>
                <a:lnTo>
                  <a:pt x="0" y="192186"/>
                </a:lnTo>
                <a:lnTo>
                  <a:pt x="205514" y="192186"/>
                </a:lnTo>
                <a:lnTo>
                  <a:pt x="205514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8136268" y="5192649"/>
            <a:ext cx="346425" cy="232935"/>
          </a:xfrm>
          <a:prstGeom prst="rect">
            <a:avLst/>
          </a:prstGeom>
        </p:spPr>
        <p:txBody>
          <a:bodyPr vert="horz" wrap="square" lIns="0" tIns="37261" rIns="0" bIns="0" rtlCol="0">
            <a:spAutoFit/>
          </a:bodyPr>
          <a:lstStyle/>
          <a:p>
            <a:pPr marL="60423">
              <a:spcBef>
                <a:spcPts val="293"/>
              </a:spcBef>
            </a:pPr>
            <a:r>
              <a:rPr sz="1269" spc="262" dirty="0">
                <a:latin typeface="Sitka Banner"/>
                <a:cs typeface="Sitka Banner"/>
              </a:rPr>
              <a:t> </a:t>
            </a:r>
            <a:r>
              <a:rPr sz="1784" baseline="-48148" dirty="0">
                <a:latin typeface="Microsoft Sans Serif"/>
                <a:cs typeface="Microsoft Sans Serif"/>
              </a:rPr>
              <a:t>1</a:t>
            </a:r>
            <a:r>
              <a:rPr sz="1269" spc="262" dirty="0">
                <a:latin typeface="Sitka Banner"/>
                <a:cs typeface="Sitka Banner"/>
              </a:rPr>
              <a:t> </a:t>
            </a:r>
            <a:endParaRPr sz="1269">
              <a:latin typeface="Sitka Banner"/>
              <a:cs typeface="Sitka Banner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353574" y="2319487"/>
            <a:ext cx="3190583" cy="3186489"/>
            <a:chOff x="1784203" y="922815"/>
            <a:chExt cx="2011840" cy="2009258"/>
          </a:xfrm>
        </p:grpSpPr>
        <p:pic>
          <p:nvPicPr>
            <p:cNvPr id="56" name="object 5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84203" y="922815"/>
              <a:ext cx="203238" cy="203213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74813" y="953126"/>
              <a:ext cx="192351" cy="174459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61160" y="1299799"/>
              <a:ext cx="182666" cy="182618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31199" y="1296806"/>
              <a:ext cx="206601" cy="187166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2431626" y="1659728"/>
              <a:ext cx="0" cy="189865"/>
            </a:xfrm>
            <a:custGeom>
              <a:avLst/>
              <a:gdLst/>
              <a:ahLst/>
              <a:cxnLst/>
              <a:rect l="l" t="t" r="r" b="b"/>
              <a:pathLst>
                <a:path h="189864">
                  <a:moveTo>
                    <a:pt x="0" y="0"/>
                  </a:moveTo>
                  <a:lnTo>
                    <a:pt x="0" y="189443"/>
                  </a:lnTo>
                </a:path>
              </a:pathLst>
            </a:custGeom>
            <a:ln w="7085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413204" y="1835355"/>
              <a:ext cx="37465" cy="17780"/>
            </a:xfrm>
            <a:custGeom>
              <a:avLst/>
              <a:gdLst/>
              <a:ahLst/>
              <a:cxnLst/>
              <a:rect l="l" t="t" r="r" b="b"/>
              <a:pathLst>
                <a:path w="37464" h="17780">
                  <a:moveTo>
                    <a:pt x="36843" y="0"/>
                  </a:moveTo>
                  <a:lnTo>
                    <a:pt x="29935" y="1151"/>
                  </a:lnTo>
                  <a:lnTo>
                    <a:pt x="19573" y="13816"/>
                  </a:lnTo>
                  <a:lnTo>
                    <a:pt x="18421" y="17270"/>
                  </a:lnTo>
                  <a:lnTo>
                    <a:pt x="17270" y="13816"/>
                  </a:lnTo>
                  <a:lnTo>
                    <a:pt x="6908" y="1151"/>
                  </a:lnTo>
                  <a:lnTo>
                    <a:pt x="0" y="0"/>
                  </a:lnTo>
                </a:path>
              </a:pathLst>
            </a:custGeom>
            <a:ln w="5668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20860" y="2037504"/>
              <a:ext cx="179352" cy="179305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87586" y="2043904"/>
              <a:ext cx="192351" cy="174459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73933" y="2390577"/>
              <a:ext cx="182666" cy="182618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43973" y="2387584"/>
              <a:ext cx="206601" cy="187166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3144399" y="2750506"/>
              <a:ext cx="0" cy="63500"/>
            </a:xfrm>
            <a:custGeom>
              <a:avLst/>
              <a:gdLst/>
              <a:ahLst/>
              <a:cxnLst/>
              <a:rect l="l" t="t" r="r" b="b"/>
              <a:pathLst>
                <a:path h="63500">
                  <a:moveTo>
                    <a:pt x="0" y="0"/>
                  </a:moveTo>
                  <a:lnTo>
                    <a:pt x="0" y="63442"/>
                  </a:lnTo>
                </a:path>
              </a:pathLst>
            </a:custGeom>
            <a:ln w="7085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125978" y="2800132"/>
              <a:ext cx="37465" cy="17780"/>
            </a:xfrm>
            <a:custGeom>
              <a:avLst/>
              <a:gdLst/>
              <a:ahLst/>
              <a:cxnLst/>
              <a:rect l="l" t="t" r="r" b="b"/>
              <a:pathLst>
                <a:path w="37464" h="17780">
                  <a:moveTo>
                    <a:pt x="36843" y="0"/>
                  </a:moveTo>
                  <a:lnTo>
                    <a:pt x="29935" y="1151"/>
                  </a:lnTo>
                  <a:lnTo>
                    <a:pt x="19573" y="13816"/>
                  </a:lnTo>
                  <a:lnTo>
                    <a:pt x="18421" y="17270"/>
                  </a:lnTo>
                  <a:lnTo>
                    <a:pt x="17270" y="13816"/>
                  </a:lnTo>
                  <a:lnTo>
                    <a:pt x="6908" y="1151"/>
                  </a:lnTo>
                  <a:lnTo>
                    <a:pt x="0" y="0"/>
                  </a:lnTo>
                </a:path>
              </a:pathLst>
            </a:custGeom>
            <a:ln w="5668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457718" y="2913030"/>
              <a:ext cx="334645" cy="0"/>
            </a:xfrm>
            <a:custGeom>
              <a:avLst/>
              <a:gdLst/>
              <a:ahLst/>
              <a:cxnLst/>
              <a:rect l="l" t="t" r="r" b="b"/>
              <a:pathLst>
                <a:path w="334645">
                  <a:moveTo>
                    <a:pt x="0" y="0"/>
                  </a:moveTo>
                  <a:lnTo>
                    <a:pt x="334362" y="0"/>
                  </a:lnTo>
                </a:path>
              </a:pathLst>
            </a:custGeom>
            <a:ln w="7085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778263" y="2894608"/>
              <a:ext cx="17780" cy="37465"/>
            </a:xfrm>
            <a:custGeom>
              <a:avLst/>
              <a:gdLst/>
              <a:ahLst/>
              <a:cxnLst/>
              <a:rect l="l" t="t" r="r" b="b"/>
              <a:pathLst>
                <a:path w="17779" h="37464">
                  <a:moveTo>
                    <a:pt x="0" y="0"/>
                  </a:moveTo>
                  <a:lnTo>
                    <a:pt x="1151" y="6908"/>
                  </a:lnTo>
                  <a:lnTo>
                    <a:pt x="13816" y="17270"/>
                  </a:lnTo>
                  <a:lnTo>
                    <a:pt x="17270" y="18421"/>
                  </a:lnTo>
                  <a:lnTo>
                    <a:pt x="13816" y="19573"/>
                  </a:lnTo>
                  <a:lnTo>
                    <a:pt x="1151" y="29935"/>
                  </a:lnTo>
                  <a:lnTo>
                    <a:pt x="0" y="36843"/>
                  </a:lnTo>
                </a:path>
              </a:pathLst>
            </a:custGeom>
            <a:ln w="5668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3" name="Picture 7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37105" y="120985"/>
            <a:ext cx="1943100" cy="26003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0" name="Ink 69"/>
              <p14:cNvContentPartPr/>
              <p14:nvPr/>
            </p14:nvContentPartPr>
            <p14:xfrm>
              <a:off x="3788040" y="2562120"/>
              <a:ext cx="1973160" cy="3012480"/>
            </p14:xfrm>
          </p:contentPart>
        </mc:Choice>
        <mc:Fallback>
          <p:pic>
            <p:nvPicPr>
              <p:cNvPr id="70" name="Ink 69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774000" y="2548800"/>
                <a:ext cx="1996920" cy="303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927001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0"/>
          </p:nvPr>
        </p:nvPicPr>
        <p:blipFill>
          <a:blip r:embed="rId2"/>
          <a:stretch>
            <a:fillRect/>
          </a:stretch>
        </p:blipFill>
        <p:spPr>
          <a:xfrm>
            <a:off x="2243285" y="1447801"/>
            <a:ext cx="7179536" cy="5088731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52601" y="-12000"/>
            <a:ext cx="8160907" cy="1243200"/>
          </a:xfrm>
        </p:spPr>
        <p:txBody>
          <a:bodyPr vert="horz" wrap="square" lIns="0" tIns="24169" rIns="0" bIns="0" rtlCol="0" anchor="ctr">
            <a:spAutoFit/>
          </a:bodyPr>
          <a:lstStyle/>
          <a:p>
            <a:pPr marL="20141">
              <a:spcBef>
                <a:spcPts val="190"/>
              </a:spcBef>
            </a:pPr>
            <a:r>
              <a:rPr lang="en-US" dirty="0"/>
              <a:t>Computation  Graph  for  Cost  Function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3768600" y="4583520"/>
              <a:ext cx="6470280" cy="188604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57440" y="4570200"/>
                <a:ext cx="6495120" cy="191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1620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0"/>
          </p:nvPr>
        </p:nvPicPr>
        <p:blipFill>
          <a:blip r:embed="rId2"/>
          <a:stretch>
            <a:fillRect/>
          </a:stretch>
        </p:blipFill>
        <p:spPr>
          <a:xfrm>
            <a:off x="1447800" y="1600200"/>
            <a:ext cx="9144000" cy="510540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52601" y="-12000"/>
            <a:ext cx="8160907" cy="1243200"/>
          </a:xfrm>
        </p:spPr>
        <p:txBody>
          <a:bodyPr vert="horz" wrap="square" lIns="0" tIns="24169" rIns="0" bIns="0" rtlCol="0" anchor="ctr">
            <a:spAutoFit/>
          </a:bodyPr>
          <a:lstStyle/>
          <a:p>
            <a:pPr marL="20141">
              <a:spcBef>
                <a:spcPts val="190"/>
              </a:spcBef>
            </a:pPr>
            <a:r>
              <a:rPr lang="en-US" dirty="0"/>
              <a:t>Computation  Graph  for  Backward  Pass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1952400" y="1858320"/>
              <a:ext cx="8724600" cy="495288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37640" y="1847160"/>
                <a:ext cx="8751960" cy="497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5086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23C1875908B441AF4AF4B1296840D8" ma:contentTypeVersion="28" ma:contentTypeDescription="Create a new document." ma:contentTypeScope="" ma:versionID="11a916d1e94bd1bb6d914844844e1cdd">
  <xsd:schema xmlns:xsd="http://www.w3.org/2001/XMLSchema" xmlns:xs="http://www.w3.org/2001/XMLSchema" xmlns:p="http://schemas.microsoft.com/office/2006/metadata/properties" xmlns:ns2="e1b5d412-63f5-4184-9493-34a8c46e02de" targetNamespace="http://schemas.microsoft.com/office/2006/metadata/properties" ma:root="true" ma:fieldsID="1e0578eda6e1d26074e234792d95a015" ns2:_="">
    <xsd:import namespace="e1b5d412-63f5-4184-9493-34a8c46e02de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5d412-63f5-4184-9493-34a8c46e02de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amsChannelId xmlns="e1b5d412-63f5-4184-9493-34a8c46e02de" xsi:nil="true"/>
    <FolderType xmlns="e1b5d412-63f5-4184-9493-34a8c46e02de" xsi:nil="true"/>
    <Teachers xmlns="e1b5d412-63f5-4184-9493-34a8c46e02de">
      <UserInfo>
        <DisplayName/>
        <AccountId xsi:nil="true"/>
        <AccountType/>
      </UserInfo>
    </Teachers>
    <Has_Teacher_Only_SectionGroup xmlns="e1b5d412-63f5-4184-9493-34a8c46e02de" xsi:nil="true"/>
    <DefaultSectionNames xmlns="e1b5d412-63f5-4184-9493-34a8c46e02de" xsi:nil="true"/>
    <Is_Collaboration_Space_Locked xmlns="e1b5d412-63f5-4184-9493-34a8c46e02de" xsi:nil="true"/>
    <Invited_Teachers xmlns="e1b5d412-63f5-4184-9493-34a8c46e02de" xsi:nil="true"/>
    <Invited_Students xmlns="e1b5d412-63f5-4184-9493-34a8c46e02de" xsi:nil="true"/>
    <Math_Settings xmlns="e1b5d412-63f5-4184-9493-34a8c46e02de" xsi:nil="true"/>
    <Teams_Channel_Section_Location xmlns="e1b5d412-63f5-4184-9493-34a8c46e02de" xsi:nil="true"/>
    <Owner xmlns="e1b5d412-63f5-4184-9493-34a8c46e02de">
      <UserInfo>
        <DisplayName/>
        <AccountId xsi:nil="true"/>
        <AccountType/>
      </UserInfo>
    </Owner>
    <Students xmlns="e1b5d412-63f5-4184-9493-34a8c46e02de">
      <UserInfo>
        <DisplayName/>
        <AccountId xsi:nil="true"/>
        <AccountType/>
      </UserInfo>
    </Students>
    <LMS_Mappings xmlns="e1b5d412-63f5-4184-9493-34a8c46e02de" xsi:nil="true"/>
    <IsNotebookLocked xmlns="e1b5d412-63f5-4184-9493-34a8c46e02de" xsi:nil="true"/>
    <NotebookType xmlns="e1b5d412-63f5-4184-9493-34a8c46e02de" xsi:nil="true"/>
    <CultureName xmlns="e1b5d412-63f5-4184-9493-34a8c46e02de" xsi:nil="true"/>
    <Student_Groups xmlns="e1b5d412-63f5-4184-9493-34a8c46e02de">
      <UserInfo>
        <DisplayName/>
        <AccountId xsi:nil="true"/>
        <AccountType/>
      </UserInfo>
    </Student_Groups>
    <AppVersion xmlns="e1b5d412-63f5-4184-9493-34a8c46e02de" xsi:nil="true"/>
    <Distribution_Groups xmlns="e1b5d412-63f5-4184-9493-34a8c46e02de" xsi:nil="true"/>
    <Templates xmlns="e1b5d412-63f5-4184-9493-34a8c46e02de" xsi:nil="true"/>
    <Self_Registration_Enabled xmlns="e1b5d412-63f5-4184-9493-34a8c46e02de" xsi:nil="true"/>
  </documentManagement>
</p:properties>
</file>

<file path=customXml/itemProps1.xml><?xml version="1.0" encoding="utf-8"?>
<ds:datastoreItem xmlns:ds="http://schemas.openxmlformats.org/officeDocument/2006/customXml" ds:itemID="{ECFE73F2-972C-4EF6-99C0-AB23E99A5583}"/>
</file>

<file path=customXml/itemProps2.xml><?xml version="1.0" encoding="utf-8"?>
<ds:datastoreItem xmlns:ds="http://schemas.openxmlformats.org/officeDocument/2006/customXml" ds:itemID="{BDE0AEC5-27D6-41E5-A1F4-5AB356A659F8}"/>
</file>

<file path=customXml/itemProps3.xml><?xml version="1.0" encoding="utf-8"?>
<ds:datastoreItem xmlns:ds="http://schemas.openxmlformats.org/officeDocument/2006/customXml" ds:itemID="{B5176C5E-A661-4DAA-987B-41E1FFD334D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474</Words>
  <Application>Microsoft Office PowerPoint</Application>
  <PresentationFormat>Widescreen</PresentationFormat>
  <Paragraphs>157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8" baseType="lpstr">
      <vt:lpstr>Arial</vt:lpstr>
      <vt:lpstr>Calibri</vt:lpstr>
      <vt:lpstr>Calibri Light</vt:lpstr>
      <vt:lpstr>Cambria</vt:lpstr>
      <vt:lpstr>Cambria Math</vt:lpstr>
      <vt:lpstr>Lucida Sans Unicode</vt:lpstr>
      <vt:lpstr>Microsoft Sans Serif</vt:lpstr>
      <vt:lpstr>Sitka Banner</vt:lpstr>
      <vt:lpstr>Symbol</vt:lpstr>
      <vt:lpstr>Tahoma</vt:lpstr>
      <vt:lpstr>Verdana</vt:lpstr>
      <vt:lpstr>Wingdings</vt:lpstr>
      <vt:lpstr>Office Theme</vt:lpstr>
      <vt:lpstr>PowerPoint Presentation</vt:lpstr>
      <vt:lpstr>Exercise  -  MSE  Loss</vt:lpstr>
      <vt:lpstr>Solution</vt:lpstr>
      <vt:lpstr>Exercise  -  BCE</vt:lpstr>
      <vt:lpstr>Solution</vt:lpstr>
      <vt:lpstr>Exercise (without vectorization)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 – With vectorization</vt:lpstr>
      <vt:lpstr>Computation  Graph  for  Forward  Pass</vt:lpstr>
      <vt:lpstr>Computation  Graph  for  Cost  Function</vt:lpstr>
      <vt:lpstr>Computation  Graph  for  Backward  Pass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</cp:revision>
  <dcterms:created xsi:type="dcterms:W3CDTF">2026-02-14T04:59:00Z</dcterms:created>
  <dcterms:modified xsi:type="dcterms:W3CDTF">2026-02-14T04:59:28Z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0x010100B123C1875908B441AF4AF4B1296840D8</vt:lpwstr>
  </property>
</Properties>
</file>